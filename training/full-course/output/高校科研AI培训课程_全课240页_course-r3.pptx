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Default Extension="xlsx" ContentType="application/vnd.openxmlformats-officedocument.spreadsheetml.sheet"/>
  <Default Extension="jpeg" ContentType="image/jpeg"/>
  <Default Extension="png" ContentType="image/png"/>
  <Override PartName="/docProps/s00-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s00-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s00-theme3.xml" ContentType="application/vnd.openxmlformats-officedocument.theme+xml"/>
  <Override PartName="/ppt/s00-presProps.xml" ContentType="application/vnd.openxmlformats-officedocument.presentationml.presProps+xml"/>
  <Override PartName="/ppt/s00-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docProps/s01-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s01-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2.xml" ContentType="application/vnd.openxmlformats-officedocument.presentationml.notesMaster+xml"/>
  <Override PartName="/ppt/notesMasters/theme/s01-theme3.xml" ContentType="application/vnd.openxmlformats-officedocument.theme+xml"/>
  <Override PartName="/ppt/s01-presProps.xml" ContentType="application/vnd.openxmlformats-officedocument.presentationml.presProps+xml"/>
  <Override PartName="/ppt/s01-tableStyles.xml" ContentType="application/vnd.openxmlformats-officedocument.presentationml.tableStyles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s01-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docProps/s02-app.xml" ContentType="application/vnd.openxmlformats-officedocument.extended-properties+xml"/>
  <Override PartName="/ppt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s02-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notesMasters/notesMaster3.xml" ContentType="application/vnd.openxmlformats-officedocument.presentationml.notesMaster+xml"/>
  <Override PartName="/ppt/notesMasters/theme/s02-theme3.xml" ContentType="application/vnd.openxmlformats-officedocument.theme+xml"/>
  <Override PartName="/ppt/s02-presProps.xml" ContentType="application/vnd.openxmlformats-officedocument.presentationml.presProps+xml"/>
  <Override PartName="/ppt/s02-tableStyles.xml" ContentType="application/vnd.openxmlformats-officedocument.presentationml.tableStyles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docProps/s03-app.xml" ContentType="application/vnd.openxmlformats-officedocument.extended-properties+xml"/>
  <Override PartName="/ppt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s03-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Masters/notesMaster4.xml" ContentType="application/vnd.openxmlformats-officedocument.presentationml.notesMaster+xml"/>
  <Override PartName="/ppt/notesMasters/theme/s03-theme3.xml" ContentType="application/vnd.openxmlformats-officedocument.theme+xml"/>
  <Override PartName="/ppt/s03-presProps.xml" ContentType="application/vnd.openxmlformats-officedocument.presentationml.presProps+xml"/>
  <Override PartName="/ppt/s03-tableStyles.xml" ContentType="application/vnd.openxmlformats-officedocument.presentationml.tableStyles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slides/charts/s03-chart1.xml" ContentType="application/vnd.openxmlformats-officedocument.drawingml.chart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slides/charts/s03-chart2.xml" ContentType="application/vnd.openxmlformats-officedocument.drawingml.chart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docProps/s04-app.xml" ContentType="application/vnd.openxmlformats-officedocument.extended-properties+xml"/>
  <Override PartName="/ppt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s04-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notesMasters/notesMaster5.xml" ContentType="application/vnd.openxmlformats-officedocument.presentationml.notesMaster+xml"/>
  <Override PartName="/ppt/notesMasters/theme/s04-theme3.xml" ContentType="application/vnd.openxmlformats-officedocument.theme+xml"/>
  <Override PartName="/ppt/s04-presProps.xml" ContentType="application/vnd.openxmlformats-officedocument.presentationml.presProps+xml"/>
  <Override PartName="/ppt/s04-tableStyles.xml" ContentType="application/vnd.openxmlformats-officedocument.presentationml.tableStyles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slides/charts/s04-chart1.xml" ContentType="application/vnd.openxmlformats-officedocument.drawingml.chart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docProps/s05-app.xml" ContentType="application/vnd.openxmlformats-officedocument.extended-properties+xml"/>
  <Override PartName="/ppt/theme/theme6.xml" ContentType="application/vnd.openxmlformats-officedocument.theme+xml"/>
  <Override PartName="/ppt/slideMasters/slideMaster6.xml" ContentType="application/vnd.openxmlformats-officedocument.presentationml.slideMaster+xml"/>
  <Override PartName="/ppt/slideMasters/theme/s05-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notesMasters/notesMaster6.xml" ContentType="application/vnd.openxmlformats-officedocument.presentationml.notesMaster+xml"/>
  <Override PartName="/ppt/notesMasters/theme/s05-theme3.xml" ContentType="application/vnd.openxmlformats-officedocument.theme+xml"/>
  <Override PartName="/ppt/s05-presProps.xml" ContentType="application/vnd.openxmlformats-officedocument.presentationml.presProps+xml"/>
  <Override PartName="/ppt/s05-tableStyles.xml" ContentType="application/vnd.openxmlformats-officedocument.presentationml.tableStyles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slides/charts/s05-chart1.xml" ContentType="application/vnd.openxmlformats-officedocument.drawingml.chart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docProps/s06-app.xml" ContentType="application/vnd.openxmlformats-officedocument.extended-properties+xml"/>
  <Override PartName="/ppt/theme/theme7.xml" ContentType="application/vnd.openxmlformats-officedocument.theme+xml"/>
  <Override PartName="/ppt/slideMasters/slideMaster7.xml" ContentType="application/vnd.openxmlformats-officedocument.presentationml.slideMaster+xml"/>
  <Override PartName="/ppt/slideMasters/theme/s06-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notesMasters/notesMaster7.xml" ContentType="application/vnd.openxmlformats-officedocument.presentationml.notesMaster+xml"/>
  <Override PartName="/ppt/notesMasters/theme/s06-theme3.xml" ContentType="application/vnd.openxmlformats-officedocument.theme+xml"/>
  <Override PartName="/ppt/s06-presProps.xml" ContentType="application/vnd.openxmlformats-officedocument.presentationml.presProps+xml"/>
  <Override PartName="/ppt/s06-tableStyles.xml" ContentType="application/vnd.openxmlformats-officedocument.presentationml.tableStyles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slides/charts/s06-chart1.xml" ContentType="application/vnd.openxmlformats-officedocument.drawingml.chart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slides/charts/s06-chart2.xml" ContentType="application/vnd.openxmlformats-officedocument.drawingml.chart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docProps/s07-app.xml" ContentType="application/vnd.openxmlformats-officedocument.extended-properties+xml"/>
  <Override PartName="/ppt/theme/theme8.xml" ContentType="application/vnd.openxmlformats-officedocument.theme+xml"/>
  <Override PartName="/ppt/slideMasters/slideMaster8.xml" ContentType="application/vnd.openxmlformats-officedocument.presentationml.slideMaster+xml"/>
  <Override PartName="/ppt/slideMasters/theme/s07-theme2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notesMasters/notesMaster8.xml" ContentType="application/vnd.openxmlformats-officedocument.presentationml.notesMaster+xml"/>
  <Override PartName="/ppt/notesMasters/theme/s07-theme3.xml" ContentType="application/vnd.openxmlformats-officedocument.theme+xml"/>
  <Override PartName="/ppt/s07-presProps.xml" ContentType="application/vnd.openxmlformats-officedocument.presentationml.presProps+xml"/>
  <Override PartName="/ppt/s07-tableStyles.xml" ContentType="application/vnd.openxmlformats-officedocument.presentationml.tableStyles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slides/charts/s07-chart1.xml" ContentType="application/vnd.openxmlformats-officedocument.drawingml.chart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slides/charts/s07-chart2.xml" ContentType="application/vnd.openxmlformats-officedocument.drawingml.chart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slides/charts/s07-chart3.xml" ContentType="application/vnd.openxmlformats-officedocument.drawingml.chart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slides/charts/s07-chart4.xml" ContentType="application/vnd.openxmlformats-officedocument.drawingml.chart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slides/charts/s07-chart5.xml" ContentType="application/vnd.openxmlformats-officedocument.drawingml.chart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slides/charts/s07-chart6.xml" ContentType="application/vnd.openxmlformats-officedocument.drawingml.chart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docProps/s08-app.xml" ContentType="application/vnd.openxmlformats-officedocument.extended-properties+xml"/>
  <Override PartName="/ppt/theme/theme9.xml" ContentType="application/vnd.openxmlformats-officedocument.theme+xml"/>
  <Override PartName="/ppt/slideMasters/slideMaster9.xml" ContentType="application/vnd.openxmlformats-officedocument.presentationml.slideMaster+xml"/>
  <Override PartName="/ppt/slideMasters/theme/s08-theme2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notesMasters/notesMaster9.xml" ContentType="application/vnd.openxmlformats-officedocument.presentationml.notesMaster+xml"/>
  <Override PartName="/ppt/notesMasters/theme/s08-theme3.xml" ContentType="application/vnd.openxmlformats-officedocument.theme+xml"/>
  <Override PartName="/ppt/s08-presProps.xml" ContentType="application/vnd.openxmlformats-officedocument.presentationml.presProps+xml"/>
  <Override PartName="/ppt/s08-tableStyles.xml" ContentType="application/vnd.openxmlformats-officedocument.presentationml.tableStyles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slides/charts/s08-chart1.xml" ContentType="application/vnd.openxmlformats-officedocument.drawingml.chart+xml"/>
  <Override PartName="/ppt/slides/charts/s08-chart2.xml" ContentType="application/vnd.openxmlformats-officedocument.drawingml.chart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slides/charts/s08-chart3.xml" ContentType="application/vnd.openxmlformats-officedocument.drawingml.chart+xml"/>
  <Override PartName="/ppt/slides/charts/s08-chart4.xml" ContentType="application/vnd.openxmlformats-officedocument.drawingml.chart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slides/charts/s08-chart5.xml" ContentType="application/vnd.openxmlformats-officedocument.drawingml.chart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slides/charts/s08-chart6.xml" ContentType="application/vnd.openxmlformats-officedocument.drawingml.chart+xml"/>
  <Override PartName="/ppt/slides/charts/s08-chart7.xml" ContentType="application/vnd.openxmlformats-officedocument.drawingml.chart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docProps/s09-app.xml" ContentType="application/vnd.openxmlformats-officedocument.extended-properties+xml"/>
  <Override PartName="/ppt/theme/theme10.xml" ContentType="application/vnd.openxmlformats-officedocument.theme+xml"/>
  <Override PartName="/ppt/slideMasters/slideMaster10.xml" ContentType="application/vnd.openxmlformats-officedocument.presentationml.slideMaster+xml"/>
  <Override PartName="/ppt/slideMasters/theme/s09-theme2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notesMasters/notesMaster10.xml" ContentType="application/vnd.openxmlformats-officedocument.presentationml.notesMaster+xml"/>
  <Override PartName="/ppt/notesMasters/theme/s09-theme3.xml" ContentType="application/vnd.openxmlformats-officedocument.theme+xml"/>
  <Override PartName="/ppt/s09-presProps.xml" ContentType="application/vnd.openxmlformats-officedocument.presentationml.presProps+xml"/>
  <Override PartName="/ppt/s09-tableStyles.xml" ContentType="application/vnd.openxmlformats-officedocument.presentationml.tableStyles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slides/charts/s09-chart1.xml" ContentType="application/vnd.openxmlformats-officedocument.drawingml.chart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slides/charts/s09-chart2.xml" ContentType="application/vnd.openxmlformats-officedocument.drawingml.chart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  <Override PartName="/ppt/slides/slide161.xml" ContentType="application/vnd.openxmlformats-officedocument.presentationml.slide+xml"/>
  <Override PartName="/ppt/notesSlides/notesSlide161.xml" ContentType="application/vnd.openxmlformats-officedocument.presentationml.notesSlide+xml"/>
  <Override PartName="/ppt/slides/slide162.xml" ContentType="application/vnd.openxmlformats-officedocument.presentationml.slide+xml"/>
  <Override PartName="/ppt/notesSlides/notesSlide162.xml" ContentType="application/vnd.openxmlformats-officedocument.presentationml.notesSlide+xml"/>
  <Override PartName="/ppt/slides/slide163.xml" ContentType="application/vnd.openxmlformats-officedocument.presentationml.slide+xml"/>
  <Override PartName="/ppt/notesSlides/notesSlide163.xml" ContentType="application/vnd.openxmlformats-officedocument.presentationml.notesSlide+xml"/>
  <Override PartName="/ppt/slides/slide164.xml" ContentType="application/vnd.openxmlformats-officedocument.presentationml.slide+xml"/>
  <Override PartName="/ppt/notesSlides/notesSlide164.xml" ContentType="application/vnd.openxmlformats-officedocument.presentationml.notesSlide+xml"/>
  <Override PartName="/ppt/slides/slide165.xml" ContentType="application/vnd.openxmlformats-officedocument.presentationml.slide+xml"/>
  <Override PartName="/ppt/notesSlides/notesSlide165.xml" ContentType="application/vnd.openxmlformats-officedocument.presentationml.notesSlide+xml"/>
  <Override PartName="/ppt/slides/slide166.xml" ContentType="application/vnd.openxmlformats-officedocument.presentationml.slide+xml"/>
  <Override PartName="/ppt/notesSlides/notesSlide166.xml" ContentType="application/vnd.openxmlformats-officedocument.presentationml.notesSlide+xml"/>
  <Override PartName="/docProps/s10-app.xml" ContentType="application/vnd.openxmlformats-officedocument.extended-properties+xml"/>
  <Override PartName="/ppt/theme/theme11.xml" ContentType="application/vnd.openxmlformats-officedocument.theme+xml"/>
  <Override PartName="/ppt/slideMasters/slideMaster11.xml" ContentType="application/vnd.openxmlformats-officedocument.presentationml.slideMaster+xml"/>
  <Override PartName="/ppt/slideMasters/theme/s10-theme2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notesMasters/notesMaster11.xml" ContentType="application/vnd.openxmlformats-officedocument.presentationml.notesMaster+xml"/>
  <Override PartName="/ppt/notesMasters/theme/s10-theme3.xml" ContentType="application/vnd.openxmlformats-officedocument.theme+xml"/>
  <Override PartName="/ppt/s10-presProps.xml" ContentType="application/vnd.openxmlformats-officedocument.presentationml.presProps+xml"/>
  <Override PartName="/ppt/s10-tableStyles.xml" ContentType="application/vnd.openxmlformats-officedocument.presentationml.tableStyles+xml"/>
  <Override PartName="/ppt/slides/slide167.xml" ContentType="application/vnd.openxmlformats-officedocument.presentationml.slide+xml"/>
  <Override PartName="/ppt/notesSlides/notesSlide167.xml" ContentType="application/vnd.openxmlformats-officedocument.presentationml.notesSlide+xml"/>
  <Override PartName="/ppt/slides/slide168.xml" ContentType="application/vnd.openxmlformats-officedocument.presentationml.slide+xml"/>
  <Override PartName="/ppt/notesSlides/notesSlide168.xml" ContentType="application/vnd.openxmlformats-officedocument.presentationml.notesSlide+xml"/>
  <Override PartName="/ppt/slides/slide169.xml" ContentType="application/vnd.openxmlformats-officedocument.presentationml.slide+xml"/>
  <Override PartName="/ppt/notesSlides/notesSlide169.xml" ContentType="application/vnd.openxmlformats-officedocument.presentationml.notesSlide+xml"/>
  <Override PartName="/ppt/slides/slide170.xml" ContentType="application/vnd.openxmlformats-officedocument.presentationml.slide+xml"/>
  <Override PartName="/ppt/notesSlides/notesSlide170.xml" ContentType="application/vnd.openxmlformats-officedocument.presentationml.notesSlide+xml"/>
  <Override PartName="/ppt/slides/slide171.xml" ContentType="application/vnd.openxmlformats-officedocument.presentationml.slide+xml"/>
  <Override PartName="/ppt/notesSlides/notesSlide171.xml" ContentType="application/vnd.openxmlformats-officedocument.presentationml.notesSlide+xml"/>
  <Override PartName="/ppt/slides/slide172.xml" ContentType="application/vnd.openxmlformats-officedocument.presentationml.slide+xml"/>
  <Override PartName="/ppt/notesSlides/notesSlide172.xml" ContentType="application/vnd.openxmlformats-officedocument.presentationml.notesSlide+xml"/>
  <Override PartName="/ppt/slides/slide173.xml" ContentType="application/vnd.openxmlformats-officedocument.presentationml.slide+xml"/>
  <Override PartName="/ppt/notesSlides/notesSlide173.xml" ContentType="application/vnd.openxmlformats-officedocument.presentationml.notesSlide+xml"/>
  <Override PartName="/ppt/slides/slide174.xml" ContentType="application/vnd.openxmlformats-officedocument.presentationml.slide+xml"/>
  <Override PartName="/ppt/notesSlides/notesSlide174.xml" ContentType="application/vnd.openxmlformats-officedocument.presentationml.notesSlide+xml"/>
  <Override PartName="/ppt/slides/slide175.xml" ContentType="application/vnd.openxmlformats-officedocument.presentationml.slide+xml"/>
  <Override PartName="/ppt/notesSlides/notesSlide175.xml" ContentType="application/vnd.openxmlformats-officedocument.presentationml.notesSlide+xml"/>
  <Override PartName="/ppt/slides/slide176.xml" ContentType="application/vnd.openxmlformats-officedocument.presentationml.slide+xml"/>
  <Override PartName="/ppt/notesSlides/notesSlide176.xml" ContentType="application/vnd.openxmlformats-officedocument.presentationml.notesSlide+xml"/>
  <Override PartName="/ppt/slides/slide177.xml" ContentType="application/vnd.openxmlformats-officedocument.presentationml.slide+xml"/>
  <Override PartName="/ppt/notesSlides/notesSlide177.xml" ContentType="application/vnd.openxmlformats-officedocument.presentationml.notesSlide+xml"/>
  <Override PartName="/ppt/slides/slide178.xml" ContentType="application/vnd.openxmlformats-officedocument.presentationml.slide+xml"/>
  <Override PartName="/ppt/notesSlides/notesSlide178.xml" ContentType="application/vnd.openxmlformats-officedocument.presentationml.notesSlide+xml"/>
  <Override PartName="/ppt/slides/slide179.xml" ContentType="application/vnd.openxmlformats-officedocument.presentationml.slide+xml"/>
  <Override PartName="/ppt/notesSlides/notesSlide179.xml" ContentType="application/vnd.openxmlformats-officedocument.presentationml.notesSlide+xml"/>
  <Override PartName="/ppt/slides/slide180.xml" ContentType="application/vnd.openxmlformats-officedocument.presentationml.slide+xml"/>
  <Override PartName="/ppt/notesSlides/notesSlide180.xml" ContentType="application/vnd.openxmlformats-officedocument.presentationml.notesSlide+xml"/>
  <Override PartName="/ppt/slides/slide181.xml" ContentType="application/vnd.openxmlformats-officedocument.presentationml.slide+xml"/>
  <Override PartName="/ppt/notesSlides/notesSlide181.xml" ContentType="application/vnd.openxmlformats-officedocument.presentationml.notesSlide+xml"/>
  <Override PartName="/ppt/slides/slide182.xml" ContentType="application/vnd.openxmlformats-officedocument.presentationml.slide+xml"/>
  <Override PartName="/ppt/notesSlides/notesSlide182.xml" ContentType="application/vnd.openxmlformats-officedocument.presentationml.notesSlide+xml"/>
  <Override PartName="/ppt/slides/slide183.xml" ContentType="application/vnd.openxmlformats-officedocument.presentationml.slide+xml"/>
  <Override PartName="/ppt/notesSlides/notesSlide183.xml" ContentType="application/vnd.openxmlformats-officedocument.presentationml.notesSlide+xml"/>
  <Override PartName="/ppt/slides/slide184.xml" ContentType="application/vnd.openxmlformats-officedocument.presentationml.slide+xml"/>
  <Override PartName="/ppt/notesSlides/notesSlide184.xml" ContentType="application/vnd.openxmlformats-officedocument.presentationml.notesSlide+xml"/>
  <Override PartName="/ppt/slides/slide185.xml" ContentType="application/vnd.openxmlformats-officedocument.presentationml.slide+xml"/>
  <Override PartName="/ppt/notesSlides/notesSlide185.xml" ContentType="application/vnd.openxmlformats-officedocument.presentationml.notesSlide+xml"/>
  <Override PartName="/ppt/slides/slide186.xml" ContentType="application/vnd.openxmlformats-officedocument.presentationml.slide+xml"/>
  <Override PartName="/ppt/notesSlides/notesSlide186.xml" ContentType="application/vnd.openxmlformats-officedocument.presentationml.notesSlide+xml"/>
  <Override PartName="/ppt/slides/slide187.xml" ContentType="application/vnd.openxmlformats-officedocument.presentationml.slide+xml"/>
  <Override PartName="/ppt/notesSlides/notesSlide187.xml" ContentType="application/vnd.openxmlformats-officedocument.presentationml.notesSlide+xml"/>
  <Override PartName="/ppt/slides/slide188.xml" ContentType="application/vnd.openxmlformats-officedocument.presentationml.slide+xml"/>
  <Override PartName="/ppt/notesSlides/notesSlide188.xml" ContentType="application/vnd.openxmlformats-officedocument.presentationml.notesSlide+xml"/>
  <Override PartName="/ppt/slides/slide189.xml" ContentType="application/vnd.openxmlformats-officedocument.presentationml.slide+xml"/>
  <Override PartName="/ppt/notesSlides/notesSlide189.xml" ContentType="application/vnd.openxmlformats-officedocument.presentationml.notesSlide+xml"/>
  <Override PartName="/ppt/slides/slide190.xml" ContentType="application/vnd.openxmlformats-officedocument.presentationml.slide+xml"/>
  <Override PartName="/ppt/notesSlides/notesSlide190.xml" ContentType="application/vnd.openxmlformats-officedocument.presentationml.notesSlide+xml"/>
  <Override PartName="/ppt/slides/slide191.xml" ContentType="application/vnd.openxmlformats-officedocument.presentationml.slide+xml"/>
  <Override PartName="/ppt/notesSlides/notesSlide191.xml" ContentType="application/vnd.openxmlformats-officedocument.presentationml.notesSlide+xml"/>
  <Override PartName="/ppt/slides/slide192.xml" ContentType="application/vnd.openxmlformats-officedocument.presentationml.slide+xml"/>
  <Override PartName="/ppt/notesSlides/notesSlide192.xml" ContentType="application/vnd.openxmlformats-officedocument.presentationml.notesSlide+xml"/>
  <Override PartName="/docProps/s11-app.xml" ContentType="application/vnd.openxmlformats-officedocument.extended-properties+xml"/>
  <Override PartName="/ppt/theme/theme12.xml" ContentType="application/vnd.openxmlformats-officedocument.theme+xml"/>
  <Override PartName="/ppt/slideMasters/slideMaster12.xml" ContentType="application/vnd.openxmlformats-officedocument.presentationml.slideMaster+xml"/>
  <Override PartName="/ppt/slideMasters/theme/s11-theme2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notesMasters/notesMaster12.xml" ContentType="application/vnd.openxmlformats-officedocument.presentationml.notesMaster+xml"/>
  <Override PartName="/ppt/notesMasters/theme/s11-theme3.xml" ContentType="application/vnd.openxmlformats-officedocument.theme+xml"/>
  <Override PartName="/ppt/s11-presProps.xml" ContentType="application/vnd.openxmlformats-officedocument.presentationml.presProps+xml"/>
  <Override PartName="/ppt/s11-tableStyles.xml" ContentType="application/vnd.openxmlformats-officedocument.presentationml.tableStyles+xml"/>
  <Override PartName="/ppt/slides/slide193.xml" ContentType="application/vnd.openxmlformats-officedocument.presentationml.slide+xml"/>
  <Override PartName="/ppt/notesSlides/notesSlide193.xml" ContentType="application/vnd.openxmlformats-officedocument.presentationml.notesSlide+xml"/>
  <Override PartName="/ppt/slides/slide194.xml" ContentType="application/vnd.openxmlformats-officedocument.presentationml.slide+xml"/>
  <Override PartName="/ppt/notesSlides/notesSlide194.xml" ContentType="application/vnd.openxmlformats-officedocument.presentationml.notesSlide+xml"/>
  <Override PartName="/ppt/slides/slide195.xml" ContentType="application/vnd.openxmlformats-officedocument.presentationml.slide+xml"/>
  <Override PartName="/ppt/notesSlides/notesSlide195.xml" ContentType="application/vnd.openxmlformats-officedocument.presentationml.notesSlide+xml"/>
  <Override PartName="/ppt/slides/slide196.xml" ContentType="application/vnd.openxmlformats-officedocument.presentationml.slide+xml"/>
  <Override PartName="/ppt/notesSlides/notesSlide196.xml" ContentType="application/vnd.openxmlformats-officedocument.presentationml.notesSlide+xml"/>
  <Override PartName="/ppt/slides/slide197.xml" ContentType="application/vnd.openxmlformats-officedocument.presentationml.slide+xml"/>
  <Override PartName="/ppt/notesSlides/notesSlide197.xml" ContentType="application/vnd.openxmlformats-officedocument.presentationml.notesSlide+xml"/>
  <Override PartName="/ppt/slides/slide198.xml" ContentType="application/vnd.openxmlformats-officedocument.presentationml.slide+xml"/>
  <Override PartName="/ppt/notesSlides/notesSlide198.xml" ContentType="application/vnd.openxmlformats-officedocument.presentationml.notesSlide+xml"/>
  <Override PartName="/ppt/slides/slide199.xml" ContentType="application/vnd.openxmlformats-officedocument.presentationml.slide+xml"/>
  <Override PartName="/ppt/notesSlides/notesSlide199.xml" ContentType="application/vnd.openxmlformats-officedocument.presentationml.notesSlide+xml"/>
  <Override PartName="/ppt/slides/slide200.xml" ContentType="application/vnd.openxmlformats-officedocument.presentationml.slide+xml"/>
  <Override PartName="/ppt/notesSlides/notesSlide200.xml" ContentType="application/vnd.openxmlformats-officedocument.presentationml.notesSlide+xml"/>
  <Override PartName="/ppt/slides/slide201.xml" ContentType="application/vnd.openxmlformats-officedocument.presentationml.slide+xml"/>
  <Override PartName="/ppt/notesSlides/notesSlide201.xml" ContentType="application/vnd.openxmlformats-officedocument.presentationml.notesSlide+xml"/>
  <Override PartName="/ppt/slides/slide202.xml" ContentType="application/vnd.openxmlformats-officedocument.presentationml.slide+xml"/>
  <Override PartName="/ppt/notesSlides/notesSlide202.xml" ContentType="application/vnd.openxmlformats-officedocument.presentationml.notesSlide+xml"/>
  <Override PartName="/ppt/slides/slide203.xml" ContentType="application/vnd.openxmlformats-officedocument.presentationml.slide+xml"/>
  <Override PartName="/ppt/notesSlides/notesSlide203.xml" ContentType="application/vnd.openxmlformats-officedocument.presentationml.notesSlide+xml"/>
  <Override PartName="/ppt/slides/slide204.xml" ContentType="application/vnd.openxmlformats-officedocument.presentationml.slide+xml"/>
  <Override PartName="/ppt/notesSlides/notesSlide204.xml" ContentType="application/vnd.openxmlformats-officedocument.presentationml.notesSlide+xml"/>
  <Override PartName="/docProps/s12-app.xml" ContentType="application/vnd.openxmlformats-officedocument.extended-properties+xml"/>
  <Override PartName="/ppt/theme/theme13.xml" ContentType="application/vnd.openxmlformats-officedocument.theme+xml"/>
  <Override PartName="/ppt/slideMasters/slideMaster13.xml" ContentType="application/vnd.openxmlformats-officedocument.presentationml.slideMaster+xml"/>
  <Override PartName="/ppt/slideMasters/theme/s12-theme2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notesMasters/notesMaster13.xml" ContentType="application/vnd.openxmlformats-officedocument.presentationml.notesMaster+xml"/>
  <Override PartName="/ppt/notesMasters/theme/s12-theme3.xml" ContentType="application/vnd.openxmlformats-officedocument.theme+xml"/>
  <Override PartName="/ppt/s12-presProps.xml" ContentType="application/vnd.openxmlformats-officedocument.presentationml.presProps+xml"/>
  <Override PartName="/ppt/s12-tableStyles.xml" ContentType="application/vnd.openxmlformats-officedocument.presentationml.tableStyles+xml"/>
  <Override PartName="/ppt/slides/slide205.xml" ContentType="application/vnd.openxmlformats-officedocument.presentationml.slide+xml"/>
  <Override PartName="/ppt/notesSlides/notesSlide205.xml" ContentType="application/vnd.openxmlformats-officedocument.presentationml.notesSlide+xml"/>
  <Override PartName="/ppt/slides/slide206.xml" ContentType="application/vnd.openxmlformats-officedocument.presentationml.slide+xml"/>
  <Override PartName="/ppt/notesSlides/notesSlide206.xml" ContentType="application/vnd.openxmlformats-officedocument.presentationml.notesSlide+xml"/>
  <Override PartName="/ppt/slides/slide207.xml" ContentType="application/vnd.openxmlformats-officedocument.presentationml.slide+xml"/>
  <Override PartName="/ppt/notesSlides/notesSlide207.xml" ContentType="application/vnd.openxmlformats-officedocument.presentationml.notesSlide+xml"/>
  <Override PartName="/ppt/slides/slide208.xml" ContentType="application/vnd.openxmlformats-officedocument.presentationml.slide+xml"/>
  <Override PartName="/ppt/notesSlides/notesSlide208.xml" ContentType="application/vnd.openxmlformats-officedocument.presentationml.notesSlide+xml"/>
  <Override PartName="/ppt/slides/slide209.xml" ContentType="application/vnd.openxmlformats-officedocument.presentationml.slide+xml"/>
  <Override PartName="/ppt/notesSlides/notesSlide209.xml" ContentType="application/vnd.openxmlformats-officedocument.presentationml.notesSlide+xml"/>
  <Override PartName="/ppt/slides/slide210.xml" ContentType="application/vnd.openxmlformats-officedocument.presentationml.slide+xml"/>
  <Override PartName="/ppt/slides/charts/s12-chart1.xml" ContentType="application/vnd.openxmlformats-officedocument.drawingml.chart+xml"/>
  <Override PartName="/ppt/notesSlides/notesSlide210.xml" ContentType="application/vnd.openxmlformats-officedocument.presentationml.notesSlide+xml"/>
  <Override PartName="/ppt/slides/slide211.xml" ContentType="application/vnd.openxmlformats-officedocument.presentationml.slide+xml"/>
  <Override PartName="/ppt/notesSlides/notesSlide211.xml" ContentType="application/vnd.openxmlformats-officedocument.presentationml.notesSlide+xml"/>
  <Override PartName="/ppt/slides/slide212.xml" ContentType="application/vnd.openxmlformats-officedocument.presentationml.slide+xml"/>
  <Override PartName="/ppt/notesSlides/notesSlide212.xml" ContentType="application/vnd.openxmlformats-officedocument.presentationml.notesSlide+xml"/>
  <Override PartName="/ppt/slides/slide213.xml" ContentType="application/vnd.openxmlformats-officedocument.presentationml.slide+xml"/>
  <Override PartName="/ppt/notesSlides/notesSlide213.xml" ContentType="application/vnd.openxmlformats-officedocument.presentationml.notesSlide+xml"/>
  <Override PartName="/ppt/slides/slide214.xml" ContentType="application/vnd.openxmlformats-officedocument.presentationml.slide+xml"/>
  <Override PartName="/ppt/notesSlides/notesSlide214.xml" ContentType="application/vnd.openxmlformats-officedocument.presentationml.notesSlide+xml"/>
  <Override PartName="/docProps/s13-app.xml" ContentType="application/vnd.openxmlformats-officedocument.extended-properties+xml"/>
  <Override PartName="/ppt/theme/theme14.xml" ContentType="application/vnd.openxmlformats-officedocument.theme+xml"/>
  <Override PartName="/ppt/slideMasters/slideMaster14.xml" ContentType="application/vnd.openxmlformats-officedocument.presentationml.slideMaster+xml"/>
  <Override PartName="/ppt/slideMasters/theme/s13-theme2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notesMasters/notesMaster14.xml" ContentType="application/vnd.openxmlformats-officedocument.presentationml.notesMaster+xml"/>
  <Override PartName="/ppt/notesMasters/theme/s13-theme3.xml" ContentType="application/vnd.openxmlformats-officedocument.theme+xml"/>
  <Override PartName="/ppt/s13-presProps.xml" ContentType="application/vnd.openxmlformats-officedocument.presentationml.presProps+xml"/>
  <Override PartName="/ppt/s13-tableStyles.xml" ContentType="application/vnd.openxmlformats-officedocument.presentationml.tableStyles+xml"/>
  <Override PartName="/ppt/slides/slide215.xml" ContentType="application/vnd.openxmlformats-officedocument.presentationml.slide+xml"/>
  <Override PartName="/ppt/notesSlides/notesSlide215.xml" ContentType="application/vnd.openxmlformats-officedocument.presentationml.notesSlide+xml"/>
  <Override PartName="/ppt/slides/slide216.xml" ContentType="application/vnd.openxmlformats-officedocument.presentationml.slide+xml"/>
  <Override PartName="/ppt/notesSlides/notesSlide216.xml" ContentType="application/vnd.openxmlformats-officedocument.presentationml.notesSlide+xml"/>
  <Override PartName="/ppt/slides/slide217.xml" ContentType="application/vnd.openxmlformats-officedocument.presentationml.slide+xml"/>
  <Override PartName="/ppt/notesSlides/notesSlide217.xml" ContentType="application/vnd.openxmlformats-officedocument.presentationml.notesSlide+xml"/>
  <Override PartName="/ppt/slides/slide218.xml" ContentType="application/vnd.openxmlformats-officedocument.presentationml.slide+xml"/>
  <Override PartName="/ppt/slides/charts/s13-chart1.xml" ContentType="application/vnd.openxmlformats-officedocument.drawingml.chart+xml"/>
  <Override PartName="/ppt/notesSlides/notesSlide218.xml" ContentType="application/vnd.openxmlformats-officedocument.presentationml.notesSlide+xml"/>
  <Override PartName="/ppt/slides/slide219.xml" ContentType="application/vnd.openxmlformats-officedocument.presentationml.slide+xml"/>
  <Override PartName="/ppt/notesSlides/notesSlide219.xml" ContentType="application/vnd.openxmlformats-officedocument.presentationml.notesSlide+xml"/>
  <Override PartName="/ppt/slides/slide220.xml" ContentType="application/vnd.openxmlformats-officedocument.presentationml.slide+xml"/>
  <Override PartName="/ppt/notesSlides/notesSlide220.xml" ContentType="application/vnd.openxmlformats-officedocument.presentationml.notesSlide+xml"/>
  <Override PartName="/ppt/slides/slide221.xml" ContentType="application/vnd.openxmlformats-officedocument.presentationml.slide+xml"/>
  <Override PartName="/ppt/notesSlides/notesSlide221.xml" ContentType="application/vnd.openxmlformats-officedocument.presentationml.notesSlide+xml"/>
  <Override PartName="/ppt/slides/slide222.xml" ContentType="application/vnd.openxmlformats-officedocument.presentationml.slide+xml"/>
  <Override PartName="/ppt/notesSlides/notesSlide222.xml" ContentType="application/vnd.openxmlformats-officedocument.presentationml.notesSlide+xml"/>
  <Override PartName="/ppt/slides/slide223.xml" ContentType="application/vnd.openxmlformats-officedocument.presentationml.slide+xml"/>
  <Override PartName="/ppt/notesSlides/notesSlide223.xml" ContentType="application/vnd.openxmlformats-officedocument.presentationml.notesSlide+xml"/>
  <Override PartName="/ppt/slides/slide224.xml" ContentType="application/vnd.openxmlformats-officedocument.presentationml.slide+xml"/>
  <Override PartName="/ppt/notesSlides/notesSlide224.xml" ContentType="application/vnd.openxmlformats-officedocument.presentationml.notesSlide+xml"/>
  <Override PartName="/docProps/s14-app.xml" ContentType="application/vnd.openxmlformats-officedocument.extended-properties+xml"/>
  <Override PartName="/ppt/theme/theme15.xml" ContentType="application/vnd.openxmlformats-officedocument.theme+xml"/>
  <Override PartName="/ppt/slideMasters/slideMaster15.xml" ContentType="application/vnd.openxmlformats-officedocument.presentationml.slideMaster+xml"/>
  <Override PartName="/ppt/slideMasters/theme/s14-theme2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notesMasters/notesMaster15.xml" ContentType="application/vnd.openxmlformats-officedocument.presentationml.notesMaster+xml"/>
  <Override PartName="/ppt/notesMasters/theme/s14-theme3.xml" ContentType="application/vnd.openxmlformats-officedocument.theme+xml"/>
  <Override PartName="/ppt/s14-presProps.xml" ContentType="application/vnd.openxmlformats-officedocument.presentationml.presProps+xml"/>
  <Override PartName="/ppt/s14-tableStyles.xml" ContentType="application/vnd.openxmlformats-officedocument.presentationml.tableStyles+xml"/>
  <Override PartName="/ppt/slides/slide225.xml" ContentType="application/vnd.openxmlformats-officedocument.presentationml.slide+xml"/>
  <Override PartName="/ppt/notesSlides/notesSlide225.xml" ContentType="application/vnd.openxmlformats-officedocument.presentationml.notesSlide+xml"/>
  <Override PartName="/ppt/slides/slide226.xml" ContentType="application/vnd.openxmlformats-officedocument.presentationml.slide+xml"/>
  <Override PartName="/ppt/notesSlides/notesSlide226.xml" ContentType="application/vnd.openxmlformats-officedocument.presentationml.notesSlide+xml"/>
  <Override PartName="/ppt/slides/slide227.xml" ContentType="application/vnd.openxmlformats-officedocument.presentationml.slide+xml"/>
  <Override PartName="/ppt/notesSlides/notesSlide227.xml" ContentType="application/vnd.openxmlformats-officedocument.presentationml.notesSlide+xml"/>
  <Override PartName="/ppt/slides/slide228.xml" ContentType="application/vnd.openxmlformats-officedocument.presentationml.slide+xml"/>
  <Override PartName="/ppt/notesSlides/notesSlide228.xml" ContentType="application/vnd.openxmlformats-officedocument.presentationml.notesSlide+xml"/>
  <Override PartName="/ppt/slides/slide229.xml" ContentType="application/vnd.openxmlformats-officedocument.presentationml.slide+xml"/>
  <Override PartName="/ppt/notesSlides/notesSlide229.xml" ContentType="application/vnd.openxmlformats-officedocument.presentationml.notesSlide+xml"/>
  <Override PartName="/ppt/slides/slide230.xml" ContentType="application/vnd.openxmlformats-officedocument.presentationml.slide+xml"/>
  <Override PartName="/ppt/notesSlides/notesSlide230.xml" ContentType="application/vnd.openxmlformats-officedocument.presentationml.notesSlide+xml"/>
  <Override PartName="/ppt/slides/slide231.xml" ContentType="application/vnd.openxmlformats-officedocument.presentationml.slide+xml"/>
  <Override PartName="/ppt/notesSlides/notesSlide231.xml" ContentType="application/vnd.openxmlformats-officedocument.presentationml.notesSlide+xml"/>
  <Override PartName="/ppt/slides/slide232.xml" ContentType="application/vnd.openxmlformats-officedocument.presentationml.slide+xml"/>
  <Override PartName="/ppt/notesSlides/notesSlide232.xml" ContentType="application/vnd.openxmlformats-officedocument.presentationml.notesSlide+xml"/>
  <Override PartName="/ppt/slides/slide233.xml" ContentType="application/vnd.openxmlformats-officedocument.presentationml.slide+xml"/>
  <Override PartName="/ppt/notesSlides/notesSlide233.xml" ContentType="application/vnd.openxmlformats-officedocument.presentationml.notesSlide+xml"/>
  <Override PartName="/ppt/slides/slide234.xml" ContentType="application/vnd.openxmlformats-officedocument.presentationml.slide+xml"/>
  <Override PartName="/ppt/notesSlides/notesSlide234.xml" ContentType="application/vnd.openxmlformats-officedocument.presentationml.notesSlide+xml"/>
  <Override PartName="/ppt/slides/slide235.xml" ContentType="application/vnd.openxmlformats-officedocument.presentationml.slide+xml"/>
  <Override PartName="/ppt/notesSlides/notesSlide235.xml" ContentType="application/vnd.openxmlformats-officedocument.presentationml.notesSlide+xml"/>
  <Override PartName="/ppt/slides/slide236.xml" ContentType="application/vnd.openxmlformats-officedocument.presentationml.slide+xml"/>
  <Override PartName="/ppt/notesSlides/notesSlide236.xml" ContentType="application/vnd.openxmlformats-officedocument.presentationml.notesSlide+xml"/>
  <Override PartName="/ppt/slides/slide237.xml" ContentType="application/vnd.openxmlformats-officedocument.presentationml.slide+xml"/>
  <Override PartName="/ppt/notesSlides/notesSlide237.xml" ContentType="application/vnd.openxmlformats-officedocument.presentationml.notesSlide+xml"/>
  <Override PartName="/ppt/slides/slide238.xml" ContentType="application/vnd.openxmlformats-officedocument.presentationml.slide+xml"/>
  <Override PartName="/ppt/notesSlides/notesSlide238.xml" ContentType="application/vnd.openxmlformats-officedocument.presentationml.notesSlide+xml"/>
  <Override PartName="/ppt/slides/slide239.xml" ContentType="application/vnd.openxmlformats-officedocument.presentationml.slide+xml"/>
  <Override PartName="/ppt/notesSlides/notesSlide239.xml" ContentType="application/vnd.openxmlformats-officedocument.presentationml.notesSlide+xml"/>
  <Override PartName="/ppt/slides/slide240.xml" ContentType="application/vnd.openxmlformats-officedocument.presentationml.slide+xml"/>
  <Override PartName="/ppt/notesSlides/notesSlide240.xml" ContentType="application/vnd.openxmlformats-officedocument.presentationml.notesSlide+xml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docProps/s00-core.xml" Id="R68e6105ef8324a34"/><Relationship Type="http://schemas.openxmlformats.org/officeDocument/2006/relationships/extended-properties" Target="docProps/s00-app.xml" Id="R58fb5efab3d34882"/><Relationship Type="http://schemas.openxmlformats.org/officeDocument/2006/relationships/officeDocument" Target="ppt/presentation.xml" Id="Rdd8ac56428d446c2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2"/>
    <p:sldMasterId id="2147483649" r:id="rId10"/>
    <p:sldMasterId id="2147483650" r:id="rId24"/>
    <p:sldMasterId id="2147483651" r:id="rId44"/>
    <p:sldMasterId id="2147483652" r:id="rId64"/>
    <p:sldMasterId id="2147483653" r:id="rId80"/>
    <p:sldMasterId id="2147483654" r:id="rId106"/>
    <p:sldMasterId id="2147483655" r:id="rId124"/>
    <p:sldMasterId id="2147483656" r:id="rId148"/>
    <p:sldMasterId id="2147483657" r:id="rId166"/>
    <p:sldMasterId id="2147483658" r:id="rId190"/>
    <p:sldMasterId id="2147483659" r:id="rId218"/>
    <p:sldMasterId id="2147483660" r:id="rId232"/>
    <p:sldMasterId id="2147483661" r:id="rId244"/>
    <p:sldMasterId id="2147483662" r:id="rId256"/>
  </p:sldMasterIdLst>
  <p:notesMasterIdLst>
    <p:notesMasterId r:id="rId3"/>
    <p:notesMasterId r:id="rId11"/>
    <p:notesMasterId r:id="rId25"/>
    <p:notesMasterId r:id="rId45"/>
    <p:notesMasterId r:id="rId65"/>
    <p:notesMasterId r:id="rId81"/>
    <p:notesMasterId r:id="rId107"/>
    <p:notesMasterId r:id="rId125"/>
    <p:notesMasterId r:id="rId149"/>
    <p:notesMasterId r:id="rId167"/>
    <p:notesMasterId r:id="rId191"/>
    <p:notesMasterId r:id="rId219"/>
    <p:notesMasterId r:id="rId233"/>
    <p:notesMasterId r:id="rId245"/>
    <p:notesMasterId r:id="rId257"/>
  </p:notesMasterIdLst>
  <p:sldIdLst>
    <p:sldId id="256" r:id="rId6"/>
    <p:sldId id="257" r:id="rId7"/>
    <p:sldId id="258" r:id="rId8"/>
    <p:sldId id="259" r:id="rId9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  <p:sldId id="300" r:id="rId56"/>
    <p:sldId id="301" r:id="rId57"/>
    <p:sldId id="302" r:id="rId58"/>
    <p:sldId id="303" r:id="rId59"/>
    <p:sldId id="304" r:id="rId60"/>
    <p:sldId id="305" r:id="rId61"/>
    <p:sldId id="306" r:id="rId62"/>
    <p:sldId id="307" r:id="rId63"/>
    <p:sldId id="308" r:id="rId66"/>
    <p:sldId id="309" r:id="rId67"/>
    <p:sldId id="310" r:id="rId68"/>
    <p:sldId id="311" r:id="rId69"/>
    <p:sldId id="312" r:id="rId70"/>
    <p:sldId id="313" r:id="rId71"/>
    <p:sldId id="314" r:id="rId72"/>
    <p:sldId id="315" r:id="rId73"/>
    <p:sldId id="316" r:id="rId74"/>
    <p:sldId id="317" r:id="rId75"/>
    <p:sldId id="318" r:id="rId76"/>
    <p:sldId id="319" r:id="rId77"/>
    <p:sldId id="320" r:id="rId78"/>
    <p:sldId id="321" r:id="rId79"/>
    <p:sldId id="322" r:id="rId82"/>
    <p:sldId id="323" r:id="rId83"/>
    <p:sldId id="324" r:id="rId84"/>
    <p:sldId id="325" r:id="rId85"/>
    <p:sldId id="326" r:id="rId86"/>
    <p:sldId id="327" r:id="rId87"/>
    <p:sldId id="328" r:id="rId88"/>
    <p:sldId id="329" r:id="rId89"/>
    <p:sldId id="330" r:id="rId90"/>
    <p:sldId id="331" r:id="rId91"/>
    <p:sldId id="332" r:id="rId92"/>
    <p:sldId id="333" r:id="rId93"/>
    <p:sldId id="334" r:id="rId94"/>
    <p:sldId id="335" r:id="rId95"/>
    <p:sldId id="336" r:id="rId96"/>
    <p:sldId id="337" r:id="rId97"/>
    <p:sldId id="338" r:id="rId98"/>
    <p:sldId id="339" r:id="rId99"/>
    <p:sldId id="340" r:id="rId100"/>
    <p:sldId id="341" r:id="rId101"/>
    <p:sldId id="342" r:id="rId102"/>
    <p:sldId id="343" r:id="rId103"/>
    <p:sldId id="344" r:id="rId104"/>
    <p:sldId id="345" r:id="rId105"/>
    <p:sldId id="346" r:id="rId108"/>
    <p:sldId id="347" r:id="rId109"/>
    <p:sldId id="348" r:id="rId110"/>
    <p:sldId id="349" r:id="rId111"/>
    <p:sldId id="350" r:id="rId112"/>
    <p:sldId id="351" r:id="rId113"/>
    <p:sldId id="352" r:id="rId114"/>
    <p:sldId id="353" r:id="rId115"/>
    <p:sldId id="354" r:id="rId116"/>
    <p:sldId id="355" r:id="rId117"/>
    <p:sldId id="356" r:id="rId118"/>
    <p:sldId id="357" r:id="rId119"/>
    <p:sldId id="358" r:id="rId120"/>
    <p:sldId id="359" r:id="rId121"/>
    <p:sldId id="360" r:id="rId122"/>
    <p:sldId id="361" r:id="rId123"/>
    <p:sldId id="362" r:id="rId126"/>
    <p:sldId id="363" r:id="rId127"/>
    <p:sldId id="364" r:id="rId128"/>
    <p:sldId id="365" r:id="rId129"/>
    <p:sldId id="366" r:id="rId130"/>
    <p:sldId id="367" r:id="rId131"/>
    <p:sldId id="368" r:id="rId132"/>
    <p:sldId id="369" r:id="rId133"/>
    <p:sldId id="370" r:id="rId134"/>
    <p:sldId id="371" r:id="rId135"/>
    <p:sldId id="372" r:id="rId136"/>
    <p:sldId id="373" r:id="rId137"/>
    <p:sldId id="374" r:id="rId138"/>
    <p:sldId id="375" r:id="rId139"/>
    <p:sldId id="376" r:id="rId140"/>
    <p:sldId id="377" r:id="rId141"/>
    <p:sldId id="378" r:id="rId142"/>
    <p:sldId id="379" r:id="rId143"/>
    <p:sldId id="380" r:id="rId144"/>
    <p:sldId id="381" r:id="rId145"/>
    <p:sldId id="382" r:id="rId146"/>
    <p:sldId id="383" r:id="rId147"/>
    <p:sldId id="384" r:id="rId150"/>
    <p:sldId id="385" r:id="rId151"/>
    <p:sldId id="386" r:id="rId152"/>
    <p:sldId id="387" r:id="rId153"/>
    <p:sldId id="388" r:id="rId154"/>
    <p:sldId id="389" r:id="rId155"/>
    <p:sldId id="390" r:id="rId156"/>
    <p:sldId id="391" r:id="rId157"/>
    <p:sldId id="392" r:id="rId158"/>
    <p:sldId id="393" r:id="rId159"/>
    <p:sldId id="394" r:id="rId160"/>
    <p:sldId id="395" r:id="rId161"/>
    <p:sldId id="396" r:id="rId162"/>
    <p:sldId id="397" r:id="rId163"/>
    <p:sldId id="398" r:id="rId164"/>
    <p:sldId id="399" r:id="rId165"/>
    <p:sldId id="400" r:id="rId168"/>
    <p:sldId id="401" r:id="rId169"/>
    <p:sldId id="402" r:id="rId170"/>
    <p:sldId id="403" r:id="rId171"/>
    <p:sldId id="404" r:id="rId172"/>
    <p:sldId id="405" r:id="rId173"/>
    <p:sldId id="406" r:id="rId174"/>
    <p:sldId id="407" r:id="rId175"/>
    <p:sldId id="408" r:id="rId176"/>
    <p:sldId id="409" r:id="rId177"/>
    <p:sldId id="410" r:id="rId178"/>
    <p:sldId id="411" r:id="rId179"/>
    <p:sldId id="412" r:id="rId180"/>
    <p:sldId id="413" r:id="rId181"/>
    <p:sldId id="414" r:id="rId182"/>
    <p:sldId id="415" r:id="rId183"/>
    <p:sldId id="416" r:id="rId184"/>
    <p:sldId id="417" r:id="rId185"/>
    <p:sldId id="418" r:id="rId186"/>
    <p:sldId id="419" r:id="rId187"/>
    <p:sldId id="420" r:id="rId188"/>
    <p:sldId id="421" r:id="rId189"/>
    <p:sldId id="422" r:id="rId192"/>
    <p:sldId id="423" r:id="rId193"/>
    <p:sldId id="424" r:id="rId194"/>
    <p:sldId id="425" r:id="rId195"/>
    <p:sldId id="426" r:id="rId196"/>
    <p:sldId id="427" r:id="rId197"/>
    <p:sldId id="428" r:id="rId198"/>
    <p:sldId id="429" r:id="rId199"/>
    <p:sldId id="430" r:id="rId200"/>
    <p:sldId id="431" r:id="rId201"/>
    <p:sldId id="432" r:id="rId202"/>
    <p:sldId id="433" r:id="rId203"/>
    <p:sldId id="434" r:id="rId204"/>
    <p:sldId id="435" r:id="rId205"/>
    <p:sldId id="436" r:id="rId206"/>
    <p:sldId id="437" r:id="rId207"/>
    <p:sldId id="438" r:id="rId208"/>
    <p:sldId id="439" r:id="rId209"/>
    <p:sldId id="440" r:id="rId210"/>
    <p:sldId id="441" r:id="rId211"/>
    <p:sldId id="442" r:id="rId212"/>
    <p:sldId id="443" r:id="rId213"/>
    <p:sldId id="444" r:id="rId214"/>
    <p:sldId id="445" r:id="rId215"/>
    <p:sldId id="446" r:id="rId216"/>
    <p:sldId id="447" r:id="rId217"/>
    <p:sldId id="448" r:id="rId220"/>
    <p:sldId id="449" r:id="rId221"/>
    <p:sldId id="450" r:id="rId222"/>
    <p:sldId id="451" r:id="rId223"/>
    <p:sldId id="452" r:id="rId224"/>
    <p:sldId id="453" r:id="rId225"/>
    <p:sldId id="454" r:id="rId226"/>
    <p:sldId id="455" r:id="rId227"/>
    <p:sldId id="456" r:id="rId228"/>
    <p:sldId id="457" r:id="rId229"/>
    <p:sldId id="458" r:id="rId230"/>
    <p:sldId id="459" r:id="rId231"/>
    <p:sldId id="460" r:id="rId234"/>
    <p:sldId id="461" r:id="rId235"/>
    <p:sldId id="462" r:id="rId236"/>
    <p:sldId id="463" r:id="rId237"/>
    <p:sldId id="464" r:id="rId238"/>
    <p:sldId id="465" r:id="rId239"/>
    <p:sldId id="466" r:id="rId240"/>
    <p:sldId id="467" r:id="rId241"/>
    <p:sldId id="468" r:id="rId242"/>
    <p:sldId id="469" r:id="rId243"/>
    <p:sldId id="470" r:id="rId246"/>
    <p:sldId id="471" r:id="rId247"/>
    <p:sldId id="472" r:id="rId248"/>
    <p:sldId id="473" r:id="rId249"/>
    <p:sldId id="474" r:id="rId250"/>
    <p:sldId id="475" r:id="rId251"/>
    <p:sldId id="476" r:id="rId252"/>
    <p:sldId id="477" r:id="rId253"/>
    <p:sldId id="478" r:id="rId254"/>
    <p:sldId id="479" r:id="rId255"/>
    <p:sldId id="480" r:id="rId258"/>
    <p:sldId id="481" r:id="rId259"/>
    <p:sldId id="482" r:id="rId260"/>
    <p:sldId id="483" r:id="rId261"/>
    <p:sldId id="484" r:id="rId262"/>
    <p:sldId id="485" r:id="rId263"/>
    <p:sldId id="486" r:id="rId264"/>
    <p:sldId id="487" r:id="rId265"/>
    <p:sldId id="488" r:id="rId266"/>
    <p:sldId id="489" r:id="rId267"/>
    <p:sldId id="490" r:id="rId268"/>
    <p:sldId id="491" r:id="rId269"/>
    <p:sldId id="492" r:id="rId270"/>
    <p:sldId id="493" r:id="rId271"/>
    <p:sldId id="494" r:id="rId272"/>
    <p:sldId id="495" r:id="rId273"/>
  </p:sldIdLst>
  <p:sldSz cx="15240000" cy="8572500"/>
  <p:notesSz cx="6858000" cy="9144000"/>
</p:presentation>
</file>

<file path=ppt/s00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00-tableStyles.xml><?xml version="1.0" encoding="utf-8"?>
<a:tblStyleLst xmlns:a="http://schemas.openxmlformats.org/drawingml/2006/main" def="{5C22544A-7EE6-4342-B048-85BDC9FD1C3A}"/>
</file>

<file path=ppt/s01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01-tableStyles.xml><?xml version="1.0" encoding="utf-8"?>
<a:tblStyleLst xmlns:a="http://schemas.openxmlformats.org/drawingml/2006/main" def="{5C22544A-7EE6-4342-B048-85BDC9FD1C3A}"/>
</file>

<file path=ppt/s02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02-tableStyles.xml><?xml version="1.0" encoding="utf-8"?>
<a:tblStyleLst xmlns:a="http://schemas.openxmlformats.org/drawingml/2006/main" def="{5C22544A-7EE6-4342-B048-85BDC9FD1C3A}"/>
</file>

<file path=ppt/s03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03-tableStyles.xml><?xml version="1.0" encoding="utf-8"?>
<a:tblStyleLst xmlns:a="http://schemas.openxmlformats.org/drawingml/2006/main" def="{5C22544A-7EE6-4342-B048-85BDC9FD1C3A}"/>
</file>

<file path=ppt/s04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04-tableStyles.xml><?xml version="1.0" encoding="utf-8"?>
<a:tblStyleLst xmlns:a="http://schemas.openxmlformats.org/drawingml/2006/main" def="{5C22544A-7EE6-4342-B048-85BDC9FD1C3A}"/>
</file>

<file path=ppt/s05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05-tableStyles.xml><?xml version="1.0" encoding="utf-8"?>
<a:tblStyleLst xmlns:a="http://schemas.openxmlformats.org/drawingml/2006/main" def="{5C22544A-7EE6-4342-B048-85BDC9FD1C3A}"/>
</file>

<file path=ppt/s06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06-tableStyles.xml><?xml version="1.0" encoding="utf-8"?>
<a:tblStyleLst xmlns:a="http://schemas.openxmlformats.org/drawingml/2006/main" def="{5C22544A-7EE6-4342-B048-85BDC9FD1C3A}"/>
</file>

<file path=ppt/s07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07-tableStyles.xml><?xml version="1.0" encoding="utf-8"?>
<a:tblStyleLst xmlns:a="http://schemas.openxmlformats.org/drawingml/2006/main" def="{5C22544A-7EE6-4342-B048-85BDC9FD1C3A}"/>
</file>

<file path=ppt/s08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08-tableStyles.xml><?xml version="1.0" encoding="utf-8"?>
<a:tblStyleLst xmlns:a="http://schemas.openxmlformats.org/drawingml/2006/main" def="{5C22544A-7EE6-4342-B048-85BDC9FD1C3A}"/>
</file>

<file path=ppt/s09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09-tableStyles.xml><?xml version="1.0" encoding="utf-8"?>
<a:tblStyleLst xmlns:a="http://schemas.openxmlformats.org/drawingml/2006/main" def="{5C22544A-7EE6-4342-B048-85BDC9FD1C3A}"/>
</file>

<file path=ppt/s10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10-tableStyles.xml><?xml version="1.0" encoding="utf-8"?>
<a:tblStyleLst xmlns:a="http://schemas.openxmlformats.org/drawingml/2006/main" def="{5C22544A-7EE6-4342-B048-85BDC9FD1C3A}"/>
</file>

<file path=ppt/s11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11-tableStyles.xml><?xml version="1.0" encoding="utf-8"?>
<a:tblStyleLst xmlns:a="http://schemas.openxmlformats.org/drawingml/2006/main" def="{5C22544A-7EE6-4342-B048-85BDC9FD1C3A}"/>
</file>

<file path=ppt/s12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12-tableStyles.xml><?xml version="1.0" encoding="utf-8"?>
<a:tblStyleLst xmlns:a="http://schemas.openxmlformats.org/drawingml/2006/main" def="{5C22544A-7EE6-4342-B048-85BDC9FD1C3A}"/>
</file>

<file path=ppt/s13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13-tableStyles.xml><?xml version="1.0" encoding="utf-8"?>
<a:tblStyleLst xmlns:a="http://schemas.openxmlformats.org/drawingml/2006/main" def="{5C22544A-7EE6-4342-B048-85BDC9FD1C3A}"/>
</file>

<file path=ppt/s14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14-tableStyles.xml><?xml version="1.0" encoding="utf-8"?>
<a:tblStyleLst xmlns:a="http://schemas.openxmlformats.org/drawingml/2006/main" def="{5C22544A-7EE6-4342-B048-85BDC9FD1C3A}"/>
</file>

<file path=ppt/_rels/presentation.xml.rels><Relationships xmlns="http://schemas.openxmlformats.org/package/2006/relationships"><Relationship Type="http://schemas.openxmlformats.org/officeDocument/2006/relationships/theme" Target="theme/theme1.xml" Id="rId1"/><Relationship Type="http://schemas.openxmlformats.org/officeDocument/2006/relationships/slideMaster" Target="slideMasters/slideMaster1.xml" Id="rId2"/><Relationship Type="http://schemas.openxmlformats.org/officeDocument/2006/relationships/notesMaster" Target="notesMasters/notesMaster1.xml" Id="rId3"/><Relationship Type="http://schemas.openxmlformats.org/officeDocument/2006/relationships/presProps" Target="s00-presProps.xml" Id="rId4"/><Relationship Type="http://schemas.openxmlformats.org/officeDocument/2006/relationships/tableStyles" Target="s00-tableStyles.xml" Id="rId5"/><Relationship Type="http://schemas.openxmlformats.org/officeDocument/2006/relationships/slide" Target="slides/slide1.xml" Id="rId6"/><Relationship Type="http://schemas.openxmlformats.org/officeDocument/2006/relationships/slide" Target="slides/slide2.xml" Id="rId7"/><Relationship Type="http://schemas.openxmlformats.org/officeDocument/2006/relationships/slide" Target="slides/slide3.xml" Id="rId8"/><Relationship Type="http://schemas.openxmlformats.org/officeDocument/2006/relationships/slide" Target="slides/slide4.xml" Id="rId9"/><Relationship Type="http://schemas.openxmlformats.org/officeDocument/2006/relationships/slideMaster" Target="slideMasters/slideMaster2.xml" Id="rId10"/><Relationship Type="http://schemas.openxmlformats.org/officeDocument/2006/relationships/notesMaster" Target="notesMasters/notesMaster2.xml" Id="rId11"/><Relationship Type="http://schemas.openxmlformats.org/officeDocument/2006/relationships/slide" Target="slides/slide5.xml" Id="rId12"/><Relationship Type="http://schemas.openxmlformats.org/officeDocument/2006/relationships/slide" Target="slides/slide6.xml" Id="rId13"/><Relationship Type="http://schemas.openxmlformats.org/officeDocument/2006/relationships/slide" Target="slides/slide7.xml" Id="rId14"/><Relationship Type="http://schemas.openxmlformats.org/officeDocument/2006/relationships/slide" Target="slides/slide8.xml" Id="rId15"/><Relationship Type="http://schemas.openxmlformats.org/officeDocument/2006/relationships/slide" Target="slides/slide9.xml" Id="rId16"/><Relationship Type="http://schemas.openxmlformats.org/officeDocument/2006/relationships/slide" Target="slides/slide10.xml" Id="rId17"/><Relationship Type="http://schemas.openxmlformats.org/officeDocument/2006/relationships/slide" Target="slides/slide11.xml" Id="rId18"/><Relationship Type="http://schemas.openxmlformats.org/officeDocument/2006/relationships/slide" Target="slides/slide12.xml" Id="rId19"/><Relationship Type="http://schemas.openxmlformats.org/officeDocument/2006/relationships/slide" Target="slides/slide13.xml" Id="rId20"/><Relationship Type="http://schemas.openxmlformats.org/officeDocument/2006/relationships/slide" Target="slides/slide14.xml" Id="rId21"/><Relationship Type="http://schemas.openxmlformats.org/officeDocument/2006/relationships/slide" Target="slides/slide15.xml" Id="rId22"/><Relationship Type="http://schemas.openxmlformats.org/officeDocument/2006/relationships/slide" Target="slides/slide16.xml" Id="rId23"/><Relationship Type="http://schemas.openxmlformats.org/officeDocument/2006/relationships/slideMaster" Target="slideMasters/slideMaster3.xml" Id="rId24"/><Relationship Type="http://schemas.openxmlformats.org/officeDocument/2006/relationships/notesMaster" Target="notesMasters/notesMaster3.xml" Id="rId25"/><Relationship Type="http://schemas.openxmlformats.org/officeDocument/2006/relationships/slide" Target="slides/slide17.xml" Id="rId26"/><Relationship Type="http://schemas.openxmlformats.org/officeDocument/2006/relationships/slide" Target="slides/slide18.xml" Id="rId27"/><Relationship Type="http://schemas.openxmlformats.org/officeDocument/2006/relationships/slide" Target="slides/slide19.xml" Id="rId28"/><Relationship Type="http://schemas.openxmlformats.org/officeDocument/2006/relationships/slide" Target="slides/slide20.xml" Id="rId29"/><Relationship Type="http://schemas.openxmlformats.org/officeDocument/2006/relationships/slide" Target="slides/slide21.xml" Id="rId30"/><Relationship Type="http://schemas.openxmlformats.org/officeDocument/2006/relationships/slide" Target="slides/slide22.xml" Id="rId31"/><Relationship Type="http://schemas.openxmlformats.org/officeDocument/2006/relationships/slide" Target="slides/slide23.xml" Id="rId32"/><Relationship Type="http://schemas.openxmlformats.org/officeDocument/2006/relationships/slide" Target="slides/slide24.xml" Id="rId33"/><Relationship Type="http://schemas.openxmlformats.org/officeDocument/2006/relationships/slide" Target="slides/slide25.xml" Id="rId34"/><Relationship Type="http://schemas.openxmlformats.org/officeDocument/2006/relationships/slide" Target="slides/slide26.xml" Id="rId35"/><Relationship Type="http://schemas.openxmlformats.org/officeDocument/2006/relationships/slide" Target="slides/slide27.xml" Id="rId36"/><Relationship Type="http://schemas.openxmlformats.org/officeDocument/2006/relationships/slide" Target="slides/slide28.xml" Id="rId37"/><Relationship Type="http://schemas.openxmlformats.org/officeDocument/2006/relationships/slide" Target="slides/slide29.xml" Id="rId38"/><Relationship Type="http://schemas.openxmlformats.org/officeDocument/2006/relationships/slide" Target="slides/slide30.xml" Id="rId39"/><Relationship Type="http://schemas.openxmlformats.org/officeDocument/2006/relationships/slide" Target="slides/slide31.xml" Id="rId40"/><Relationship Type="http://schemas.openxmlformats.org/officeDocument/2006/relationships/slide" Target="slides/slide32.xml" Id="rId41"/><Relationship Type="http://schemas.openxmlformats.org/officeDocument/2006/relationships/slide" Target="slides/slide33.xml" Id="rId42"/><Relationship Type="http://schemas.openxmlformats.org/officeDocument/2006/relationships/slide" Target="slides/slide34.xml" Id="rId43"/><Relationship Type="http://schemas.openxmlformats.org/officeDocument/2006/relationships/slideMaster" Target="slideMasters/slideMaster4.xml" Id="rId44"/><Relationship Type="http://schemas.openxmlformats.org/officeDocument/2006/relationships/notesMaster" Target="notesMasters/notesMaster4.xml" Id="rId45"/><Relationship Type="http://schemas.openxmlformats.org/officeDocument/2006/relationships/slide" Target="slides/slide35.xml" Id="rId46"/><Relationship Type="http://schemas.openxmlformats.org/officeDocument/2006/relationships/slide" Target="slides/slide36.xml" Id="rId47"/><Relationship Type="http://schemas.openxmlformats.org/officeDocument/2006/relationships/slide" Target="slides/slide37.xml" Id="rId48"/><Relationship Type="http://schemas.openxmlformats.org/officeDocument/2006/relationships/slide" Target="slides/slide38.xml" Id="rId49"/><Relationship Type="http://schemas.openxmlformats.org/officeDocument/2006/relationships/slide" Target="slides/slide39.xml" Id="rId50"/><Relationship Type="http://schemas.openxmlformats.org/officeDocument/2006/relationships/slide" Target="slides/slide40.xml" Id="rId51"/><Relationship Type="http://schemas.openxmlformats.org/officeDocument/2006/relationships/slide" Target="slides/slide41.xml" Id="rId52"/><Relationship Type="http://schemas.openxmlformats.org/officeDocument/2006/relationships/slide" Target="slides/slide42.xml" Id="rId53"/><Relationship Type="http://schemas.openxmlformats.org/officeDocument/2006/relationships/slide" Target="slides/slide43.xml" Id="rId54"/><Relationship Type="http://schemas.openxmlformats.org/officeDocument/2006/relationships/slide" Target="slides/slide44.xml" Id="rId55"/><Relationship Type="http://schemas.openxmlformats.org/officeDocument/2006/relationships/slide" Target="slides/slide45.xml" Id="rId56"/><Relationship Type="http://schemas.openxmlformats.org/officeDocument/2006/relationships/slide" Target="slides/slide46.xml" Id="rId57"/><Relationship Type="http://schemas.openxmlformats.org/officeDocument/2006/relationships/slide" Target="slides/slide47.xml" Id="rId58"/><Relationship Type="http://schemas.openxmlformats.org/officeDocument/2006/relationships/slide" Target="slides/slide48.xml" Id="rId59"/><Relationship Type="http://schemas.openxmlformats.org/officeDocument/2006/relationships/slide" Target="slides/slide49.xml" Id="rId60"/><Relationship Type="http://schemas.openxmlformats.org/officeDocument/2006/relationships/slide" Target="slides/slide50.xml" Id="rId61"/><Relationship Type="http://schemas.openxmlformats.org/officeDocument/2006/relationships/slide" Target="slides/slide51.xml" Id="rId62"/><Relationship Type="http://schemas.openxmlformats.org/officeDocument/2006/relationships/slide" Target="slides/slide52.xml" Id="rId63"/><Relationship Type="http://schemas.openxmlformats.org/officeDocument/2006/relationships/slideMaster" Target="slideMasters/slideMaster5.xml" Id="rId64"/><Relationship Type="http://schemas.openxmlformats.org/officeDocument/2006/relationships/notesMaster" Target="notesMasters/notesMaster5.xml" Id="rId65"/><Relationship Type="http://schemas.openxmlformats.org/officeDocument/2006/relationships/slide" Target="slides/slide53.xml" Id="rId66"/><Relationship Type="http://schemas.openxmlformats.org/officeDocument/2006/relationships/slide" Target="slides/slide54.xml" Id="rId67"/><Relationship Type="http://schemas.openxmlformats.org/officeDocument/2006/relationships/slide" Target="slides/slide55.xml" Id="rId68"/><Relationship Type="http://schemas.openxmlformats.org/officeDocument/2006/relationships/slide" Target="slides/slide56.xml" Id="rId69"/><Relationship Type="http://schemas.openxmlformats.org/officeDocument/2006/relationships/slide" Target="slides/slide57.xml" Id="rId70"/><Relationship Type="http://schemas.openxmlformats.org/officeDocument/2006/relationships/slide" Target="slides/slide58.xml" Id="rId71"/><Relationship Type="http://schemas.openxmlformats.org/officeDocument/2006/relationships/slide" Target="slides/slide59.xml" Id="rId72"/><Relationship Type="http://schemas.openxmlformats.org/officeDocument/2006/relationships/slide" Target="slides/slide60.xml" Id="rId73"/><Relationship Type="http://schemas.openxmlformats.org/officeDocument/2006/relationships/slide" Target="slides/slide61.xml" Id="rId74"/><Relationship Type="http://schemas.openxmlformats.org/officeDocument/2006/relationships/slide" Target="slides/slide62.xml" Id="rId75"/><Relationship Type="http://schemas.openxmlformats.org/officeDocument/2006/relationships/slide" Target="slides/slide63.xml" Id="rId76"/><Relationship Type="http://schemas.openxmlformats.org/officeDocument/2006/relationships/slide" Target="slides/slide64.xml" Id="rId77"/><Relationship Type="http://schemas.openxmlformats.org/officeDocument/2006/relationships/slide" Target="slides/slide65.xml" Id="rId78"/><Relationship Type="http://schemas.openxmlformats.org/officeDocument/2006/relationships/slide" Target="slides/slide66.xml" Id="rId79"/><Relationship Type="http://schemas.openxmlformats.org/officeDocument/2006/relationships/slideMaster" Target="slideMasters/slideMaster6.xml" Id="rId80"/><Relationship Type="http://schemas.openxmlformats.org/officeDocument/2006/relationships/notesMaster" Target="notesMasters/notesMaster6.xml" Id="rId81"/><Relationship Type="http://schemas.openxmlformats.org/officeDocument/2006/relationships/slide" Target="slides/slide67.xml" Id="rId82"/><Relationship Type="http://schemas.openxmlformats.org/officeDocument/2006/relationships/slide" Target="slides/slide68.xml" Id="rId83"/><Relationship Type="http://schemas.openxmlformats.org/officeDocument/2006/relationships/slide" Target="slides/slide69.xml" Id="rId84"/><Relationship Type="http://schemas.openxmlformats.org/officeDocument/2006/relationships/slide" Target="slides/slide70.xml" Id="rId85"/><Relationship Type="http://schemas.openxmlformats.org/officeDocument/2006/relationships/slide" Target="slides/slide71.xml" Id="rId86"/><Relationship Type="http://schemas.openxmlformats.org/officeDocument/2006/relationships/slide" Target="slides/slide72.xml" Id="rId87"/><Relationship Type="http://schemas.openxmlformats.org/officeDocument/2006/relationships/slide" Target="slides/slide73.xml" Id="rId88"/><Relationship Type="http://schemas.openxmlformats.org/officeDocument/2006/relationships/slide" Target="slides/slide74.xml" Id="rId89"/><Relationship Type="http://schemas.openxmlformats.org/officeDocument/2006/relationships/slide" Target="slides/slide75.xml" Id="rId90"/><Relationship Type="http://schemas.openxmlformats.org/officeDocument/2006/relationships/slide" Target="slides/slide76.xml" Id="rId91"/><Relationship Type="http://schemas.openxmlformats.org/officeDocument/2006/relationships/slide" Target="slides/slide77.xml" Id="rId92"/><Relationship Type="http://schemas.openxmlformats.org/officeDocument/2006/relationships/slide" Target="slides/slide78.xml" Id="rId93"/><Relationship Type="http://schemas.openxmlformats.org/officeDocument/2006/relationships/slide" Target="slides/slide79.xml" Id="rId94"/><Relationship Type="http://schemas.openxmlformats.org/officeDocument/2006/relationships/slide" Target="slides/slide80.xml" Id="rId95"/><Relationship Type="http://schemas.openxmlformats.org/officeDocument/2006/relationships/slide" Target="slides/slide81.xml" Id="rId96"/><Relationship Type="http://schemas.openxmlformats.org/officeDocument/2006/relationships/slide" Target="slides/slide82.xml" Id="rId97"/><Relationship Type="http://schemas.openxmlformats.org/officeDocument/2006/relationships/slide" Target="slides/slide83.xml" Id="rId98"/><Relationship Type="http://schemas.openxmlformats.org/officeDocument/2006/relationships/slide" Target="slides/slide84.xml" Id="rId99"/><Relationship Type="http://schemas.openxmlformats.org/officeDocument/2006/relationships/slide" Target="slides/slide85.xml" Id="rId100"/><Relationship Type="http://schemas.openxmlformats.org/officeDocument/2006/relationships/slide" Target="slides/slide86.xml" Id="rId101"/><Relationship Type="http://schemas.openxmlformats.org/officeDocument/2006/relationships/slide" Target="slides/slide87.xml" Id="rId102"/><Relationship Type="http://schemas.openxmlformats.org/officeDocument/2006/relationships/slide" Target="slides/slide88.xml" Id="rId103"/><Relationship Type="http://schemas.openxmlformats.org/officeDocument/2006/relationships/slide" Target="slides/slide89.xml" Id="rId104"/><Relationship Type="http://schemas.openxmlformats.org/officeDocument/2006/relationships/slide" Target="slides/slide90.xml" Id="rId105"/><Relationship Type="http://schemas.openxmlformats.org/officeDocument/2006/relationships/slideMaster" Target="slideMasters/slideMaster7.xml" Id="rId106"/><Relationship Type="http://schemas.openxmlformats.org/officeDocument/2006/relationships/notesMaster" Target="notesMasters/notesMaster7.xml" Id="rId107"/><Relationship Type="http://schemas.openxmlformats.org/officeDocument/2006/relationships/slide" Target="slides/slide91.xml" Id="rId108"/><Relationship Type="http://schemas.openxmlformats.org/officeDocument/2006/relationships/slide" Target="slides/slide92.xml" Id="rId109"/><Relationship Type="http://schemas.openxmlformats.org/officeDocument/2006/relationships/slide" Target="slides/slide93.xml" Id="rId110"/><Relationship Type="http://schemas.openxmlformats.org/officeDocument/2006/relationships/slide" Target="slides/slide94.xml" Id="rId111"/><Relationship Type="http://schemas.openxmlformats.org/officeDocument/2006/relationships/slide" Target="slides/slide95.xml" Id="rId112"/><Relationship Type="http://schemas.openxmlformats.org/officeDocument/2006/relationships/slide" Target="slides/slide96.xml" Id="rId113"/><Relationship Type="http://schemas.openxmlformats.org/officeDocument/2006/relationships/slide" Target="slides/slide97.xml" Id="rId114"/><Relationship Type="http://schemas.openxmlformats.org/officeDocument/2006/relationships/slide" Target="slides/slide98.xml" Id="rId115"/><Relationship Type="http://schemas.openxmlformats.org/officeDocument/2006/relationships/slide" Target="slides/slide99.xml" Id="rId116"/><Relationship Type="http://schemas.openxmlformats.org/officeDocument/2006/relationships/slide" Target="slides/slide100.xml" Id="rId117"/><Relationship Type="http://schemas.openxmlformats.org/officeDocument/2006/relationships/slide" Target="slides/slide101.xml" Id="rId118"/><Relationship Type="http://schemas.openxmlformats.org/officeDocument/2006/relationships/slide" Target="slides/slide102.xml" Id="rId119"/><Relationship Type="http://schemas.openxmlformats.org/officeDocument/2006/relationships/slide" Target="slides/slide103.xml" Id="rId120"/><Relationship Type="http://schemas.openxmlformats.org/officeDocument/2006/relationships/slide" Target="slides/slide104.xml" Id="rId121"/><Relationship Type="http://schemas.openxmlformats.org/officeDocument/2006/relationships/slide" Target="slides/slide105.xml" Id="rId122"/><Relationship Type="http://schemas.openxmlformats.org/officeDocument/2006/relationships/slide" Target="slides/slide106.xml" Id="rId123"/><Relationship Type="http://schemas.openxmlformats.org/officeDocument/2006/relationships/slideMaster" Target="slideMasters/slideMaster8.xml" Id="rId124"/><Relationship Type="http://schemas.openxmlformats.org/officeDocument/2006/relationships/notesMaster" Target="notesMasters/notesMaster8.xml" Id="rId125"/><Relationship Type="http://schemas.openxmlformats.org/officeDocument/2006/relationships/slide" Target="slides/slide107.xml" Id="rId126"/><Relationship Type="http://schemas.openxmlformats.org/officeDocument/2006/relationships/slide" Target="slides/slide108.xml" Id="rId127"/><Relationship Type="http://schemas.openxmlformats.org/officeDocument/2006/relationships/slide" Target="slides/slide109.xml" Id="rId128"/><Relationship Type="http://schemas.openxmlformats.org/officeDocument/2006/relationships/slide" Target="slides/slide110.xml" Id="rId129"/><Relationship Type="http://schemas.openxmlformats.org/officeDocument/2006/relationships/slide" Target="slides/slide111.xml" Id="rId130"/><Relationship Type="http://schemas.openxmlformats.org/officeDocument/2006/relationships/slide" Target="slides/slide112.xml" Id="rId131"/><Relationship Type="http://schemas.openxmlformats.org/officeDocument/2006/relationships/slide" Target="slides/slide113.xml" Id="rId132"/><Relationship Type="http://schemas.openxmlformats.org/officeDocument/2006/relationships/slide" Target="slides/slide114.xml" Id="rId133"/><Relationship Type="http://schemas.openxmlformats.org/officeDocument/2006/relationships/slide" Target="slides/slide115.xml" Id="rId134"/><Relationship Type="http://schemas.openxmlformats.org/officeDocument/2006/relationships/slide" Target="slides/slide116.xml" Id="rId135"/><Relationship Type="http://schemas.openxmlformats.org/officeDocument/2006/relationships/slide" Target="slides/slide117.xml" Id="rId136"/><Relationship Type="http://schemas.openxmlformats.org/officeDocument/2006/relationships/slide" Target="slides/slide118.xml" Id="rId137"/><Relationship Type="http://schemas.openxmlformats.org/officeDocument/2006/relationships/slide" Target="slides/slide119.xml" Id="rId138"/><Relationship Type="http://schemas.openxmlformats.org/officeDocument/2006/relationships/slide" Target="slides/slide120.xml" Id="rId139"/><Relationship Type="http://schemas.openxmlformats.org/officeDocument/2006/relationships/slide" Target="slides/slide121.xml" Id="rId140"/><Relationship Type="http://schemas.openxmlformats.org/officeDocument/2006/relationships/slide" Target="slides/slide122.xml" Id="rId141"/><Relationship Type="http://schemas.openxmlformats.org/officeDocument/2006/relationships/slide" Target="slides/slide123.xml" Id="rId142"/><Relationship Type="http://schemas.openxmlformats.org/officeDocument/2006/relationships/slide" Target="slides/slide124.xml" Id="rId143"/><Relationship Type="http://schemas.openxmlformats.org/officeDocument/2006/relationships/slide" Target="slides/slide125.xml" Id="rId144"/><Relationship Type="http://schemas.openxmlformats.org/officeDocument/2006/relationships/slide" Target="slides/slide126.xml" Id="rId145"/><Relationship Type="http://schemas.openxmlformats.org/officeDocument/2006/relationships/slide" Target="slides/slide127.xml" Id="rId146"/><Relationship Type="http://schemas.openxmlformats.org/officeDocument/2006/relationships/slide" Target="slides/slide128.xml" Id="rId147"/><Relationship Type="http://schemas.openxmlformats.org/officeDocument/2006/relationships/slideMaster" Target="slideMasters/slideMaster9.xml" Id="rId148"/><Relationship Type="http://schemas.openxmlformats.org/officeDocument/2006/relationships/notesMaster" Target="notesMasters/notesMaster9.xml" Id="rId149"/><Relationship Type="http://schemas.openxmlformats.org/officeDocument/2006/relationships/slide" Target="slides/slide129.xml" Id="rId150"/><Relationship Type="http://schemas.openxmlformats.org/officeDocument/2006/relationships/slide" Target="slides/slide130.xml" Id="rId151"/><Relationship Type="http://schemas.openxmlformats.org/officeDocument/2006/relationships/slide" Target="slides/slide131.xml" Id="rId152"/><Relationship Type="http://schemas.openxmlformats.org/officeDocument/2006/relationships/slide" Target="slides/slide132.xml" Id="rId153"/><Relationship Type="http://schemas.openxmlformats.org/officeDocument/2006/relationships/slide" Target="slides/slide133.xml" Id="rId154"/><Relationship Type="http://schemas.openxmlformats.org/officeDocument/2006/relationships/slide" Target="slides/slide134.xml" Id="rId155"/><Relationship Type="http://schemas.openxmlformats.org/officeDocument/2006/relationships/slide" Target="slides/slide135.xml" Id="rId156"/><Relationship Type="http://schemas.openxmlformats.org/officeDocument/2006/relationships/slide" Target="slides/slide136.xml" Id="rId157"/><Relationship Type="http://schemas.openxmlformats.org/officeDocument/2006/relationships/slide" Target="slides/slide137.xml" Id="rId158"/><Relationship Type="http://schemas.openxmlformats.org/officeDocument/2006/relationships/slide" Target="slides/slide138.xml" Id="rId159"/><Relationship Type="http://schemas.openxmlformats.org/officeDocument/2006/relationships/slide" Target="slides/slide139.xml" Id="rId160"/><Relationship Type="http://schemas.openxmlformats.org/officeDocument/2006/relationships/slide" Target="slides/slide140.xml" Id="rId161"/><Relationship Type="http://schemas.openxmlformats.org/officeDocument/2006/relationships/slide" Target="slides/slide141.xml" Id="rId162"/><Relationship Type="http://schemas.openxmlformats.org/officeDocument/2006/relationships/slide" Target="slides/slide142.xml" Id="rId163"/><Relationship Type="http://schemas.openxmlformats.org/officeDocument/2006/relationships/slide" Target="slides/slide143.xml" Id="rId164"/><Relationship Type="http://schemas.openxmlformats.org/officeDocument/2006/relationships/slide" Target="slides/slide144.xml" Id="rId165"/><Relationship Type="http://schemas.openxmlformats.org/officeDocument/2006/relationships/slideMaster" Target="slideMasters/slideMaster10.xml" Id="rId166"/><Relationship Type="http://schemas.openxmlformats.org/officeDocument/2006/relationships/notesMaster" Target="notesMasters/notesMaster10.xml" Id="rId167"/><Relationship Type="http://schemas.openxmlformats.org/officeDocument/2006/relationships/slide" Target="slides/slide145.xml" Id="rId168"/><Relationship Type="http://schemas.openxmlformats.org/officeDocument/2006/relationships/slide" Target="slides/slide146.xml" Id="rId169"/><Relationship Type="http://schemas.openxmlformats.org/officeDocument/2006/relationships/slide" Target="slides/slide147.xml" Id="rId170"/><Relationship Type="http://schemas.openxmlformats.org/officeDocument/2006/relationships/slide" Target="slides/slide148.xml" Id="rId171"/><Relationship Type="http://schemas.openxmlformats.org/officeDocument/2006/relationships/slide" Target="slides/slide149.xml" Id="rId172"/><Relationship Type="http://schemas.openxmlformats.org/officeDocument/2006/relationships/slide" Target="slides/slide150.xml" Id="rId173"/><Relationship Type="http://schemas.openxmlformats.org/officeDocument/2006/relationships/slide" Target="slides/slide151.xml" Id="rId174"/><Relationship Type="http://schemas.openxmlformats.org/officeDocument/2006/relationships/slide" Target="slides/slide152.xml" Id="rId175"/><Relationship Type="http://schemas.openxmlformats.org/officeDocument/2006/relationships/slide" Target="slides/slide153.xml" Id="rId176"/><Relationship Type="http://schemas.openxmlformats.org/officeDocument/2006/relationships/slide" Target="slides/slide154.xml" Id="rId177"/><Relationship Type="http://schemas.openxmlformats.org/officeDocument/2006/relationships/slide" Target="slides/slide155.xml" Id="rId178"/><Relationship Type="http://schemas.openxmlformats.org/officeDocument/2006/relationships/slide" Target="slides/slide156.xml" Id="rId179"/><Relationship Type="http://schemas.openxmlformats.org/officeDocument/2006/relationships/slide" Target="slides/slide157.xml" Id="rId180"/><Relationship Type="http://schemas.openxmlformats.org/officeDocument/2006/relationships/slide" Target="slides/slide158.xml" Id="rId181"/><Relationship Type="http://schemas.openxmlformats.org/officeDocument/2006/relationships/slide" Target="slides/slide159.xml" Id="rId182"/><Relationship Type="http://schemas.openxmlformats.org/officeDocument/2006/relationships/slide" Target="slides/slide160.xml" Id="rId183"/><Relationship Type="http://schemas.openxmlformats.org/officeDocument/2006/relationships/slide" Target="slides/slide161.xml" Id="rId184"/><Relationship Type="http://schemas.openxmlformats.org/officeDocument/2006/relationships/slide" Target="slides/slide162.xml" Id="rId185"/><Relationship Type="http://schemas.openxmlformats.org/officeDocument/2006/relationships/slide" Target="slides/slide163.xml" Id="rId186"/><Relationship Type="http://schemas.openxmlformats.org/officeDocument/2006/relationships/slide" Target="slides/slide164.xml" Id="rId187"/><Relationship Type="http://schemas.openxmlformats.org/officeDocument/2006/relationships/slide" Target="slides/slide165.xml" Id="rId188"/><Relationship Type="http://schemas.openxmlformats.org/officeDocument/2006/relationships/slide" Target="slides/slide166.xml" Id="rId189"/><Relationship Type="http://schemas.openxmlformats.org/officeDocument/2006/relationships/slideMaster" Target="slideMasters/slideMaster11.xml" Id="rId190"/><Relationship Type="http://schemas.openxmlformats.org/officeDocument/2006/relationships/notesMaster" Target="notesMasters/notesMaster11.xml" Id="rId191"/><Relationship Type="http://schemas.openxmlformats.org/officeDocument/2006/relationships/slide" Target="slides/slide167.xml" Id="rId192"/><Relationship Type="http://schemas.openxmlformats.org/officeDocument/2006/relationships/slide" Target="slides/slide168.xml" Id="rId193"/><Relationship Type="http://schemas.openxmlformats.org/officeDocument/2006/relationships/slide" Target="slides/slide169.xml" Id="rId194"/><Relationship Type="http://schemas.openxmlformats.org/officeDocument/2006/relationships/slide" Target="slides/slide170.xml" Id="rId195"/><Relationship Type="http://schemas.openxmlformats.org/officeDocument/2006/relationships/slide" Target="slides/slide171.xml" Id="rId196"/><Relationship Type="http://schemas.openxmlformats.org/officeDocument/2006/relationships/slide" Target="slides/slide172.xml" Id="rId197"/><Relationship Type="http://schemas.openxmlformats.org/officeDocument/2006/relationships/slide" Target="slides/slide173.xml" Id="rId198"/><Relationship Type="http://schemas.openxmlformats.org/officeDocument/2006/relationships/slide" Target="slides/slide174.xml" Id="rId199"/><Relationship Type="http://schemas.openxmlformats.org/officeDocument/2006/relationships/slide" Target="slides/slide175.xml" Id="rId200"/><Relationship Type="http://schemas.openxmlformats.org/officeDocument/2006/relationships/slide" Target="slides/slide176.xml" Id="rId201"/><Relationship Type="http://schemas.openxmlformats.org/officeDocument/2006/relationships/slide" Target="slides/slide177.xml" Id="rId202"/><Relationship Type="http://schemas.openxmlformats.org/officeDocument/2006/relationships/slide" Target="slides/slide178.xml" Id="rId203"/><Relationship Type="http://schemas.openxmlformats.org/officeDocument/2006/relationships/slide" Target="slides/slide179.xml" Id="rId204"/><Relationship Type="http://schemas.openxmlformats.org/officeDocument/2006/relationships/slide" Target="slides/slide180.xml" Id="rId205"/><Relationship Type="http://schemas.openxmlformats.org/officeDocument/2006/relationships/slide" Target="slides/slide181.xml" Id="rId206"/><Relationship Type="http://schemas.openxmlformats.org/officeDocument/2006/relationships/slide" Target="slides/slide182.xml" Id="rId207"/><Relationship Type="http://schemas.openxmlformats.org/officeDocument/2006/relationships/slide" Target="slides/slide183.xml" Id="rId208"/><Relationship Type="http://schemas.openxmlformats.org/officeDocument/2006/relationships/slide" Target="slides/slide184.xml" Id="rId209"/><Relationship Type="http://schemas.openxmlformats.org/officeDocument/2006/relationships/slide" Target="slides/slide185.xml" Id="rId210"/><Relationship Type="http://schemas.openxmlformats.org/officeDocument/2006/relationships/slide" Target="slides/slide186.xml" Id="rId211"/><Relationship Type="http://schemas.openxmlformats.org/officeDocument/2006/relationships/slide" Target="slides/slide187.xml" Id="rId212"/><Relationship Type="http://schemas.openxmlformats.org/officeDocument/2006/relationships/slide" Target="slides/slide188.xml" Id="rId213"/><Relationship Type="http://schemas.openxmlformats.org/officeDocument/2006/relationships/slide" Target="slides/slide189.xml" Id="rId214"/><Relationship Type="http://schemas.openxmlformats.org/officeDocument/2006/relationships/slide" Target="slides/slide190.xml" Id="rId215"/><Relationship Type="http://schemas.openxmlformats.org/officeDocument/2006/relationships/slide" Target="slides/slide191.xml" Id="rId216"/><Relationship Type="http://schemas.openxmlformats.org/officeDocument/2006/relationships/slide" Target="slides/slide192.xml" Id="rId217"/><Relationship Type="http://schemas.openxmlformats.org/officeDocument/2006/relationships/slideMaster" Target="slideMasters/slideMaster12.xml" Id="rId218"/><Relationship Type="http://schemas.openxmlformats.org/officeDocument/2006/relationships/notesMaster" Target="notesMasters/notesMaster12.xml" Id="rId219"/><Relationship Type="http://schemas.openxmlformats.org/officeDocument/2006/relationships/slide" Target="slides/slide193.xml" Id="rId220"/><Relationship Type="http://schemas.openxmlformats.org/officeDocument/2006/relationships/slide" Target="slides/slide194.xml" Id="rId221"/><Relationship Type="http://schemas.openxmlformats.org/officeDocument/2006/relationships/slide" Target="slides/slide195.xml" Id="rId222"/><Relationship Type="http://schemas.openxmlformats.org/officeDocument/2006/relationships/slide" Target="slides/slide196.xml" Id="rId223"/><Relationship Type="http://schemas.openxmlformats.org/officeDocument/2006/relationships/slide" Target="slides/slide197.xml" Id="rId224"/><Relationship Type="http://schemas.openxmlformats.org/officeDocument/2006/relationships/slide" Target="slides/slide198.xml" Id="rId225"/><Relationship Type="http://schemas.openxmlformats.org/officeDocument/2006/relationships/slide" Target="slides/slide199.xml" Id="rId226"/><Relationship Type="http://schemas.openxmlformats.org/officeDocument/2006/relationships/slide" Target="slides/slide200.xml" Id="rId227"/><Relationship Type="http://schemas.openxmlformats.org/officeDocument/2006/relationships/slide" Target="slides/slide201.xml" Id="rId228"/><Relationship Type="http://schemas.openxmlformats.org/officeDocument/2006/relationships/slide" Target="slides/slide202.xml" Id="rId229"/><Relationship Type="http://schemas.openxmlformats.org/officeDocument/2006/relationships/slide" Target="slides/slide203.xml" Id="rId230"/><Relationship Type="http://schemas.openxmlformats.org/officeDocument/2006/relationships/slide" Target="slides/slide204.xml" Id="rId231"/><Relationship Type="http://schemas.openxmlformats.org/officeDocument/2006/relationships/slideMaster" Target="slideMasters/slideMaster13.xml" Id="rId232"/><Relationship Type="http://schemas.openxmlformats.org/officeDocument/2006/relationships/notesMaster" Target="notesMasters/notesMaster13.xml" Id="rId233"/><Relationship Type="http://schemas.openxmlformats.org/officeDocument/2006/relationships/slide" Target="slides/slide205.xml" Id="rId234"/><Relationship Type="http://schemas.openxmlformats.org/officeDocument/2006/relationships/slide" Target="slides/slide206.xml" Id="rId235"/><Relationship Type="http://schemas.openxmlformats.org/officeDocument/2006/relationships/slide" Target="slides/slide207.xml" Id="rId236"/><Relationship Type="http://schemas.openxmlformats.org/officeDocument/2006/relationships/slide" Target="slides/slide208.xml" Id="rId237"/><Relationship Type="http://schemas.openxmlformats.org/officeDocument/2006/relationships/slide" Target="slides/slide209.xml" Id="rId238"/><Relationship Type="http://schemas.openxmlformats.org/officeDocument/2006/relationships/slide" Target="slides/slide210.xml" Id="rId239"/><Relationship Type="http://schemas.openxmlformats.org/officeDocument/2006/relationships/slide" Target="slides/slide211.xml" Id="rId240"/><Relationship Type="http://schemas.openxmlformats.org/officeDocument/2006/relationships/slide" Target="slides/slide212.xml" Id="rId241"/><Relationship Type="http://schemas.openxmlformats.org/officeDocument/2006/relationships/slide" Target="slides/slide213.xml" Id="rId242"/><Relationship Type="http://schemas.openxmlformats.org/officeDocument/2006/relationships/slide" Target="slides/slide214.xml" Id="rId243"/><Relationship Type="http://schemas.openxmlformats.org/officeDocument/2006/relationships/slideMaster" Target="slideMasters/slideMaster14.xml" Id="rId244"/><Relationship Type="http://schemas.openxmlformats.org/officeDocument/2006/relationships/notesMaster" Target="notesMasters/notesMaster14.xml" Id="rId245"/><Relationship Type="http://schemas.openxmlformats.org/officeDocument/2006/relationships/slide" Target="slides/slide215.xml" Id="rId246"/><Relationship Type="http://schemas.openxmlformats.org/officeDocument/2006/relationships/slide" Target="slides/slide216.xml" Id="rId247"/><Relationship Type="http://schemas.openxmlformats.org/officeDocument/2006/relationships/slide" Target="slides/slide217.xml" Id="rId248"/><Relationship Type="http://schemas.openxmlformats.org/officeDocument/2006/relationships/slide" Target="slides/slide218.xml" Id="rId249"/><Relationship Type="http://schemas.openxmlformats.org/officeDocument/2006/relationships/slide" Target="slides/slide219.xml" Id="rId250"/><Relationship Type="http://schemas.openxmlformats.org/officeDocument/2006/relationships/slide" Target="slides/slide220.xml" Id="rId251"/><Relationship Type="http://schemas.openxmlformats.org/officeDocument/2006/relationships/slide" Target="slides/slide221.xml" Id="rId252"/><Relationship Type="http://schemas.openxmlformats.org/officeDocument/2006/relationships/slide" Target="slides/slide222.xml" Id="rId253"/><Relationship Type="http://schemas.openxmlformats.org/officeDocument/2006/relationships/slide" Target="slides/slide223.xml" Id="rId254"/><Relationship Type="http://schemas.openxmlformats.org/officeDocument/2006/relationships/slide" Target="slides/slide224.xml" Id="rId255"/><Relationship Type="http://schemas.openxmlformats.org/officeDocument/2006/relationships/slideMaster" Target="slideMasters/slideMaster15.xml" Id="rId256"/><Relationship Type="http://schemas.openxmlformats.org/officeDocument/2006/relationships/notesMaster" Target="notesMasters/notesMaster15.xml" Id="rId257"/><Relationship Type="http://schemas.openxmlformats.org/officeDocument/2006/relationships/slide" Target="slides/slide225.xml" Id="rId258"/><Relationship Type="http://schemas.openxmlformats.org/officeDocument/2006/relationships/slide" Target="slides/slide226.xml" Id="rId259"/><Relationship Type="http://schemas.openxmlformats.org/officeDocument/2006/relationships/slide" Target="slides/slide227.xml" Id="rId260"/><Relationship Type="http://schemas.openxmlformats.org/officeDocument/2006/relationships/slide" Target="slides/slide228.xml" Id="rId261"/><Relationship Type="http://schemas.openxmlformats.org/officeDocument/2006/relationships/slide" Target="slides/slide229.xml" Id="rId262"/><Relationship Type="http://schemas.openxmlformats.org/officeDocument/2006/relationships/slide" Target="slides/slide230.xml" Id="rId263"/><Relationship Type="http://schemas.openxmlformats.org/officeDocument/2006/relationships/slide" Target="slides/slide231.xml" Id="rId264"/><Relationship Type="http://schemas.openxmlformats.org/officeDocument/2006/relationships/slide" Target="slides/slide232.xml" Id="rId265"/><Relationship Type="http://schemas.openxmlformats.org/officeDocument/2006/relationships/slide" Target="slides/slide233.xml" Id="rId266"/><Relationship Type="http://schemas.openxmlformats.org/officeDocument/2006/relationships/slide" Target="slides/slide234.xml" Id="rId267"/><Relationship Type="http://schemas.openxmlformats.org/officeDocument/2006/relationships/slide" Target="slides/slide235.xml" Id="rId268"/><Relationship Type="http://schemas.openxmlformats.org/officeDocument/2006/relationships/slide" Target="slides/slide236.xml" Id="rId269"/><Relationship Type="http://schemas.openxmlformats.org/officeDocument/2006/relationships/slide" Target="slides/slide237.xml" Id="rId270"/><Relationship Type="http://schemas.openxmlformats.org/officeDocument/2006/relationships/slide" Target="slides/slide238.xml" Id="rId271"/><Relationship Type="http://schemas.openxmlformats.org/officeDocument/2006/relationships/slide" Target="slides/slide239.xml" Id="rId272"/><Relationship Type="http://schemas.openxmlformats.org/officeDocument/2006/relationships/slide" Target="slides/slide240.xml" Id="rId273"/></Relationships>
</file>

<file path=ppt/notesMasters/_rels/notesMaster1.xml.rels><?xml version="1.0" encoding="utf-8"?><Relationships xmlns="http://schemas.openxmlformats.org/package/2006/relationships"><Relationship Type="http://schemas.openxmlformats.org/officeDocument/2006/relationships/theme" Target="theme/s00-theme3.xml" Id="Rc44187a6e1ff4349"/></Relationships>
</file>

<file path=ppt/notesMasters/_rels/notesMaster2.xml.rels><?xml version="1.0" encoding="utf-8"?><Relationships xmlns="http://schemas.openxmlformats.org/package/2006/relationships"><Relationship Type="http://schemas.openxmlformats.org/officeDocument/2006/relationships/theme" Target="theme/s01-theme3.xml" Id="Rabd5e2971eb0465d"/></Relationships>
</file>

<file path=ppt/notesMasters/_rels/notesMaster3.xml.rels><?xml version="1.0" encoding="utf-8"?><Relationships xmlns="http://schemas.openxmlformats.org/package/2006/relationships"><Relationship Type="http://schemas.openxmlformats.org/officeDocument/2006/relationships/theme" Target="theme/s02-theme3.xml" Id="Re9d1c8dd14b24e31"/></Relationships>
</file>

<file path=ppt/notesMasters/_rels/notesMaster4.xml.rels><?xml version="1.0" encoding="utf-8"?><Relationships xmlns="http://schemas.openxmlformats.org/package/2006/relationships"><Relationship Type="http://schemas.openxmlformats.org/officeDocument/2006/relationships/theme" Target="theme/s03-theme3.xml" Id="R660fe70626894477"/></Relationships>
</file>

<file path=ppt/notesMasters/_rels/notesMaster5.xml.rels><?xml version="1.0" encoding="utf-8"?><Relationships xmlns="http://schemas.openxmlformats.org/package/2006/relationships"><Relationship Type="http://schemas.openxmlformats.org/officeDocument/2006/relationships/theme" Target="theme/s04-theme3.xml" Id="Rbbc58c4aed2c4e80"/></Relationships>
</file>

<file path=ppt/notesMasters/_rels/notesMaster6.xml.rels><?xml version="1.0" encoding="utf-8"?><Relationships xmlns="http://schemas.openxmlformats.org/package/2006/relationships"><Relationship Type="http://schemas.openxmlformats.org/officeDocument/2006/relationships/theme" Target="theme/s05-theme3.xml" Id="R03b338023a8947a6"/></Relationships>
</file>

<file path=ppt/notesMasters/_rels/notesMaster7.xml.rels><?xml version="1.0" encoding="utf-8"?><Relationships xmlns="http://schemas.openxmlformats.org/package/2006/relationships"><Relationship Type="http://schemas.openxmlformats.org/officeDocument/2006/relationships/theme" Target="theme/s06-theme3.xml" Id="R011f695779dc472b"/></Relationships>
</file>

<file path=ppt/notesMasters/_rels/notesMaster8.xml.rels><?xml version="1.0" encoding="utf-8"?><Relationships xmlns="http://schemas.openxmlformats.org/package/2006/relationships"><Relationship Type="http://schemas.openxmlformats.org/officeDocument/2006/relationships/theme" Target="theme/s07-theme3.xml" Id="R6d6c2d25d2f24158"/></Relationships>
</file>

<file path=ppt/notesMasters/_rels/notesMaster9.xml.rels><?xml version="1.0" encoding="utf-8"?><Relationships xmlns="http://schemas.openxmlformats.org/package/2006/relationships"><Relationship Type="http://schemas.openxmlformats.org/officeDocument/2006/relationships/theme" Target="theme/s08-theme3.xml" Id="R37e5d042fe7543f6"/></Relationships>
</file>

<file path=ppt/notesMasters/_rels/notesMaster10.xml.rels><?xml version="1.0" encoding="utf-8"?><Relationships xmlns="http://schemas.openxmlformats.org/package/2006/relationships"><Relationship Type="http://schemas.openxmlformats.org/officeDocument/2006/relationships/theme" Target="theme/s09-theme3.xml" Id="R508c437057c84ab2"/></Relationships>
</file>

<file path=ppt/notesMasters/_rels/notesMaster11.xml.rels><?xml version="1.0" encoding="utf-8"?><Relationships xmlns="http://schemas.openxmlformats.org/package/2006/relationships"><Relationship Type="http://schemas.openxmlformats.org/officeDocument/2006/relationships/theme" Target="theme/s10-theme3.xml" Id="R54ca9d06821c4e66"/></Relationships>
</file>

<file path=ppt/notesMasters/_rels/notesMaster12.xml.rels><?xml version="1.0" encoding="utf-8"?><Relationships xmlns="http://schemas.openxmlformats.org/package/2006/relationships"><Relationship Type="http://schemas.openxmlformats.org/officeDocument/2006/relationships/theme" Target="theme/s11-theme3.xml" Id="Rcea094cfcdb24a6a"/></Relationships>
</file>

<file path=ppt/notesMasters/_rels/notesMaster13.xml.rels><?xml version="1.0" encoding="utf-8"?><Relationships xmlns="http://schemas.openxmlformats.org/package/2006/relationships"><Relationship Type="http://schemas.openxmlformats.org/officeDocument/2006/relationships/theme" Target="theme/s12-theme3.xml" Id="Rda290773b3624b22"/></Relationships>
</file>

<file path=ppt/notesMasters/_rels/notesMaster14.xml.rels><?xml version="1.0" encoding="utf-8"?><Relationships xmlns="http://schemas.openxmlformats.org/package/2006/relationships"><Relationship Type="http://schemas.openxmlformats.org/officeDocument/2006/relationships/theme" Target="theme/s13-theme3.xml" Id="Rc6c4a8ac8f184f58"/></Relationships>
</file>

<file path=ppt/notesMasters/_rels/notesMaster15.xml.rels><?xml version="1.0" encoding="utf-8"?><Relationships xmlns="http://schemas.openxmlformats.org/package/2006/relationships"><Relationship Type="http://schemas.openxmlformats.org/officeDocument/2006/relationships/theme" Target="theme/s14-theme3.xml" Id="R93fe2b41c13f4ad8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2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3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4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5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6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7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8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9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10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1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12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13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14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15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s00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01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02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03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04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05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06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07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08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09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10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11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12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13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14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?><Relationships xmlns="http://schemas.openxmlformats.org/package/2006/relationships"><Relationship Type="http://schemas.openxmlformats.org/officeDocument/2006/relationships/slide" Target="../slides/slide1.xml" Id="Rc10634f2ae5d4f9f"/><Relationship Type="http://schemas.openxmlformats.org/officeDocument/2006/relationships/notesMaster" Target="../notesMasters/notesMaster1.xml" Id="R82c31d9bb50f437b"/></Relationships>
</file>

<file path=ppt/notesSlides/_rels/notesSlide2.xml.rels><?xml version="1.0" encoding="utf-8"?><Relationships xmlns="http://schemas.openxmlformats.org/package/2006/relationships"><Relationship Type="http://schemas.openxmlformats.org/officeDocument/2006/relationships/slide" Target="../slides/slide2.xml" Id="R7c65f24599224e18"/><Relationship Type="http://schemas.openxmlformats.org/officeDocument/2006/relationships/notesMaster" Target="../notesMasters/notesMaster1.xml" Id="Re53363e2abd848af"/></Relationships>
</file>

<file path=ppt/notesSlides/_rels/notesSlide3.xml.rels><?xml version="1.0" encoding="utf-8"?><Relationships xmlns="http://schemas.openxmlformats.org/package/2006/relationships"><Relationship Type="http://schemas.openxmlformats.org/officeDocument/2006/relationships/slide" Target="../slides/slide3.xml" Id="R148e24c2febc4bd5"/><Relationship Type="http://schemas.openxmlformats.org/officeDocument/2006/relationships/notesMaster" Target="../notesMasters/notesMaster1.xml" Id="Rd2060dfce0564abd"/></Relationships>
</file>

<file path=ppt/notesSlides/_rels/notesSlide4.xml.rels><?xml version="1.0" encoding="utf-8"?><Relationships xmlns="http://schemas.openxmlformats.org/package/2006/relationships"><Relationship Type="http://schemas.openxmlformats.org/officeDocument/2006/relationships/slide" Target="../slides/slide4.xml" Id="R341fb7856ef44e8a"/><Relationship Type="http://schemas.openxmlformats.org/officeDocument/2006/relationships/notesMaster" Target="../notesMasters/notesMaster1.xml" Id="R50f229cd0aa14938"/></Relationships>
</file>

<file path=ppt/notesSlides/_rels/notesSlide5.xml.rels><?xml version="1.0" encoding="utf-8"?><Relationships xmlns="http://schemas.openxmlformats.org/package/2006/relationships"><Relationship Type="http://schemas.openxmlformats.org/officeDocument/2006/relationships/slide" Target="../slides/slide5.xml" Id="R3e84c44a6d864dc3"/><Relationship Type="http://schemas.openxmlformats.org/officeDocument/2006/relationships/notesMaster" Target="../notesMasters/notesMaster2.xml" Id="Raac369a99c224dc7"/></Relationships>
</file>

<file path=ppt/notesSlides/_rels/notesSlide6.xml.rels><?xml version="1.0" encoding="utf-8"?><Relationships xmlns="http://schemas.openxmlformats.org/package/2006/relationships"><Relationship Type="http://schemas.openxmlformats.org/officeDocument/2006/relationships/slide" Target="../slides/slide6.xml" Id="R33d6e92749e54247"/><Relationship Type="http://schemas.openxmlformats.org/officeDocument/2006/relationships/notesMaster" Target="../notesMasters/notesMaster2.xml" Id="Rb2cab4554141487d"/></Relationships>
</file>

<file path=ppt/notesSlides/_rels/notesSlide7.xml.rels><?xml version="1.0" encoding="utf-8"?><Relationships xmlns="http://schemas.openxmlformats.org/package/2006/relationships"><Relationship Type="http://schemas.openxmlformats.org/officeDocument/2006/relationships/slide" Target="../slides/slide7.xml" Id="R43387a12551645f5"/><Relationship Type="http://schemas.openxmlformats.org/officeDocument/2006/relationships/notesMaster" Target="../notesMasters/notesMaster2.xml" Id="R2248131611e64575"/></Relationships>
</file>

<file path=ppt/notesSlides/_rels/notesSlide8.xml.rels><?xml version="1.0" encoding="utf-8"?><Relationships xmlns="http://schemas.openxmlformats.org/package/2006/relationships"><Relationship Type="http://schemas.openxmlformats.org/officeDocument/2006/relationships/slide" Target="../slides/slide8.xml" Id="Rf2146187bbdc4dbf"/><Relationship Type="http://schemas.openxmlformats.org/officeDocument/2006/relationships/notesMaster" Target="../notesMasters/notesMaster2.xml" Id="Rb7e747ee49164b9c"/></Relationships>
</file>

<file path=ppt/notesSlides/_rels/notesSlide9.xml.rels><?xml version="1.0" encoding="utf-8"?><Relationships xmlns="http://schemas.openxmlformats.org/package/2006/relationships"><Relationship Type="http://schemas.openxmlformats.org/officeDocument/2006/relationships/slide" Target="../slides/slide9.xml" Id="R762ffdb2b6c14f1e"/><Relationship Type="http://schemas.openxmlformats.org/officeDocument/2006/relationships/notesMaster" Target="../notesMasters/notesMaster2.xml" Id="Ra037451205be4411"/></Relationships>
</file>

<file path=ppt/notesSlides/_rels/notesSlide10.xml.rels><?xml version="1.0" encoding="utf-8"?><Relationships xmlns="http://schemas.openxmlformats.org/package/2006/relationships"><Relationship Type="http://schemas.openxmlformats.org/officeDocument/2006/relationships/slide" Target="../slides/slide10.xml" Id="R8dea6a0af099404b"/><Relationship Type="http://schemas.openxmlformats.org/officeDocument/2006/relationships/notesMaster" Target="../notesMasters/notesMaster2.xml" Id="R7694a774c3a84739"/></Relationships>
</file>

<file path=ppt/notesSlides/_rels/notesSlide11.xml.rels><?xml version="1.0" encoding="utf-8"?><Relationships xmlns="http://schemas.openxmlformats.org/package/2006/relationships"><Relationship Type="http://schemas.openxmlformats.org/officeDocument/2006/relationships/slide" Target="../slides/slide11.xml" Id="R570e56ca6f0c4a7e"/><Relationship Type="http://schemas.openxmlformats.org/officeDocument/2006/relationships/notesMaster" Target="../notesMasters/notesMaster2.xml" Id="R829a9ff80fca460a"/></Relationships>
</file>

<file path=ppt/notesSlides/_rels/notesSlide12.xml.rels><?xml version="1.0" encoding="utf-8"?><Relationships xmlns="http://schemas.openxmlformats.org/package/2006/relationships"><Relationship Type="http://schemas.openxmlformats.org/officeDocument/2006/relationships/slide" Target="../slides/slide12.xml" Id="R355553cb2bf0444c"/><Relationship Type="http://schemas.openxmlformats.org/officeDocument/2006/relationships/notesMaster" Target="../notesMasters/notesMaster2.xml" Id="R220a1a6553d84126"/></Relationships>
</file>

<file path=ppt/notesSlides/_rels/notesSlide13.xml.rels><?xml version="1.0" encoding="utf-8"?><Relationships xmlns="http://schemas.openxmlformats.org/package/2006/relationships"><Relationship Type="http://schemas.openxmlformats.org/officeDocument/2006/relationships/slide" Target="../slides/slide13.xml" Id="Re2c95812de084834"/><Relationship Type="http://schemas.openxmlformats.org/officeDocument/2006/relationships/notesMaster" Target="../notesMasters/notesMaster2.xml" Id="Rc538286150e64eeb"/></Relationships>
</file>

<file path=ppt/notesSlides/_rels/notesSlide14.xml.rels><?xml version="1.0" encoding="utf-8"?><Relationships xmlns="http://schemas.openxmlformats.org/package/2006/relationships"><Relationship Type="http://schemas.openxmlformats.org/officeDocument/2006/relationships/slide" Target="../slides/slide14.xml" Id="R5a4402b9ce254d91"/><Relationship Type="http://schemas.openxmlformats.org/officeDocument/2006/relationships/notesMaster" Target="../notesMasters/notesMaster2.xml" Id="Ra1667e8323ef4908"/></Relationships>
</file>

<file path=ppt/notesSlides/_rels/notesSlide15.xml.rels><?xml version="1.0" encoding="utf-8"?><Relationships xmlns="http://schemas.openxmlformats.org/package/2006/relationships"><Relationship Type="http://schemas.openxmlformats.org/officeDocument/2006/relationships/slide" Target="../slides/slide15.xml" Id="R5bc265a00efa40a9"/><Relationship Type="http://schemas.openxmlformats.org/officeDocument/2006/relationships/notesMaster" Target="../notesMasters/notesMaster2.xml" Id="Re80f9d7a600441bd"/></Relationships>
</file>

<file path=ppt/notesSlides/_rels/notesSlide16.xml.rels><?xml version="1.0" encoding="utf-8"?><Relationships xmlns="http://schemas.openxmlformats.org/package/2006/relationships"><Relationship Type="http://schemas.openxmlformats.org/officeDocument/2006/relationships/slide" Target="../slides/slide16.xml" Id="R10238bbf602c44fd"/><Relationship Type="http://schemas.openxmlformats.org/officeDocument/2006/relationships/notesMaster" Target="../notesMasters/notesMaster2.xml" Id="Rd64c2d226dc44c7f"/></Relationships>
</file>

<file path=ppt/notesSlides/_rels/notesSlide17.xml.rels><?xml version="1.0" encoding="utf-8"?><Relationships xmlns="http://schemas.openxmlformats.org/package/2006/relationships"><Relationship Type="http://schemas.openxmlformats.org/officeDocument/2006/relationships/slide" Target="../slides/slide17.xml" Id="R8604849485b64785"/><Relationship Type="http://schemas.openxmlformats.org/officeDocument/2006/relationships/notesMaster" Target="../notesMasters/notesMaster3.xml" Id="R1eff0e41ae2746a0"/></Relationships>
</file>

<file path=ppt/notesSlides/_rels/notesSlide18.xml.rels><?xml version="1.0" encoding="utf-8"?><Relationships xmlns="http://schemas.openxmlformats.org/package/2006/relationships"><Relationship Type="http://schemas.openxmlformats.org/officeDocument/2006/relationships/slide" Target="../slides/slide18.xml" Id="Ra21ad39d084c424b"/><Relationship Type="http://schemas.openxmlformats.org/officeDocument/2006/relationships/notesMaster" Target="../notesMasters/notesMaster3.xml" Id="Rec64b80a651a49fd"/></Relationships>
</file>

<file path=ppt/notesSlides/_rels/notesSlide19.xml.rels><?xml version="1.0" encoding="utf-8"?><Relationships xmlns="http://schemas.openxmlformats.org/package/2006/relationships"><Relationship Type="http://schemas.openxmlformats.org/officeDocument/2006/relationships/slide" Target="../slides/slide19.xml" Id="R1f1b23f3105549f6"/><Relationship Type="http://schemas.openxmlformats.org/officeDocument/2006/relationships/notesMaster" Target="../notesMasters/notesMaster3.xml" Id="R38fb75e33fea4384"/></Relationships>
</file>

<file path=ppt/notesSlides/_rels/notesSlide20.xml.rels><?xml version="1.0" encoding="utf-8"?><Relationships xmlns="http://schemas.openxmlformats.org/package/2006/relationships"><Relationship Type="http://schemas.openxmlformats.org/officeDocument/2006/relationships/slide" Target="../slides/slide20.xml" Id="R71c829af54004e1c"/><Relationship Type="http://schemas.openxmlformats.org/officeDocument/2006/relationships/notesMaster" Target="../notesMasters/notesMaster3.xml" Id="R65cf19c5ea224350"/></Relationships>
</file>

<file path=ppt/notesSlides/_rels/notesSlide21.xml.rels><?xml version="1.0" encoding="utf-8"?><Relationships xmlns="http://schemas.openxmlformats.org/package/2006/relationships"><Relationship Type="http://schemas.openxmlformats.org/officeDocument/2006/relationships/slide" Target="../slides/slide21.xml" Id="Rbbc02297ab6c43e6"/><Relationship Type="http://schemas.openxmlformats.org/officeDocument/2006/relationships/notesMaster" Target="../notesMasters/notesMaster3.xml" Id="Rc93eccad98514638"/></Relationships>
</file>

<file path=ppt/notesSlides/_rels/notesSlide22.xml.rels><?xml version="1.0" encoding="utf-8"?><Relationships xmlns="http://schemas.openxmlformats.org/package/2006/relationships"><Relationship Type="http://schemas.openxmlformats.org/officeDocument/2006/relationships/slide" Target="../slides/slide22.xml" Id="R2abfcea5a2264493"/><Relationship Type="http://schemas.openxmlformats.org/officeDocument/2006/relationships/notesMaster" Target="../notesMasters/notesMaster3.xml" Id="R904356cae0f243c4"/></Relationships>
</file>

<file path=ppt/notesSlides/_rels/notesSlide23.xml.rels><?xml version="1.0" encoding="utf-8"?><Relationships xmlns="http://schemas.openxmlformats.org/package/2006/relationships"><Relationship Type="http://schemas.openxmlformats.org/officeDocument/2006/relationships/slide" Target="../slides/slide23.xml" Id="R844e1cea41534b0d"/><Relationship Type="http://schemas.openxmlformats.org/officeDocument/2006/relationships/notesMaster" Target="../notesMasters/notesMaster3.xml" Id="Re800bc0bc6134226"/></Relationships>
</file>

<file path=ppt/notesSlides/_rels/notesSlide24.xml.rels><?xml version="1.0" encoding="utf-8"?><Relationships xmlns="http://schemas.openxmlformats.org/package/2006/relationships"><Relationship Type="http://schemas.openxmlformats.org/officeDocument/2006/relationships/slide" Target="../slides/slide24.xml" Id="Rc8d7d6e67a4443bd"/><Relationship Type="http://schemas.openxmlformats.org/officeDocument/2006/relationships/notesMaster" Target="../notesMasters/notesMaster3.xml" Id="Rcc23b5b101ec44a0"/></Relationships>
</file>

<file path=ppt/notesSlides/_rels/notesSlide25.xml.rels><?xml version="1.0" encoding="utf-8"?><Relationships xmlns="http://schemas.openxmlformats.org/package/2006/relationships"><Relationship Type="http://schemas.openxmlformats.org/officeDocument/2006/relationships/slide" Target="../slides/slide25.xml" Id="R7b474a08011e47f6"/><Relationship Type="http://schemas.openxmlformats.org/officeDocument/2006/relationships/notesMaster" Target="../notesMasters/notesMaster3.xml" Id="R832ab1b011d14efe"/></Relationships>
</file>

<file path=ppt/notesSlides/_rels/notesSlide26.xml.rels><?xml version="1.0" encoding="utf-8"?><Relationships xmlns="http://schemas.openxmlformats.org/package/2006/relationships"><Relationship Type="http://schemas.openxmlformats.org/officeDocument/2006/relationships/slide" Target="../slides/slide26.xml" Id="R95760d42debd41fc"/><Relationship Type="http://schemas.openxmlformats.org/officeDocument/2006/relationships/notesMaster" Target="../notesMasters/notesMaster3.xml" Id="R87e7a147e70f4f76"/></Relationships>
</file>

<file path=ppt/notesSlides/_rels/notesSlide27.xml.rels><?xml version="1.0" encoding="utf-8"?><Relationships xmlns="http://schemas.openxmlformats.org/package/2006/relationships"><Relationship Type="http://schemas.openxmlformats.org/officeDocument/2006/relationships/slide" Target="../slides/slide27.xml" Id="R86af74b07d8d49f8"/><Relationship Type="http://schemas.openxmlformats.org/officeDocument/2006/relationships/notesMaster" Target="../notesMasters/notesMaster3.xml" Id="R7a0c2bf61a6f4bbe"/></Relationships>
</file>

<file path=ppt/notesSlides/_rels/notesSlide28.xml.rels><?xml version="1.0" encoding="utf-8"?><Relationships xmlns="http://schemas.openxmlformats.org/package/2006/relationships"><Relationship Type="http://schemas.openxmlformats.org/officeDocument/2006/relationships/slide" Target="../slides/slide28.xml" Id="Rccf08581c06c43d5"/><Relationship Type="http://schemas.openxmlformats.org/officeDocument/2006/relationships/notesMaster" Target="../notesMasters/notesMaster3.xml" Id="R76f61554aafe4ca6"/></Relationships>
</file>

<file path=ppt/notesSlides/_rels/notesSlide29.xml.rels><?xml version="1.0" encoding="utf-8"?><Relationships xmlns="http://schemas.openxmlformats.org/package/2006/relationships"><Relationship Type="http://schemas.openxmlformats.org/officeDocument/2006/relationships/slide" Target="../slides/slide29.xml" Id="R2bd67ec62b384649"/><Relationship Type="http://schemas.openxmlformats.org/officeDocument/2006/relationships/notesMaster" Target="../notesMasters/notesMaster3.xml" Id="Rc3b9ac3139924217"/></Relationships>
</file>

<file path=ppt/notesSlides/_rels/notesSlide30.xml.rels><?xml version="1.0" encoding="utf-8"?><Relationships xmlns="http://schemas.openxmlformats.org/package/2006/relationships"><Relationship Type="http://schemas.openxmlformats.org/officeDocument/2006/relationships/slide" Target="../slides/slide30.xml" Id="R2c89519e5a6b4b0e"/><Relationship Type="http://schemas.openxmlformats.org/officeDocument/2006/relationships/notesMaster" Target="../notesMasters/notesMaster3.xml" Id="Rd4c8a09b3ef14bd8"/></Relationships>
</file>

<file path=ppt/notesSlides/_rels/notesSlide31.xml.rels><?xml version="1.0" encoding="utf-8"?><Relationships xmlns="http://schemas.openxmlformats.org/package/2006/relationships"><Relationship Type="http://schemas.openxmlformats.org/officeDocument/2006/relationships/slide" Target="../slides/slide31.xml" Id="Rb0f6df5968094ed3"/><Relationship Type="http://schemas.openxmlformats.org/officeDocument/2006/relationships/notesMaster" Target="../notesMasters/notesMaster3.xml" Id="Rcfa406d1cbf14357"/></Relationships>
</file>

<file path=ppt/notesSlides/_rels/notesSlide32.xml.rels><?xml version="1.0" encoding="utf-8"?><Relationships xmlns="http://schemas.openxmlformats.org/package/2006/relationships"><Relationship Type="http://schemas.openxmlformats.org/officeDocument/2006/relationships/slide" Target="../slides/slide32.xml" Id="R7c6527c778bd4687"/><Relationship Type="http://schemas.openxmlformats.org/officeDocument/2006/relationships/notesMaster" Target="../notesMasters/notesMaster3.xml" Id="R27d8c0e4eb6a4f39"/></Relationships>
</file>

<file path=ppt/notesSlides/_rels/notesSlide33.xml.rels><?xml version="1.0" encoding="utf-8"?><Relationships xmlns="http://schemas.openxmlformats.org/package/2006/relationships"><Relationship Type="http://schemas.openxmlformats.org/officeDocument/2006/relationships/slide" Target="../slides/slide33.xml" Id="R51eb99e67e824d10"/><Relationship Type="http://schemas.openxmlformats.org/officeDocument/2006/relationships/notesMaster" Target="../notesMasters/notesMaster3.xml" Id="Rcb492de622d24029"/></Relationships>
</file>

<file path=ppt/notesSlides/_rels/notesSlide34.xml.rels><?xml version="1.0" encoding="utf-8"?><Relationships xmlns="http://schemas.openxmlformats.org/package/2006/relationships"><Relationship Type="http://schemas.openxmlformats.org/officeDocument/2006/relationships/slide" Target="../slides/slide34.xml" Id="Reef9bb997a594568"/><Relationship Type="http://schemas.openxmlformats.org/officeDocument/2006/relationships/notesMaster" Target="../notesMasters/notesMaster3.xml" Id="R4f8db4bfd1a0403f"/></Relationships>
</file>

<file path=ppt/notesSlides/_rels/notesSlide35.xml.rels><?xml version="1.0" encoding="utf-8"?><Relationships xmlns="http://schemas.openxmlformats.org/package/2006/relationships"><Relationship Type="http://schemas.openxmlformats.org/officeDocument/2006/relationships/slide" Target="../slides/slide35.xml" Id="R449a3f896cb34be5"/><Relationship Type="http://schemas.openxmlformats.org/officeDocument/2006/relationships/notesMaster" Target="../notesMasters/notesMaster4.xml" Id="R020c95e9259048da"/></Relationships>
</file>

<file path=ppt/notesSlides/_rels/notesSlide36.xml.rels><?xml version="1.0" encoding="utf-8"?><Relationships xmlns="http://schemas.openxmlformats.org/package/2006/relationships"><Relationship Type="http://schemas.openxmlformats.org/officeDocument/2006/relationships/slide" Target="../slides/slide36.xml" Id="R582348578cf44474"/><Relationship Type="http://schemas.openxmlformats.org/officeDocument/2006/relationships/notesMaster" Target="../notesMasters/notesMaster4.xml" Id="Rceaa53e9a4d44154"/></Relationships>
</file>

<file path=ppt/notesSlides/_rels/notesSlide37.xml.rels><?xml version="1.0" encoding="utf-8"?><Relationships xmlns="http://schemas.openxmlformats.org/package/2006/relationships"><Relationship Type="http://schemas.openxmlformats.org/officeDocument/2006/relationships/slide" Target="../slides/slide37.xml" Id="R8ba3c3c6a7cb444c"/><Relationship Type="http://schemas.openxmlformats.org/officeDocument/2006/relationships/notesMaster" Target="../notesMasters/notesMaster4.xml" Id="R528ab12483ee43c1"/></Relationships>
</file>

<file path=ppt/notesSlides/_rels/notesSlide38.xml.rels><?xml version="1.0" encoding="utf-8"?><Relationships xmlns="http://schemas.openxmlformats.org/package/2006/relationships"><Relationship Type="http://schemas.openxmlformats.org/officeDocument/2006/relationships/slide" Target="../slides/slide38.xml" Id="R6b4a905b5cf54c50"/><Relationship Type="http://schemas.openxmlformats.org/officeDocument/2006/relationships/notesMaster" Target="../notesMasters/notesMaster4.xml" Id="Re57c380f1c414e0c"/></Relationships>
</file>

<file path=ppt/notesSlides/_rels/notesSlide39.xml.rels><?xml version="1.0" encoding="utf-8"?><Relationships xmlns="http://schemas.openxmlformats.org/package/2006/relationships"><Relationship Type="http://schemas.openxmlformats.org/officeDocument/2006/relationships/slide" Target="../slides/slide39.xml" Id="Re984c3bf6e8140f9"/><Relationship Type="http://schemas.openxmlformats.org/officeDocument/2006/relationships/notesMaster" Target="../notesMasters/notesMaster4.xml" Id="R427cae484a92493f"/></Relationships>
</file>

<file path=ppt/notesSlides/_rels/notesSlide40.xml.rels><?xml version="1.0" encoding="utf-8"?><Relationships xmlns="http://schemas.openxmlformats.org/package/2006/relationships"><Relationship Type="http://schemas.openxmlformats.org/officeDocument/2006/relationships/slide" Target="../slides/slide40.xml" Id="R9d29d8eda69347af"/><Relationship Type="http://schemas.openxmlformats.org/officeDocument/2006/relationships/notesMaster" Target="../notesMasters/notesMaster4.xml" Id="Ra32192a267d441b9"/></Relationships>
</file>

<file path=ppt/notesSlides/_rels/notesSlide41.xml.rels><?xml version="1.0" encoding="utf-8"?><Relationships xmlns="http://schemas.openxmlformats.org/package/2006/relationships"><Relationship Type="http://schemas.openxmlformats.org/officeDocument/2006/relationships/slide" Target="../slides/slide41.xml" Id="R409be2bc4b824739"/><Relationship Type="http://schemas.openxmlformats.org/officeDocument/2006/relationships/notesMaster" Target="../notesMasters/notesMaster4.xml" Id="R8549f9f662834350"/></Relationships>
</file>

<file path=ppt/notesSlides/_rels/notesSlide42.xml.rels><?xml version="1.0" encoding="utf-8"?><Relationships xmlns="http://schemas.openxmlformats.org/package/2006/relationships"><Relationship Type="http://schemas.openxmlformats.org/officeDocument/2006/relationships/slide" Target="../slides/slide42.xml" Id="Rc60dca8319ed4d30"/><Relationship Type="http://schemas.openxmlformats.org/officeDocument/2006/relationships/notesMaster" Target="../notesMasters/notesMaster4.xml" Id="R9f88170d743a48d2"/></Relationships>
</file>

<file path=ppt/notesSlides/_rels/notesSlide43.xml.rels><?xml version="1.0" encoding="utf-8"?><Relationships xmlns="http://schemas.openxmlformats.org/package/2006/relationships"><Relationship Type="http://schemas.openxmlformats.org/officeDocument/2006/relationships/slide" Target="../slides/slide43.xml" Id="R13a3f9fde86140d8"/><Relationship Type="http://schemas.openxmlformats.org/officeDocument/2006/relationships/notesMaster" Target="../notesMasters/notesMaster4.xml" Id="R065cf97c86c34af1"/></Relationships>
</file>

<file path=ppt/notesSlides/_rels/notesSlide44.xml.rels><?xml version="1.0" encoding="utf-8"?><Relationships xmlns="http://schemas.openxmlformats.org/package/2006/relationships"><Relationship Type="http://schemas.openxmlformats.org/officeDocument/2006/relationships/slide" Target="../slides/slide44.xml" Id="R1a8d876ac6b6473f"/><Relationship Type="http://schemas.openxmlformats.org/officeDocument/2006/relationships/notesMaster" Target="../notesMasters/notesMaster4.xml" Id="R579711f45d234f61"/></Relationships>
</file>

<file path=ppt/notesSlides/_rels/notesSlide45.xml.rels><?xml version="1.0" encoding="utf-8"?><Relationships xmlns="http://schemas.openxmlformats.org/package/2006/relationships"><Relationship Type="http://schemas.openxmlformats.org/officeDocument/2006/relationships/slide" Target="../slides/slide45.xml" Id="R3a6fc62b2dea440c"/><Relationship Type="http://schemas.openxmlformats.org/officeDocument/2006/relationships/notesMaster" Target="../notesMasters/notesMaster4.xml" Id="R2b450612eba24b28"/></Relationships>
</file>

<file path=ppt/notesSlides/_rels/notesSlide46.xml.rels><?xml version="1.0" encoding="utf-8"?><Relationships xmlns="http://schemas.openxmlformats.org/package/2006/relationships"><Relationship Type="http://schemas.openxmlformats.org/officeDocument/2006/relationships/slide" Target="../slides/slide46.xml" Id="R224c989a3f044953"/><Relationship Type="http://schemas.openxmlformats.org/officeDocument/2006/relationships/notesMaster" Target="../notesMasters/notesMaster4.xml" Id="R2f5a05a639334b4a"/></Relationships>
</file>

<file path=ppt/notesSlides/_rels/notesSlide47.xml.rels><?xml version="1.0" encoding="utf-8"?><Relationships xmlns="http://schemas.openxmlformats.org/package/2006/relationships"><Relationship Type="http://schemas.openxmlformats.org/officeDocument/2006/relationships/slide" Target="../slides/slide47.xml" Id="Rd91766b8d4c84cfd"/><Relationship Type="http://schemas.openxmlformats.org/officeDocument/2006/relationships/notesMaster" Target="../notesMasters/notesMaster4.xml" Id="R913333df13c34d2f"/></Relationships>
</file>

<file path=ppt/notesSlides/_rels/notesSlide48.xml.rels><?xml version="1.0" encoding="utf-8"?><Relationships xmlns="http://schemas.openxmlformats.org/package/2006/relationships"><Relationship Type="http://schemas.openxmlformats.org/officeDocument/2006/relationships/slide" Target="../slides/slide48.xml" Id="R2649458029e54d9e"/><Relationship Type="http://schemas.openxmlformats.org/officeDocument/2006/relationships/notesMaster" Target="../notesMasters/notesMaster4.xml" Id="R642280be73b14453"/></Relationships>
</file>

<file path=ppt/notesSlides/_rels/notesSlide49.xml.rels><?xml version="1.0" encoding="utf-8"?><Relationships xmlns="http://schemas.openxmlformats.org/package/2006/relationships"><Relationship Type="http://schemas.openxmlformats.org/officeDocument/2006/relationships/slide" Target="../slides/slide49.xml" Id="R9814bd3dd36d42a4"/><Relationship Type="http://schemas.openxmlformats.org/officeDocument/2006/relationships/notesMaster" Target="../notesMasters/notesMaster4.xml" Id="R3cdcc0281cc5445e"/></Relationships>
</file>

<file path=ppt/notesSlides/_rels/notesSlide50.xml.rels><?xml version="1.0" encoding="utf-8"?><Relationships xmlns="http://schemas.openxmlformats.org/package/2006/relationships"><Relationship Type="http://schemas.openxmlformats.org/officeDocument/2006/relationships/slide" Target="../slides/slide50.xml" Id="R336d1cf955fc4878"/><Relationship Type="http://schemas.openxmlformats.org/officeDocument/2006/relationships/notesMaster" Target="../notesMasters/notesMaster4.xml" Id="Rfbde9911170a4076"/></Relationships>
</file>

<file path=ppt/notesSlides/_rels/notesSlide51.xml.rels><?xml version="1.0" encoding="utf-8"?><Relationships xmlns="http://schemas.openxmlformats.org/package/2006/relationships"><Relationship Type="http://schemas.openxmlformats.org/officeDocument/2006/relationships/slide" Target="../slides/slide51.xml" Id="Ref478bc27a324831"/><Relationship Type="http://schemas.openxmlformats.org/officeDocument/2006/relationships/notesMaster" Target="../notesMasters/notesMaster4.xml" Id="R3d4f9102b63c45a1"/></Relationships>
</file>

<file path=ppt/notesSlides/_rels/notesSlide52.xml.rels><?xml version="1.0" encoding="utf-8"?><Relationships xmlns="http://schemas.openxmlformats.org/package/2006/relationships"><Relationship Type="http://schemas.openxmlformats.org/officeDocument/2006/relationships/slide" Target="../slides/slide52.xml" Id="Re525d3ff36e442f2"/><Relationship Type="http://schemas.openxmlformats.org/officeDocument/2006/relationships/notesMaster" Target="../notesMasters/notesMaster4.xml" Id="R216ce1ddc35e42a7"/></Relationships>
</file>

<file path=ppt/notesSlides/_rels/notesSlide53.xml.rels><?xml version="1.0" encoding="utf-8"?><Relationships xmlns="http://schemas.openxmlformats.org/package/2006/relationships"><Relationship Type="http://schemas.openxmlformats.org/officeDocument/2006/relationships/slide" Target="../slides/slide53.xml" Id="R4b766a53173646ee"/><Relationship Type="http://schemas.openxmlformats.org/officeDocument/2006/relationships/notesMaster" Target="../notesMasters/notesMaster5.xml" Id="R801913a7d69e4abd"/></Relationships>
</file>

<file path=ppt/notesSlides/_rels/notesSlide54.xml.rels><?xml version="1.0" encoding="utf-8"?><Relationships xmlns="http://schemas.openxmlformats.org/package/2006/relationships"><Relationship Type="http://schemas.openxmlformats.org/officeDocument/2006/relationships/slide" Target="../slides/slide54.xml" Id="R34f88c0417c64b88"/><Relationship Type="http://schemas.openxmlformats.org/officeDocument/2006/relationships/notesMaster" Target="../notesMasters/notesMaster5.xml" Id="Rf4b483a6f3bc4cd7"/></Relationships>
</file>

<file path=ppt/notesSlides/_rels/notesSlide55.xml.rels><?xml version="1.0" encoding="utf-8"?><Relationships xmlns="http://schemas.openxmlformats.org/package/2006/relationships"><Relationship Type="http://schemas.openxmlformats.org/officeDocument/2006/relationships/slide" Target="../slides/slide55.xml" Id="Rbb324806185b4aff"/><Relationship Type="http://schemas.openxmlformats.org/officeDocument/2006/relationships/notesMaster" Target="../notesMasters/notesMaster5.xml" Id="R50646fc5695f4b2a"/></Relationships>
</file>

<file path=ppt/notesSlides/_rels/notesSlide56.xml.rels><?xml version="1.0" encoding="utf-8"?><Relationships xmlns="http://schemas.openxmlformats.org/package/2006/relationships"><Relationship Type="http://schemas.openxmlformats.org/officeDocument/2006/relationships/slide" Target="../slides/slide56.xml" Id="Ra3fdc3e15d544ee1"/><Relationship Type="http://schemas.openxmlformats.org/officeDocument/2006/relationships/notesMaster" Target="../notesMasters/notesMaster5.xml" Id="Rb6952ff2fa79463a"/></Relationships>
</file>

<file path=ppt/notesSlides/_rels/notesSlide57.xml.rels><?xml version="1.0" encoding="utf-8"?><Relationships xmlns="http://schemas.openxmlformats.org/package/2006/relationships"><Relationship Type="http://schemas.openxmlformats.org/officeDocument/2006/relationships/slide" Target="../slides/slide57.xml" Id="R3c900e01a1ca467a"/><Relationship Type="http://schemas.openxmlformats.org/officeDocument/2006/relationships/notesMaster" Target="../notesMasters/notesMaster5.xml" Id="Rc1ebd565109a4ec4"/></Relationships>
</file>

<file path=ppt/notesSlides/_rels/notesSlide58.xml.rels><?xml version="1.0" encoding="utf-8"?><Relationships xmlns="http://schemas.openxmlformats.org/package/2006/relationships"><Relationship Type="http://schemas.openxmlformats.org/officeDocument/2006/relationships/slide" Target="../slides/slide58.xml" Id="Rc9ecc9103f554bba"/><Relationship Type="http://schemas.openxmlformats.org/officeDocument/2006/relationships/notesMaster" Target="../notesMasters/notesMaster5.xml" Id="R7b5c6a8312314b31"/></Relationships>
</file>

<file path=ppt/notesSlides/_rels/notesSlide59.xml.rels><?xml version="1.0" encoding="utf-8"?><Relationships xmlns="http://schemas.openxmlformats.org/package/2006/relationships"><Relationship Type="http://schemas.openxmlformats.org/officeDocument/2006/relationships/slide" Target="../slides/slide59.xml" Id="R468a720c215548f3"/><Relationship Type="http://schemas.openxmlformats.org/officeDocument/2006/relationships/notesMaster" Target="../notesMasters/notesMaster5.xml" Id="R2e870824d93f4150"/></Relationships>
</file>

<file path=ppt/notesSlides/_rels/notesSlide60.xml.rels><?xml version="1.0" encoding="utf-8"?><Relationships xmlns="http://schemas.openxmlformats.org/package/2006/relationships"><Relationship Type="http://schemas.openxmlformats.org/officeDocument/2006/relationships/slide" Target="../slides/slide60.xml" Id="R8d10afa13d654619"/><Relationship Type="http://schemas.openxmlformats.org/officeDocument/2006/relationships/notesMaster" Target="../notesMasters/notesMaster5.xml" Id="R909369f469a04481"/></Relationships>
</file>

<file path=ppt/notesSlides/_rels/notesSlide61.xml.rels><?xml version="1.0" encoding="utf-8"?><Relationships xmlns="http://schemas.openxmlformats.org/package/2006/relationships"><Relationship Type="http://schemas.openxmlformats.org/officeDocument/2006/relationships/slide" Target="../slides/slide61.xml" Id="Re8e86f8c1d8d438c"/><Relationship Type="http://schemas.openxmlformats.org/officeDocument/2006/relationships/notesMaster" Target="../notesMasters/notesMaster5.xml" Id="R0c28dba7177145db"/></Relationships>
</file>

<file path=ppt/notesSlides/_rels/notesSlide62.xml.rels><?xml version="1.0" encoding="utf-8"?><Relationships xmlns="http://schemas.openxmlformats.org/package/2006/relationships"><Relationship Type="http://schemas.openxmlformats.org/officeDocument/2006/relationships/slide" Target="../slides/slide62.xml" Id="Reb5d3337b29542ff"/><Relationship Type="http://schemas.openxmlformats.org/officeDocument/2006/relationships/notesMaster" Target="../notesMasters/notesMaster5.xml" Id="R94a4dae5eb364c7c"/></Relationships>
</file>

<file path=ppt/notesSlides/_rels/notesSlide63.xml.rels><?xml version="1.0" encoding="utf-8"?><Relationships xmlns="http://schemas.openxmlformats.org/package/2006/relationships"><Relationship Type="http://schemas.openxmlformats.org/officeDocument/2006/relationships/slide" Target="../slides/slide63.xml" Id="Raf944f4fcf204b34"/><Relationship Type="http://schemas.openxmlformats.org/officeDocument/2006/relationships/notesMaster" Target="../notesMasters/notesMaster5.xml" Id="R35a23e84d1374ee0"/></Relationships>
</file>

<file path=ppt/notesSlides/_rels/notesSlide64.xml.rels><?xml version="1.0" encoding="utf-8"?><Relationships xmlns="http://schemas.openxmlformats.org/package/2006/relationships"><Relationship Type="http://schemas.openxmlformats.org/officeDocument/2006/relationships/slide" Target="../slides/slide64.xml" Id="R66ab307ab5cf471c"/><Relationship Type="http://schemas.openxmlformats.org/officeDocument/2006/relationships/notesMaster" Target="../notesMasters/notesMaster5.xml" Id="Rfb098c9792144639"/></Relationships>
</file>

<file path=ppt/notesSlides/_rels/notesSlide65.xml.rels><?xml version="1.0" encoding="utf-8"?><Relationships xmlns="http://schemas.openxmlformats.org/package/2006/relationships"><Relationship Type="http://schemas.openxmlformats.org/officeDocument/2006/relationships/slide" Target="../slides/slide65.xml" Id="R09b1b577718f4ac1"/><Relationship Type="http://schemas.openxmlformats.org/officeDocument/2006/relationships/notesMaster" Target="../notesMasters/notesMaster5.xml" Id="R490d29519ffa4719"/></Relationships>
</file>

<file path=ppt/notesSlides/_rels/notesSlide66.xml.rels><?xml version="1.0" encoding="utf-8"?><Relationships xmlns="http://schemas.openxmlformats.org/package/2006/relationships"><Relationship Type="http://schemas.openxmlformats.org/officeDocument/2006/relationships/slide" Target="../slides/slide66.xml" Id="Ra1cc386f9c07450c"/><Relationship Type="http://schemas.openxmlformats.org/officeDocument/2006/relationships/notesMaster" Target="../notesMasters/notesMaster5.xml" Id="R5d5446fefc954395"/></Relationships>
</file>

<file path=ppt/notesSlides/_rels/notesSlide67.xml.rels><?xml version="1.0" encoding="utf-8"?><Relationships xmlns="http://schemas.openxmlformats.org/package/2006/relationships"><Relationship Type="http://schemas.openxmlformats.org/officeDocument/2006/relationships/slide" Target="../slides/slide67.xml" Id="Rf90ea439ee3a4c0b"/><Relationship Type="http://schemas.openxmlformats.org/officeDocument/2006/relationships/notesMaster" Target="../notesMasters/notesMaster6.xml" Id="R7655bef6762d442d"/></Relationships>
</file>

<file path=ppt/notesSlides/_rels/notesSlide68.xml.rels><?xml version="1.0" encoding="utf-8"?><Relationships xmlns="http://schemas.openxmlformats.org/package/2006/relationships"><Relationship Type="http://schemas.openxmlformats.org/officeDocument/2006/relationships/slide" Target="../slides/slide68.xml" Id="R7b3e5eba99354292"/><Relationship Type="http://schemas.openxmlformats.org/officeDocument/2006/relationships/notesMaster" Target="../notesMasters/notesMaster6.xml" Id="R2f109b3a22c34055"/></Relationships>
</file>

<file path=ppt/notesSlides/_rels/notesSlide69.xml.rels><?xml version="1.0" encoding="utf-8"?><Relationships xmlns="http://schemas.openxmlformats.org/package/2006/relationships"><Relationship Type="http://schemas.openxmlformats.org/officeDocument/2006/relationships/slide" Target="../slides/slide69.xml" Id="Rdafa6bbc9bff4a7c"/><Relationship Type="http://schemas.openxmlformats.org/officeDocument/2006/relationships/notesMaster" Target="../notesMasters/notesMaster6.xml" Id="Rb20a5850f43749da"/></Relationships>
</file>

<file path=ppt/notesSlides/_rels/notesSlide70.xml.rels><?xml version="1.0" encoding="utf-8"?><Relationships xmlns="http://schemas.openxmlformats.org/package/2006/relationships"><Relationship Type="http://schemas.openxmlformats.org/officeDocument/2006/relationships/slide" Target="../slides/slide70.xml" Id="R9b19e0c3e67b4327"/><Relationship Type="http://schemas.openxmlformats.org/officeDocument/2006/relationships/notesMaster" Target="../notesMasters/notesMaster6.xml" Id="R85d04d8622df4443"/></Relationships>
</file>

<file path=ppt/notesSlides/_rels/notesSlide71.xml.rels><?xml version="1.0" encoding="utf-8"?><Relationships xmlns="http://schemas.openxmlformats.org/package/2006/relationships"><Relationship Type="http://schemas.openxmlformats.org/officeDocument/2006/relationships/slide" Target="../slides/slide71.xml" Id="Ra59da24776924450"/><Relationship Type="http://schemas.openxmlformats.org/officeDocument/2006/relationships/notesMaster" Target="../notesMasters/notesMaster6.xml" Id="Rda164251073142cb"/></Relationships>
</file>

<file path=ppt/notesSlides/_rels/notesSlide72.xml.rels><?xml version="1.0" encoding="utf-8"?><Relationships xmlns="http://schemas.openxmlformats.org/package/2006/relationships"><Relationship Type="http://schemas.openxmlformats.org/officeDocument/2006/relationships/slide" Target="../slides/slide72.xml" Id="R0c49a08f07ab4330"/><Relationship Type="http://schemas.openxmlformats.org/officeDocument/2006/relationships/notesMaster" Target="../notesMasters/notesMaster6.xml" Id="R4d7a75d389ca4c82"/></Relationships>
</file>

<file path=ppt/notesSlides/_rels/notesSlide73.xml.rels><?xml version="1.0" encoding="utf-8"?><Relationships xmlns="http://schemas.openxmlformats.org/package/2006/relationships"><Relationship Type="http://schemas.openxmlformats.org/officeDocument/2006/relationships/slide" Target="../slides/slide73.xml" Id="R27556926e5544787"/><Relationship Type="http://schemas.openxmlformats.org/officeDocument/2006/relationships/notesMaster" Target="../notesMasters/notesMaster6.xml" Id="R4de011a39ebe4d7e"/></Relationships>
</file>

<file path=ppt/notesSlides/_rels/notesSlide74.xml.rels><?xml version="1.0" encoding="utf-8"?><Relationships xmlns="http://schemas.openxmlformats.org/package/2006/relationships"><Relationship Type="http://schemas.openxmlformats.org/officeDocument/2006/relationships/slide" Target="../slides/slide74.xml" Id="R11f6ddf6bc0741a8"/><Relationship Type="http://schemas.openxmlformats.org/officeDocument/2006/relationships/notesMaster" Target="../notesMasters/notesMaster6.xml" Id="R6fcb8f411a5844dc"/></Relationships>
</file>

<file path=ppt/notesSlides/_rels/notesSlide75.xml.rels><?xml version="1.0" encoding="utf-8"?><Relationships xmlns="http://schemas.openxmlformats.org/package/2006/relationships"><Relationship Type="http://schemas.openxmlformats.org/officeDocument/2006/relationships/slide" Target="../slides/slide75.xml" Id="Ref33f4a5e8d74fa2"/><Relationship Type="http://schemas.openxmlformats.org/officeDocument/2006/relationships/notesMaster" Target="../notesMasters/notesMaster6.xml" Id="R6ae42c69acc045be"/></Relationships>
</file>

<file path=ppt/notesSlides/_rels/notesSlide76.xml.rels><?xml version="1.0" encoding="utf-8"?><Relationships xmlns="http://schemas.openxmlformats.org/package/2006/relationships"><Relationship Type="http://schemas.openxmlformats.org/officeDocument/2006/relationships/slide" Target="../slides/slide76.xml" Id="R9b62c39436bc4142"/><Relationship Type="http://schemas.openxmlformats.org/officeDocument/2006/relationships/notesMaster" Target="../notesMasters/notesMaster6.xml" Id="R66fae8a824e94cd3"/></Relationships>
</file>

<file path=ppt/notesSlides/_rels/notesSlide77.xml.rels><?xml version="1.0" encoding="utf-8"?><Relationships xmlns="http://schemas.openxmlformats.org/package/2006/relationships"><Relationship Type="http://schemas.openxmlformats.org/officeDocument/2006/relationships/slide" Target="../slides/slide77.xml" Id="Ree4af887734f46eb"/><Relationship Type="http://schemas.openxmlformats.org/officeDocument/2006/relationships/notesMaster" Target="../notesMasters/notesMaster6.xml" Id="R95c0dd3869ae415e"/></Relationships>
</file>

<file path=ppt/notesSlides/_rels/notesSlide78.xml.rels><?xml version="1.0" encoding="utf-8"?><Relationships xmlns="http://schemas.openxmlformats.org/package/2006/relationships"><Relationship Type="http://schemas.openxmlformats.org/officeDocument/2006/relationships/slide" Target="../slides/slide78.xml" Id="R6f4a1a892fe74d89"/><Relationship Type="http://schemas.openxmlformats.org/officeDocument/2006/relationships/notesMaster" Target="../notesMasters/notesMaster6.xml" Id="R39df9544d2014f23"/></Relationships>
</file>

<file path=ppt/notesSlides/_rels/notesSlide79.xml.rels><?xml version="1.0" encoding="utf-8"?><Relationships xmlns="http://schemas.openxmlformats.org/package/2006/relationships"><Relationship Type="http://schemas.openxmlformats.org/officeDocument/2006/relationships/slide" Target="../slides/slide79.xml" Id="R3c1bf9bf97d848f0"/><Relationship Type="http://schemas.openxmlformats.org/officeDocument/2006/relationships/notesMaster" Target="../notesMasters/notesMaster6.xml" Id="Ra8aaf41e220a4af6"/></Relationships>
</file>

<file path=ppt/notesSlides/_rels/notesSlide80.xml.rels><?xml version="1.0" encoding="utf-8"?><Relationships xmlns="http://schemas.openxmlformats.org/package/2006/relationships"><Relationship Type="http://schemas.openxmlformats.org/officeDocument/2006/relationships/slide" Target="../slides/slide80.xml" Id="Rf86a27523d464624"/><Relationship Type="http://schemas.openxmlformats.org/officeDocument/2006/relationships/notesMaster" Target="../notesMasters/notesMaster6.xml" Id="R16e47cfe707b454c"/></Relationships>
</file>

<file path=ppt/notesSlides/_rels/notesSlide81.xml.rels><?xml version="1.0" encoding="utf-8"?><Relationships xmlns="http://schemas.openxmlformats.org/package/2006/relationships"><Relationship Type="http://schemas.openxmlformats.org/officeDocument/2006/relationships/slide" Target="../slides/slide81.xml" Id="Rc954b9a5cb2847c4"/><Relationship Type="http://schemas.openxmlformats.org/officeDocument/2006/relationships/notesMaster" Target="../notesMasters/notesMaster6.xml" Id="Rf001d6e5ee0f4cec"/></Relationships>
</file>

<file path=ppt/notesSlides/_rels/notesSlide82.xml.rels><?xml version="1.0" encoding="utf-8"?><Relationships xmlns="http://schemas.openxmlformats.org/package/2006/relationships"><Relationship Type="http://schemas.openxmlformats.org/officeDocument/2006/relationships/slide" Target="../slides/slide82.xml" Id="Ra2015cff7a9f446b"/><Relationship Type="http://schemas.openxmlformats.org/officeDocument/2006/relationships/notesMaster" Target="../notesMasters/notesMaster6.xml" Id="R03bc10a4269b48f2"/></Relationships>
</file>

<file path=ppt/notesSlides/_rels/notesSlide83.xml.rels><?xml version="1.0" encoding="utf-8"?><Relationships xmlns="http://schemas.openxmlformats.org/package/2006/relationships"><Relationship Type="http://schemas.openxmlformats.org/officeDocument/2006/relationships/slide" Target="../slides/slide83.xml" Id="Rf567f79c3c5b4b32"/><Relationship Type="http://schemas.openxmlformats.org/officeDocument/2006/relationships/notesMaster" Target="../notesMasters/notesMaster6.xml" Id="R0eeabe3ded11489a"/></Relationships>
</file>

<file path=ppt/notesSlides/_rels/notesSlide84.xml.rels><?xml version="1.0" encoding="utf-8"?><Relationships xmlns="http://schemas.openxmlformats.org/package/2006/relationships"><Relationship Type="http://schemas.openxmlformats.org/officeDocument/2006/relationships/slide" Target="../slides/slide84.xml" Id="Rca65ccce0a6349b7"/><Relationship Type="http://schemas.openxmlformats.org/officeDocument/2006/relationships/notesMaster" Target="../notesMasters/notesMaster6.xml" Id="R9d6aa6647d0a4551"/></Relationships>
</file>

<file path=ppt/notesSlides/_rels/notesSlide85.xml.rels><?xml version="1.0" encoding="utf-8"?><Relationships xmlns="http://schemas.openxmlformats.org/package/2006/relationships"><Relationship Type="http://schemas.openxmlformats.org/officeDocument/2006/relationships/slide" Target="../slides/slide85.xml" Id="R6e237dea87a84579"/><Relationship Type="http://schemas.openxmlformats.org/officeDocument/2006/relationships/notesMaster" Target="../notesMasters/notesMaster6.xml" Id="R83edfddbb0234996"/></Relationships>
</file>

<file path=ppt/notesSlides/_rels/notesSlide86.xml.rels><?xml version="1.0" encoding="utf-8"?><Relationships xmlns="http://schemas.openxmlformats.org/package/2006/relationships"><Relationship Type="http://schemas.openxmlformats.org/officeDocument/2006/relationships/slide" Target="../slides/slide86.xml" Id="R3fbca75046b54483"/><Relationship Type="http://schemas.openxmlformats.org/officeDocument/2006/relationships/notesMaster" Target="../notesMasters/notesMaster6.xml" Id="Rea4a2c24009744ce"/></Relationships>
</file>

<file path=ppt/notesSlides/_rels/notesSlide87.xml.rels><?xml version="1.0" encoding="utf-8"?><Relationships xmlns="http://schemas.openxmlformats.org/package/2006/relationships"><Relationship Type="http://schemas.openxmlformats.org/officeDocument/2006/relationships/slide" Target="../slides/slide87.xml" Id="R9f1938e45c57410c"/><Relationship Type="http://schemas.openxmlformats.org/officeDocument/2006/relationships/notesMaster" Target="../notesMasters/notesMaster6.xml" Id="R5e9e0f3d997f45e6"/></Relationships>
</file>

<file path=ppt/notesSlides/_rels/notesSlide88.xml.rels><?xml version="1.0" encoding="utf-8"?><Relationships xmlns="http://schemas.openxmlformats.org/package/2006/relationships"><Relationship Type="http://schemas.openxmlformats.org/officeDocument/2006/relationships/slide" Target="../slides/slide88.xml" Id="R80c0a0e63afe48a2"/><Relationship Type="http://schemas.openxmlformats.org/officeDocument/2006/relationships/notesMaster" Target="../notesMasters/notesMaster6.xml" Id="R4b196e59a0de412d"/></Relationships>
</file>

<file path=ppt/notesSlides/_rels/notesSlide89.xml.rels><?xml version="1.0" encoding="utf-8"?><Relationships xmlns="http://schemas.openxmlformats.org/package/2006/relationships"><Relationship Type="http://schemas.openxmlformats.org/officeDocument/2006/relationships/slide" Target="../slides/slide89.xml" Id="Rce9a7edec699495c"/><Relationship Type="http://schemas.openxmlformats.org/officeDocument/2006/relationships/notesMaster" Target="../notesMasters/notesMaster6.xml" Id="Racd56c5e50cf4268"/></Relationships>
</file>

<file path=ppt/notesSlides/_rels/notesSlide90.xml.rels><?xml version="1.0" encoding="utf-8"?><Relationships xmlns="http://schemas.openxmlformats.org/package/2006/relationships"><Relationship Type="http://schemas.openxmlformats.org/officeDocument/2006/relationships/slide" Target="../slides/slide90.xml" Id="Rc090719c94714c56"/><Relationship Type="http://schemas.openxmlformats.org/officeDocument/2006/relationships/notesMaster" Target="../notesMasters/notesMaster6.xml" Id="R497025de6f0a4f7b"/></Relationships>
</file>

<file path=ppt/notesSlides/_rels/notesSlide91.xml.rels><?xml version="1.0" encoding="utf-8"?><Relationships xmlns="http://schemas.openxmlformats.org/package/2006/relationships"><Relationship Type="http://schemas.openxmlformats.org/officeDocument/2006/relationships/slide" Target="../slides/slide91.xml" Id="R0f219db9681c478d"/><Relationship Type="http://schemas.openxmlformats.org/officeDocument/2006/relationships/notesMaster" Target="../notesMasters/notesMaster7.xml" Id="R478d1cf34ac546dd"/></Relationships>
</file>

<file path=ppt/notesSlides/_rels/notesSlide92.xml.rels><?xml version="1.0" encoding="utf-8"?><Relationships xmlns="http://schemas.openxmlformats.org/package/2006/relationships"><Relationship Type="http://schemas.openxmlformats.org/officeDocument/2006/relationships/slide" Target="../slides/slide92.xml" Id="Rb53d544226df4d39"/><Relationship Type="http://schemas.openxmlformats.org/officeDocument/2006/relationships/notesMaster" Target="../notesMasters/notesMaster7.xml" Id="R8f6edb0d107d41ba"/></Relationships>
</file>

<file path=ppt/notesSlides/_rels/notesSlide93.xml.rels><?xml version="1.0" encoding="utf-8"?><Relationships xmlns="http://schemas.openxmlformats.org/package/2006/relationships"><Relationship Type="http://schemas.openxmlformats.org/officeDocument/2006/relationships/slide" Target="../slides/slide93.xml" Id="R6f9b2a3515834788"/><Relationship Type="http://schemas.openxmlformats.org/officeDocument/2006/relationships/notesMaster" Target="../notesMasters/notesMaster7.xml" Id="Re4a6e76c17f84668"/></Relationships>
</file>

<file path=ppt/notesSlides/_rels/notesSlide94.xml.rels><?xml version="1.0" encoding="utf-8"?><Relationships xmlns="http://schemas.openxmlformats.org/package/2006/relationships"><Relationship Type="http://schemas.openxmlformats.org/officeDocument/2006/relationships/slide" Target="../slides/slide94.xml" Id="Re9ad6a025716414e"/><Relationship Type="http://schemas.openxmlformats.org/officeDocument/2006/relationships/notesMaster" Target="../notesMasters/notesMaster7.xml" Id="R74a800a9c28541c6"/></Relationships>
</file>

<file path=ppt/notesSlides/_rels/notesSlide95.xml.rels><?xml version="1.0" encoding="utf-8"?><Relationships xmlns="http://schemas.openxmlformats.org/package/2006/relationships"><Relationship Type="http://schemas.openxmlformats.org/officeDocument/2006/relationships/slide" Target="../slides/slide95.xml" Id="R61faf25b2cb249b5"/><Relationship Type="http://schemas.openxmlformats.org/officeDocument/2006/relationships/notesMaster" Target="../notesMasters/notesMaster7.xml" Id="Rf0bbb62095ee4062"/></Relationships>
</file>

<file path=ppt/notesSlides/_rels/notesSlide96.xml.rels><?xml version="1.0" encoding="utf-8"?><Relationships xmlns="http://schemas.openxmlformats.org/package/2006/relationships"><Relationship Type="http://schemas.openxmlformats.org/officeDocument/2006/relationships/slide" Target="../slides/slide96.xml" Id="Rae7b840fc7464ccd"/><Relationship Type="http://schemas.openxmlformats.org/officeDocument/2006/relationships/notesMaster" Target="../notesMasters/notesMaster7.xml" Id="R5f3131625ece43a3"/></Relationships>
</file>

<file path=ppt/notesSlides/_rels/notesSlide97.xml.rels><?xml version="1.0" encoding="utf-8"?><Relationships xmlns="http://schemas.openxmlformats.org/package/2006/relationships"><Relationship Type="http://schemas.openxmlformats.org/officeDocument/2006/relationships/slide" Target="../slides/slide97.xml" Id="Rf6360926b4a742a0"/><Relationship Type="http://schemas.openxmlformats.org/officeDocument/2006/relationships/notesMaster" Target="../notesMasters/notesMaster7.xml" Id="Rfc3a8ee5d8e44fa4"/></Relationships>
</file>

<file path=ppt/notesSlides/_rels/notesSlide98.xml.rels><?xml version="1.0" encoding="utf-8"?><Relationships xmlns="http://schemas.openxmlformats.org/package/2006/relationships"><Relationship Type="http://schemas.openxmlformats.org/officeDocument/2006/relationships/slide" Target="../slides/slide98.xml" Id="Rf02f407d839a4e61"/><Relationship Type="http://schemas.openxmlformats.org/officeDocument/2006/relationships/notesMaster" Target="../notesMasters/notesMaster7.xml" Id="R031d2426e0d943d0"/></Relationships>
</file>

<file path=ppt/notesSlides/_rels/notesSlide99.xml.rels><?xml version="1.0" encoding="utf-8"?><Relationships xmlns="http://schemas.openxmlformats.org/package/2006/relationships"><Relationship Type="http://schemas.openxmlformats.org/officeDocument/2006/relationships/slide" Target="../slides/slide99.xml" Id="R5db763e315c04c6c"/><Relationship Type="http://schemas.openxmlformats.org/officeDocument/2006/relationships/notesMaster" Target="../notesMasters/notesMaster7.xml" Id="R0993a481893e4392"/></Relationships>
</file>

<file path=ppt/notesSlides/_rels/notesSlide100.xml.rels><?xml version="1.0" encoding="utf-8"?><Relationships xmlns="http://schemas.openxmlformats.org/package/2006/relationships"><Relationship Type="http://schemas.openxmlformats.org/officeDocument/2006/relationships/slide" Target="../slides/slide100.xml" Id="Raf237a9804b440d8"/><Relationship Type="http://schemas.openxmlformats.org/officeDocument/2006/relationships/notesMaster" Target="../notesMasters/notesMaster7.xml" Id="R9ef868f6f5694d19"/></Relationships>
</file>

<file path=ppt/notesSlides/_rels/notesSlide101.xml.rels><?xml version="1.0" encoding="utf-8"?><Relationships xmlns="http://schemas.openxmlformats.org/package/2006/relationships"><Relationship Type="http://schemas.openxmlformats.org/officeDocument/2006/relationships/slide" Target="../slides/slide101.xml" Id="Reb2aad0609554b53"/><Relationship Type="http://schemas.openxmlformats.org/officeDocument/2006/relationships/notesMaster" Target="../notesMasters/notesMaster7.xml" Id="Rc10e3d33884d40a9"/></Relationships>
</file>

<file path=ppt/notesSlides/_rels/notesSlide102.xml.rels><?xml version="1.0" encoding="utf-8"?><Relationships xmlns="http://schemas.openxmlformats.org/package/2006/relationships"><Relationship Type="http://schemas.openxmlformats.org/officeDocument/2006/relationships/slide" Target="../slides/slide102.xml" Id="R9cda696344eb4354"/><Relationship Type="http://schemas.openxmlformats.org/officeDocument/2006/relationships/notesMaster" Target="../notesMasters/notesMaster7.xml" Id="Rcb83f2f21e6a4160"/></Relationships>
</file>

<file path=ppt/notesSlides/_rels/notesSlide103.xml.rels><?xml version="1.0" encoding="utf-8"?><Relationships xmlns="http://schemas.openxmlformats.org/package/2006/relationships"><Relationship Type="http://schemas.openxmlformats.org/officeDocument/2006/relationships/slide" Target="../slides/slide103.xml" Id="R346c07768b12476e"/><Relationship Type="http://schemas.openxmlformats.org/officeDocument/2006/relationships/notesMaster" Target="../notesMasters/notesMaster7.xml" Id="Rb3a3a09e79cd404c"/></Relationships>
</file>

<file path=ppt/notesSlides/_rels/notesSlide104.xml.rels><?xml version="1.0" encoding="utf-8"?><Relationships xmlns="http://schemas.openxmlformats.org/package/2006/relationships"><Relationship Type="http://schemas.openxmlformats.org/officeDocument/2006/relationships/slide" Target="../slides/slide104.xml" Id="R4e4b7c7793db4994"/><Relationship Type="http://schemas.openxmlformats.org/officeDocument/2006/relationships/notesMaster" Target="../notesMasters/notesMaster7.xml" Id="R314110b3c9c140bd"/></Relationships>
</file>

<file path=ppt/notesSlides/_rels/notesSlide105.xml.rels><?xml version="1.0" encoding="utf-8"?><Relationships xmlns="http://schemas.openxmlformats.org/package/2006/relationships"><Relationship Type="http://schemas.openxmlformats.org/officeDocument/2006/relationships/slide" Target="../slides/slide105.xml" Id="R2520616a9e234ddf"/><Relationship Type="http://schemas.openxmlformats.org/officeDocument/2006/relationships/notesMaster" Target="../notesMasters/notesMaster7.xml" Id="Rec428c98e3054730"/></Relationships>
</file>

<file path=ppt/notesSlides/_rels/notesSlide106.xml.rels><?xml version="1.0" encoding="utf-8"?><Relationships xmlns="http://schemas.openxmlformats.org/package/2006/relationships"><Relationship Type="http://schemas.openxmlformats.org/officeDocument/2006/relationships/slide" Target="../slides/slide106.xml" Id="R212623f01dae4d6e"/><Relationship Type="http://schemas.openxmlformats.org/officeDocument/2006/relationships/notesMaster" Target="../notesMasters/notesMaster7.xml" Id="R25aa5d4c69264d92"/></Relationships>
</file>

<file path=ppt/notesSlides/_rels/notesSlide107.xml.rels><?xml version="1.0" encoding="utf-8"?><Relationships xmlns="http://schemas.openxmlformats.org/package/2006/relationships"><Relationship Type="http://schemas.openxmlformats.org/officeDocument/2006/relationships/slide" Target="../slides/slide107.xml" Id="R2725bf57e68344d9"/><Relationship Type="http://schemas.openxmlformats.org/officeDocument/2006/relationships/notesMaster" Target="../notesMasters/notesMaster8.xml" Id="Rcc53f4b281f94e21"/></Relationships>
</file>

<file path=ppt/notesSlides/_rels/notesSlide108.xml.rels><?xml version="1.0" encoding="utf-8"?><Relationships xmlns="http://schemas.openxmlformats.org/package/2006/relationships"><Relationship Type="http://schemas.openxmlformats.org/officeDocument/2006/relationships/slide" Target="../slides/slide108.xml" Id="R1da64b795ed74140"/><Relationship Type="http://schemas.openxmlformats.org/officeDocument/2006/relationships/notesMaster" Target="../notesMasters/notesMaster8.xml" Id="Rb92808bbcb824fcc"/></Relationships>
</file>

<file path=ppt/notesSlides/_rels/notesSlide109.xml.rels><?xml version="1.0" encoding="utf-8"?><Relationships xmlns="http://schemas.openxmlformats.org/package/2006/relationships"><Relationship Type="http://schemas.openxmlformats.org/officeDocument/2006/relationships/slide" Target="../slides/slide109.xml" Id="R9b07fa742c194a99"/><Relationship Type="http://schemas.openxmlformats.org/officeDocument/2006/relationships/notesMaster" Target="../notesMasters/notesMaster8.xml" Id="R120106ea80f346a5"/></Relationships>
</file>

<file path=ppt/notesSlides/_rels/notesSlide110.xml.rels><?xml version="1.0" encoding="utf-8"?><Relationships xmlns="http://schemas.openxmlformats.org/package/2006/relationships"><Relationship Type="http://schemas.openxmlformats.org/officeDocument/2006/relationships/slide" Target="../slides/slide110.xml" Id="Ra414cd4777ed40f8"/><Relationship Type="http://schemas.openxmlformats.org/officeDocument/2006/relationships/notesMaster" Target="../notesMasters/notesMaster8.xml" Id="Rd4a530eb12f740a0"/></Relationships>
</file>

<file path=ppt/notesSlides/_rels/notesSlide111.xml.rels><?xml version="1.0" encoding="utf-8"?><Relationships xmlns="http://schemas.openxmlformats.org/package/2006/relationships"><Relationship Type="http://schemas.openxmlformats.org/officeDocument/2006/relationships/slide" Target="../slides/slide111.xml" Id="R2ae90bbb328d4f29"/><Relationship Type="http://schemas.openxmlformats.org/officeDocument/2006/relationships/notesMaster" Target="../notesMasters/notesMaster8.xml" Id="Rebc1eeb72e374843"/></Relationships>
</file>

<file path=ppt/notesSlides/_rels/notesSlide112.xml.rels><?xml version="1.0" encoding="utf-8"?><Relationships xmlns="http://schemas.openxmlformats.org/package/2006/relationships"><Relationship Type="http://schemas.openxmlformats.org/officeDocument/2006/relationships/slide" Target="../slides/slide112.xml" Id="R411f3f34d556474f"/><Relationship Type="http://schemas.openxmlformats.org/officeDocument/2006/relationships/notesMaster" Target="../notesMasters/notesMaster8.xml" Id="R749da626a77d4959"/></Relationships>
</file>

<file path=ppt/notesSlides/_rels/notesSlide113.xml.rels><?xml version="1.0" encoding="utf-8"?><Relationships xmlns="http://schemas.openxmlformats.org/package/2006/relationships"><Relationship Type="http://schemas.openxmlformats.org/officeDocument/2006/relationships/slide" Target="../slides/slide113.xml" Id="Rf5820301c4424a36"/><Relationship Type="http://schemas.openxmlformats.org/officeDocument/2006/relationships/notesMaster" Target="../notesMasters/notesMaster8.xml" Id="R310e89429cb549a4"/></Relationships>
</file>

<file path=ppt/notesSlides/_rels/notesSlide114.xml.rels><?xml version="1.0" encoding="utf-8"?><Relationships xmlns="http://schemas.openxmlformats.org/package/2006/relationships"><Relationship Type="http://schemas.openxmlformats.org/officeDocument/2006/relationships/slide" Target="../slides/slide114.xml" Id="Ra6ed9db4e2674757"/><Relationship Type="http://schemas.openxmlformats.org/officeDocument/2006/relationships/notesMaster" Target="../notesMasters/notesMaster8.xml" Id="R6ddaff8897a64a2a"/></Relationships>
</file>

<file path=ppt/notesSlides/_rels/notesSlide115.xml.rels><?xml version="1.0" encoding="utf-8"?><Relationships xmlns="http://schemas.openxmlformats.org/package/2006/relationships"><Relationship Type="http://schemas.openxmlformats.org/officeDocument/2006/relationships/slide" Target="../slides/slide115.xml" Id="Rbb25a1c693b449a9"/><Relationship Type="http://schemas.openxmlformats.org/officeDocument/2006/relationships/notesMaster" Target="../notesMasters/notesMaster8.xml" Id="Re944264a1de94cce"/></Relationships>
</file>

<file path=ppt/notesSlides/_rels/notesSlide116.xml.rels><?xml version="1.0" encoding="utf-8"?><Relationships xmlns="http://schemas.openxmlformats.org/package/2006/relationships"><Relationship Type="http://schemas.openxmlformats.org/officeDocument/2006/relationships/slide" Target="../slides/slide116.xml" Id="R213036091c204098"/><Relationship Type="http://schemas.openxmlformats.org/officeDocument/2006/relationships/notesMaster" Target="../notesMasters/notesMaster8.xml" Id="Rfe4143a5297b4763"/></Relationships>
</file>

<file path=ppt/notesSlides/_rels/notesSlide117.xml.rels><?xml version="1.0" encoding="utf-8"?><Relationships xmlns="http://schemas.openxmlformats.org/package/2006/relationships"><Relationship Type="http://schemas.openxmlformats.org/officeDocument/2006/relationships/slide" Target="../slides/slide117.xml" Id="R91d4d77647f942dd"/><Relationship Type="http://schemas.openxmlformats.org/officeDocument/2006/relationships/notesMaster" Target="../notesMasters/notesMaster8.xml" Id="Rc7a78c90a8a34c13"/></Relationships>
</file>

<file path=ppt/notesSlides/_rels/notesSlide118.xml.rels><?xml version="1.0" encoding="utf-8"?><Relationships xmlns="http://schemas.openxmlformats.org/package/2006/relationships"><Relationship Type="http://schemas.openxmlformats.org/officeDocument/2006/relationships/slide" Target="../slides/slide118.xml" Id="R4edbb617290b44b6"/><Relationship Type="http://schemas.openxmlformats.org/officeDocument/2006/relationships/notesMaster" Target="../notesMasters/notesMaster8.xml" Id="Rad5baf30dbe145d2"/></Relationships>
</file>

<file path=ppt/notesSlides/_rels/notesSlide119.xml.rels><?xml version="1.0" encoding="utf-8"?><Relationships xmlns="http://schemas.openxmlformats.org/package/2006/relationships"><Relationship Type="http://schemas.openxmlformats.org/officeDocument/2006/relationships/slide" Target="../slides/slide119.xml" Id="Re9124974e8b24bc0"/><Relationship Type="http://schemas.openxmlformats.org/officeDocument/2006/relationships/notesMaster" Target="../notesMasters/notesMaster8.xml" Id="Rb006108ba2c748d5"/></Relationships>
</file>

<file path=ppt/notesSlides/_rels/notesSlide120.xml.rels><?xml version="1.0" encoding="utf-8"?><Relationships xmlns="http://schemas.openxmlformats.org/package/2006/relationships"><Relationship Type="http://schemas.openxmlformats.org/officeDocument/2006/relationships/slide" Target="../slides/slide120.xml" Id="Rbf0856d8253e4dde"/><Relationship Type="http://schemas.openxmlformats.org/officeDocument/2006/relationships/notesMaster" Target="../notesMasters/notesMaster8.xml" Id="Rd59fb54ca50a4875"/></Relationships>
</file>

<file path=ppt/notesSlides/_rels/notesSlide121.xml.rels><?xml version="1.0" encoding="utf-8"?><Relationships xmlns="http://schemas.openxmlformats.org/package/2006/relationships"><Relationship Type="http://schemas.openxmlformats.org/officeDocument/2006/relationships/slide" Target="../slides/slide121.xml" Id="Rceffb5cb02804f7f"/><Relationship Type="http://schemas.openxmlformats.org/officeDocument/2006/relationships/notesMaster" Target="../notesMasters/notesMaster8.xml" Id="R14fbd38e7d8340f9"/></Relationships>
</file>

<file path=ppt/notesSlides/_rels/notesSlide122.xml.rels><?xml version="1.0" encoding="utf-8"?><Relationships xmlns="http://schemas.openxmlformats.org/package/2006/relationships"><Relationship Type="http://schemas.openxmlformats.org/officeDocument/2006/relationships/slide" Target="../slides/slide122.xml" Id="Rc41ffc474f9e4da9"/><Relationship Type="http://schemas.openxmlformats.org/officeDocument/2006/relationships/notesMaster" Target="../notesMasters/notesMaster8.xml" Id="R3345b7e1e64c4e35"/></Relationships>
</file>

<file path=ppt/notesSlides/_rels/notesSlide123.xml.rels><?xml version="1.0" encoding="utf-8"?><Relationships xmlns="http://schemas.openxmlformats.org/package/2006/relationships"><Relationship Type="http://schemas.openxmlformats.org/officeDocument/2006/relationships/slide" Target="../slides/slide123.xml" Id="Rb7ea56aa58944496"/><Relationship Type="http://schemas.openxmlformats.org/officeDocument/2006/relationships/notesMaster" Target="../notesMasters/notesMaster8.xml" Id="R86089bbe46a74f66"/></Relationships>
</file>

<file path=ppt/notesSlides/_rels/notesSlide124.xml.rels><?xml version="1.0" encoding="utf-8"?><Relationships xmlns="http://schemas.openxmlformats.org/package/2006/relationships"><Relationship Type="http://schemas.openxmlformats.org/officeDocument/2006/relationships/slide" Target="../slides/slide124.xml" Id="Rc2817bb9ba3d4111"/><Relationship Type="http://schemas.openxmlformats.org/officeDocument/2006/relationships/notesMaster" Target="../notesMasters/notesMaster8.xml" Id="Rc849fe97dd3a4729"/></Relationships>
</file>

<file path=ppt/notesSlides/_rels/notesSlide125.xml.rels><?xml version="1.0" encoding="utf-8"?><Relationships xmlns="http://schemas.openxmlformats.org/package/2006/relationships"><Relationship Type="http://schemas.openxmlformats.org/officeDocument/2006/relationships/slide" Target="../slides/slide125.xml" Id="R40148af9bc8e4550"/><Relationship Type="http://schemas.openxmlformats.org/officeDocument/2006/relationships/notesMaster" Target="../notesMasters/notesMaster8.xml" Id="Rb4db3d974776446e"/></Relationships>
</file>

<file path=ppt/notesSlides/_rels/notesSlide126.xml.rels><?xml version="1.0" encoding="utf-8"?><Relationships xmlns="http://schemas.openxmlformats.org/package/2006/relationships"><Relationship Type="http://schemas.openxmlformats.org/officeDocument/2006/relationships/slide" Target="../slides/slide126.xml" Id="Rf4fe7bcec49c4a35"/><Relationship Type="http://schemas.openxmlformats.org/officeDocument/2006/relationships/notesMaster" Target="../notesMasters/notesMaster8.xml" Id="R91083e8975484866"/></Relationships>
</file>

<file path=ppt/notesSlides/_rels/notesSlide127.xml.rels><?xml version="1.0" encoding="utf-8"?><Relationships xmlns="http://schemas.openxmlformats.org/package/2006/relationships"><Relationship Type="http://schemas.openxmlformats.org/officeDocument/2006/relationships/slide" Target="../slides/slide127.xml" Id="Rbf8042c4592d4af7"/><Relationship Type="http://schemas.openxmlformats.org/officeDocument/2006/relationships/notesMaster" Target="../notesMasters/notesMaster8.xml" Id="R525ff8647ea9465d"/></Relationships>
</file>

<file path=ppt/notesSlides/_rels/notesSlide128.xml.rels><?xml version="1.0" encoding="utf-8"?><Relationships xmlns="http://schemas.openxmlformats.org/package/2006/relationships"><Relationship Type="http://schemas.openxmlformats.org/officeDocument/2006/relationships/slide" Target="../slides/slide128.xml" Id="R6a9b3d7727324a7f"/><Relationship Type="http://schemas.openxmlformats.org/officeDocument/2006/relationships/notesMaster" Target="../notesMasters/notesMaster8.xml" Id="R48bb19ed4cee4ef6"/></Relationships>
</file>

<file path=ppt/notesSlides/_rels/notesSlide129.xml.rels><?xml version="1.0" encoding="utf-8"?><Relationships xmlns="http://schemas.openxmlformats.org/package/2006/relationships"><Relationship Type="http://schemas.openxmlformats.org/officeDocument/2006/relationships/slide" Target="../slides/slide129.xml" Id="Rd5019857fdf74d31"/><Relationship Type="http://schemas.openxmlformats.org/officeDocument/2006/relationships/notesMaster" Target="../notesMasters/notesMaster9.xml" Id="R89bdf0d3a69142be"/></Relationships>
</file>

<file path=ppt/notesSlides/_rels/notesSlide130.xml.rels><?xml version="1.0" encoding="utf-8"?><Relationships xmlns="http://schemas.openxmlformats.org/package/2006/relationships"><Relationship Type="http://schemas.openxmlformats.org/officeDocument/2006/relationships/slide" Target="../slides/slide130.xml" Id="R82217667f8444d0b"/><Relationship Type="http://schemas.openxmlformats.org/officeDocument/2006/relationships/notesMaster" Target="../notesMasters/notesMaster9.xml" Id="Rf7bb33a16e0a459e"/></Relationships>
</file>

<file path=ppt/notesSlides/_rels/notesSlide131.xml.rels><?xml version="1.0" encoding="utf-8"?><Relationships xmlns="http://schemas.openxmlformats.org/package/2006/relationships"><Relationship Type="http://schemas.openxmlformats.org/officeDocument/2006/relationships/slide" Target="../slides/slide131.xml" Id="R6bc9a61de9464ff4"/><Relationship Type="http://schemas.openxmlformats.org/officeDocument/2006/relationships/notesMaster" Target="../notesMasters/notesMaster9.xml" Id="Rce25ce86f1074ca7"/></Relationships>
</file>

<file path=ppt/notesSlides/_rels/notesSlide132.xml.rels><?xml version="1.0" encoding="utf-8"?><Relationships xmlns="http://schemas.openxmlformats.org/package/2006/relationships"><Relationship Type="http://schemas.openxmlformats.org/officeDocument/2006/relationships/slide" Target="../slides/slide132.xml" Id="Rd1065af2f6214709"/><Relationship Type="http://schemas.openxmlformats.org/officeDocument/2006/relationships/notesMaster" Target="../notesMasters/notesMaster9.xml" Id="R33afb31a892b463d"/></Relationships>
</file>

<file path=ppt/notesSlides/_rels/notesSlide133.xml.rels><?xml version="1.0" encoding="utf-8"?><Relationships xmlns="http://schemas.openxmlformats.org/package/2006/relationships"><Relationship Type="http://schemas.openxmlformats.org/officeDocument/2006/relationships/slide" Target="../slides/slide133.xml" Id="R944041b5f2fd4354"/><Relationship Type="http://schemas.openxmlformats.org/officeDocument/2006/relationships/notesMaster" Target="../notesMasters/notesMaster9.xml" Id="Rb0f7ed96518b4f37"/></Relationships>
</file>

<file path=ppt/notesSlides/_rels/notesSlide134.xml.rels><?xml version="1.0" encoding="utf-8"?><Relationships xmlns="http://schemas.openxmlformats.org/package/2006/relationships"><Relationship Type="http://schemas.openxmlformats.org/officeDocument/2006/relationships/slide" Target="../slides/slide134.xml" Id="R0f8db9cb650d44c8"/><Relationship Type="http://schemas.openxmlformats.org/officeDocument/2006/relationships/notesMaster" Target="../notesMasters/notesMaster9.xml" Id="Ref22e0869b814a58"/></Relationships>
</file>

<file path=ppt/notesSlides/_rels/notesSlide135.xml.rels><?xml version="1.0" encoding="utf-8"?><Relationships xmlns="http://schemas.openxmlformats.org/package/2006/relationships"><Relationship Type="http://schemas.openxmlformats.org/officeDocument/2006/relationships/slide" Target="../slides/slide135.xml" Id="R78a769e95b654f63"/><Relationship Type="http://schemas.openxmlformats.org/officeDocument/2006/relationships/notesMaster" Target="../notesMasters/notesMaster9.xml" Id="Re347628400b2479a"/></Relationships>
</file>

<file path=ppt/notesSlides/_rels/notesSlide136.xml.rels><?xml version="1.0" encoding="utf-8"?><Relationships xmlns="http://schemas.openxmlformats.org/package/2006/relationships"><Relationship Type="http://schemas.openxmlformats.org/officeDocument/2006/relationships/slide" Target="../slides/slide136.xml" Id="Re6355b6401024225"/><Relationship Type="http://schemas.openxmlformats.org/officeDocument/2006/relationships/notesMaster" Target="../notesMasters/notesMaster9.xml" Id="R2e3bda5b86d54ec9"/></Relationships>
</file>

<file path=ppt/notesSlides/_rels/notesSlide137.xml.rels><?xml version="1.0" encoding="utf-8"?><Relationships xmlns="http://schemas.openxmlformats.org/package/2006/relationships"><Relationship Type="http://schemas.openxmlformats.org/officeDocument/2006/relationships/slide" Target="../slides/slide137.xml" Id="R3304fd9b38d24c1c"/><Relationship Type="http://schemas.openxmlformats.org/officeDocument/2006/relationships/notesMaster" Target="../notesMasters/notesMaster9.xml" Id="R3355169f23b24bf4"/></Relationships>
</file>

<file path=ppt/notesSlides/_rels/notesSlide138.xml.rels><?xml version="1.0" encoding="utf-8"?><Relationships xmlns="http://schemas.openxmlformats.org/package/2006/relationships"><Relationship Type="http://schemas.openxmlformats.org/officeDocument/2006/relationships/slide" Target="../slides/slide138.xml" Id="Rdb91a19d9abf4dbc"/><Relationship Type="http://schemas.openxmlformats.org/officeDocument/2006/relationships/notesMaster" Target="../notesMasters/notesMaster9.xml" Id="R68c2e1d36fe84e95"/></Relationships>
</file>

<file path=ppt/notesSlides/_rels/notesSlide139.xml.rels><?xml version="1.0" encoding="utf-8"?><Relationships xmlns="http://schemas.openxmlformats.org/package/2006/relationships"><Relationship Type="http://schemas.openxmlformats.org/officeDocument/2006/relationships/slide" Target="../slides/slide139.xml" Id="R8e7bc496f2024d73"/><Relationship Type="http://schemas.openxmlformats.org/officeDocument/2006/relationships/notesMaster" Target="../notesMasters/notesMaster9.xml" Id="Reff98354f2cd400f"/></Relationships>
</file>

<file path=ppt/notesSlides/_rels/notesSlide140.xml.rels><?xml version="1.0" encoding="utf-8"?><Relationships xmlns="http://schemas.openxmlformats.org/package/2006/relationships"><Relationship Type="http://schemas.openxmlformats.org/officeDocument/2006/relationships/slide" Target="../slides/slide140.xml" Id="Rb8ab07af08ab4e48"/><Relationship Type="http://schemas.openxmlformats.org/officeDocument/2006/relationships/notesMaster" Target="../notesMasters/notesMaster9.xml" Id="R8fa5c96ee4d44901"/></Relationships>
</file>

<file path=ppt/notesSlides/_rels/notesSlide141.xml.rels><?xml version="1.0" encoding="utf-8"?><Relationships xmlns="http://schemas.openxmlformats.org/package/2006/relationships"><Relationship Type="http://schemas.openxmlformats.org/officeDocument/2006/relationships/slide" Target="../slides/slide141.xml" Id="R522d3b8ecb9e4847"/><Relationship Type="http://schemas.openxmlformats.org/officeDocument/2006/relationships/notesMaster" Target="../notesMasters/notesMaster9.xml" Id="R02038b783cce4c4b"/></Relationships>
</file>

<file path=ppt/notesSlides/_rels/notesSlide142.xml.rels><?xml version="1.0" encoding="utf-8"?><Relationships xmlns="http://schemas.openxmlformats.org/package/2006/relationships"><Relationship Type="http://schemas.openxmlformats.org/officeDocument/2006/relationships/slide" Target="../slides/slide142.xml" Id="R0b21e8015ea3499e"/><Relationship Type="http://schemas.openxmlformats.org/officeDocument/2006/relationships/notesMaster" Target="../notesMasters/notesMaster9.xml" Id="R4a2e2254389144ff"/></Relationships>
</file>

<file path=ppt/notesSlides/_rels/notesSlide143.xml.rels><?xml version="1.0" encoding="utf-8"?><Relationships xmlns="http://schemas.openxmlformats.org/package/2006/relationships"><Relationship Type="http://schemas.openxmlformats.org/officeDocument/2006/relationships/slide" Target="../slides/slide143.xml" Id="Rce9100f73a2d4963"/><Relationship Type="http://schemas.openxmlformats.org/officeDocument/2006/relationships/notesMaster" Target="../notesMasters/notesMaster9.xml" Id="Rba8441b5f7154a21"/></Relationships>
</file>

<file path=ppt/notesSlides/_rels/notesSlide144.xml.rels><?xml version="1.0" encoding="utf-8"?><Relationships xmlns="http://schemas.openxmlformats.org/package/2006/relationships"><Relationship Type="http://schemas.openxmlformats.org/officeDocument/2006/relationships/slide" Target="../slides/slide144.xml" Id="R01744f8001b74e98"/><Relationship Type="http://schemas.openxmlformats.org/officeDocument/2006/relationships/notesMaster" Target="../notesMasters/notesMaster9.xml" Id="Ra0e045bcfcd64f33"/></Relationships>
</file>

<file path=ppt/notesSlides/_rels/notesSlide145.xml.rels><?xml version="1.0" encoding="utf-8"?><Relationships xmlns="http://schemas.openxmlformats.org/package/2006/relationships"><Relationship Type="http://schemas.openxmlformats.org/officeDocument/2006/relationships/slide" Target="../slides/slide145.xml" Id="Rc4f6aa4cf2da428a"/><Relationship Type="http://schemas.openxmlformats.org/officeDocument/2006/relationships/notesMaster" Target="../notesMasters/notesMaster10.xml" Id="R7569f0d1ff9b4779"/></Relationships>
</file>

<file path=ppt/notesSlides/_rels/notesSlide146.xml.rels><?xml version="1.0" encoding="utf-8"?><Relationships xmlns="http://schemas.openxmlformats.org/package/2006/relationships"><Relationship Type="http://schemas.openxmlformats.org/officeDocument/2006/relationships/slide" Target="../slides/slide146.xml" Id="R75a6701b850240f7"/><Relationship Type="http://schemas.openxmlformats.org/officeDocument/2006/relationships/notesMaster" Target="../notesMasters/notesMaster10.xml" Id="Rd81c26c17fc64607"/></Relationships>
</file>

<file path=ppt/notesSlides/_rels/notesSlide147.xml.rels><?xml version="1.0" encoding="utf-8"?><Relationships xmlns="http://schemas.openxmlformats.org/package/2006/relationships"><Relationship Type="http://schemas.openxmlformats.org/officeDocument/2006/relationships/slide" Target="../slides/slide147.xml" Id="R51282ba5437e4ff6"/><Relationship Type="http://schemas.openxmlformats.org/officeDocument/2006/relationships/notesMaster" Target="../notesMasters/notesMaster10.xml" Id="R963db2d3ff2e4fc1"/></Relationships>
</file>

<file path=ppt/notesSlides/_rels/notesSlide148.xml.rels><?xml version="1.0" encoding="utf-8"?><Relationships xmlns="http://schemas.openxmlformats.org/package/2006/relationships"><Relationship Type="http://schemas.openxmlformats.org/officeDocument/2006/relationships/slide" Target="../slides/slide148.xml" Id="R13d3869a931e49c8"/><Relationship Type="http://schemas.openxmlformats.org/officeDocument/2006/relationships/notesMaster" Target="../notesMasters/notesMaster10.xml" Id="Rc4d67bf18b1c49aa"/></Relationships>
</file>

<file path=ppt/notesSlides/_rels/notesSlide149.xml.rels><?xml version="1.0" encoding="utf-8"?><Relationships xmlns="http://schemas.openxmlformats.org/package/2006/relationships"><Relationship Type="http://schemas.openxmlformats.org/officeDocument/2006/relationships/slide" Target="../slides/slide149.xml" Id="R7e4c81a49b764f07"/><Relationship Type="http://schemas.openxmlformats.org/officeDocument/2006/relationships/notesMaster" Target="../notesMasters/notesMaster10.xml" Id="R1b786eca47a44efc"/></Relationships>
</file>

<file path=ppt/notesSlides/_rels/notesSlide150.xml.rels><?xml version="1.0" encoding="utf-8"?><Relationships xmlns="http://schemas.openxmlformats.org/package/2006/relationships"><Relationship Type="http://schemas.openxmlformats.org/officeDocument/2006/relationships/slide" Target="../slides/slide150.xml" Id="R70c13f06731447dc"/><Relationship Type="http://schemas.openxmlformats.org/officeDocument/2006/relationships/notesMaster" Target="../notesMasters/notesMaster10.xml" Id="R3950df89ccc44984"/></Relationships>
</file>

<file path=ppt/notesSlides/_rels/notesSlide151.xml.rels><?xml version="1.0" encoding="utf-8"?><Relationships xmlns="http://schemas.openxmlformats.org/package/2006/relationships"><Relationship Type="http://schemas.openxmlformats.org/officeDocument/2006/relationships/slide" Target="../slides/slide151.xml" Id="R7fc6d2fc61aa421a"/><Relationship Type="http://schemas.openxmlformats.org/officeDocument/2006/relationships/notesMaster" Target="../notesMasters/notesMaster10.xml" Id="R4f25878e925c49ad"/></Relationships>
</file>

<file path=ppt/notesSlides/_rels/notesSlide152.xml.rels><?xml version="1.0" encoding="utf-8"?><Relationships xmlns="http://schemas.openxmlformats.org/package/2006/relationships"><Relationship Type="http://schemas.openxmlformats.org/officeDocument/2006/relationships/slide" Target="../slides/slide152.xml" Id="R4e8912a89f6c4ccb"/><Relationship Type="http://schemas.openxmlformats.org/officeDocument/2006/relationships/notesMaster" Target="../notesMasters/notesMaster10.xml" Id="R340a09ddcfad49c8"/></Relationships>
</file>

<file path=ppt/notesSlides/_rels/notesSlide153.xml.rels><?xml version="1.0" encoding="utf-8"?><Relationships xmlns="http://schemas.openxmlformats.org/package/2006/relationships"><Relationship Type="http://schemas.openxmlformats.org/officeDocument/2006/relationships/slide" Target="../slides/slide153.xml" Id="Rd8cee7ba01d94ddd"/><Relationship Type="http://schemas.openxmlformats.org/officeDocument/2006/relationships/notesMaster" Target="../notesMasters/notesMaster10.xml" Id="R862a1a5ac344456c"/></Relationships>
</file>

<file path=ppt/notesSlides/_rels/notesSlide154.xml.rels><?xml version="1.0" encoding="utf-8"?><Relationships xmlns="http://schemas.openxmlformats.org/package/2006/relationships"><Relationship Type="http://schemas.openxmlformats.org/officeDocument/2006/relationships/slide" Target="../slides/slide154.xml" Id="Rf886009e2d94494c"/><Relationship Type="http://schemas.openxmlformats.org/officeDocument/2006/relationships/notesMaster" Target="../notesMasters/notesMaster10.xml" Id="R8289a306ed6642ef"/></Relationships>
</file>

<file path=ppt/notesSlides/_rels/notesSlide155.xml.rels><?xml version="1.0" encoding="utf-8"?><Relationships xmlns="http://schemas.openxmlformats.org/package/2006/relationships"><Relationship Type="http://schemas.openxmlformats.org/officeDocument/2006/relationships/slide" Target="../slides/slide155.xml" Id="Raed4e7ecce8446f2"/><Relationship Type="http://schemas.openxmlformats.org/officeDocument/2006/relationships/notesMaster" Target="../notesMasters/notesMaster10.xml" Id="R3aa9f48be41e4a27"/></Relationships>
</file>

<file path=ppt/notesSlides/_rels/notesSlide156.xml.rels><?xml version="1.0" encoding="utf-8"?><Relationships xmlns="http://schemas.openxmlformats.org/package/2006/relationships"><Relationship Type="http://schemas.openxmlformats.org/officeDocument/2006/relationships/slide" Target="../slides/slide156.xml" Id="R23f38aa66ef2493d"/><Relationship Type="http://schemas.openxmlformats.org/officeDocument/2006/relationships/notesMaster" Target="../notesMasters/notesMaster10.xml" Id="R7ca55fb5a4ac4856"/></Relationships>
</file>

<file path=ppt/notesSlides/_rels/notesSlide157.xml.rels><?xml version="1.0" encoding="utf-8"?><Relationships xmlns="http://schemas.openxmlformats.org/package/2006/relationships"><Relationship Type="http://schemas.openxmlformats.org/officeDocument/2006/relationships/slide" Target="../slides/slide157.xml" Id="R0117470267a0484b"/><Relationship Type="http://schemas.openxmlformats.org/officeDocument/2006/relationships/notesMaster" Target="../notesMasters/notesMaster10.xml" Id="Rddad5d62cc094213"/></Relationships>
</file>

<file path=ppt/notesSlides/_rels/notesSlide158.xml.rels><?xml version="1.0" encoding="utf-8"?><Relationships xmlns="http://schemas.openxmlformats.org/package/2006/relationships"><Relationship Type="http://schemas.openxmlformats.org/officeDocument/2006/relationships/slide" Target="../slides/slide158.xml" Id="R72c3f715ecb049b1"/><Relationship Type="http://schemas.openxmlformats.org/officeDocument/2006/relationships/notesMaster" Target="../notesMasters/notesMaster10.xml" Id="R42960a8a80cc4b78"/></Relationships>
</file>

<file path=ppt/notesSlides/_rels/notesSlide159.xml.rels><?xml version="1.0" encoding="utf-8"?><Relationships xmlns="http://schemas.openxmlformats.org/package/2006/relationships"><Relationship Type="http://schemas.openxmlformats.org/officeDocument/2006/relationships/slide" Target="../slides/slide159.xml" Id="Rc5fe0135f9fe4964"/><Relationship Type="http://schemas.openxmlformats.org/officeDocument/2006/relationships/notesMaster" Target="../notesMasters/notesMaster10.xml" Id="Rbdae99008cad4630"/></Relationships>
</file>

<file path=ppt/notesSlides/_rels/notesSlide160.xml.rels><?xml version="1.0" encoding="utf-8"?><Relationships xmlns="http://schemas.openxmlformats.org/package/2006/relationships"><Relationship Type="http://schemas.openxmlformats.org/officeDocument/2006/relationships/slide" Target="../slides/slide160.xml" Id="R0c89592198cb418a"/><Relationship Type="http://schemas.openxmlformats.org/officeDocument/2006/relationships/notesMaster" Target="../notesMasters/notesMaster10.xml" Id="Rec3c16ce25714d34"/></Relationships>
</file>

<file path=ppt/notesSlides/_rels/notesSlide161.xml.rels><?xml version="1.0" encoding="utf-8"?><Relationships xmlns="http://schemas.openxmlformats.org/package/2006/relationships"><Relationship Type="http://schemas.openxmlformats.org/officeDocument/2006/relationships/slide" Target="../slides/slide161.xml" Id="R18f36d64787a4d59"/><Relationship Type="http://schemas.openxmlformats.org/officeDocument/2006/relationships/notesMaster" Target="../notesMasters/notesMaster10.xml" Id="Red95939a6f4b4053"/></Relationships>
</file>

<file path=ppt/notesSlides/_rels/notesSlide162.xml.rels><?xml version="1.0" encoding="utf-8"?><Relationships xmlns="http://schemas.openxmlformats.org/package/2006/relationships"><Relationship Type="http://schemas.openxmlformats.org/officeDocument/2006/relationships/slide" Target="../slides/slide162.xml" Id="R2841842ae12f492e"/><Relationship Type="http://schemas.openxmlformats.org/officeDocument/2006/relationships/notesMaster" Target="../notesMasters/notesMaster10.xml" Id="R4e2437fe9d634aea"/></Relationships>
</file>

<file path=ppt/notesSlides/_rels/notesSlide163.xml.rels><?xml version="1.0" encoding="utf-8"?><Relationships xmlns="http://schemas.openxmlformats.org/package/2006/relationships"><Relationship Type="http://schemas.openxmlformats.org/officeDocument/2006/relationships/slide" Target="../slides/slide163.xml" Id="Rc229c19ddb4f4a28"/><Relationship Type="http://schemas.openxmlformats.org/officeDocument/2006/relationships/notesMaster" Target="../notesMasters/notesMaster10.xml" Id="R55e1d59f1c07437b"/></Relationships>
</file>

<file path=ppt/notesSlides/_rels/notesSlide164.xml.rels><?xml version="1.0" encoding="utf-8"?><Relationships xmlns="http://schemas.openxmlformats.org/package/2006/relationships"><Relationship Type="http://schemas.openxmlformats.org/officeDocument/2006/relationships/slide" Target="../slides/slide164.xml" Id="Rb4e34711a1a043ea"/><Relationship Type="http://schemas.openxmlformats.org/officeDocument/2006/relationships/notesMaster" Target="../notesMasters/notesMaster10.xml" Id="R4eb12691f94943b2"/></Relationships>
</file>

<file path=ppt/notesSlides/_rels/notesSlide165.xml.rels><?xml version="1.0" encoding="utf-8"?><Relationships xmlns="http://schemas.openxmlformats.org/package/2006/relationships"><Relationship Type="http://schemas.openxmlformats.org/officeDocument/2006/relationships/slide" Target="../slides/slide165.xml" Id="R1839aa4c61164874"/><Relationship Type="http://schemas.openxmlformats.org/officeDocument/2006/relationships/notesMaster" Target="../notesMasters/notesMaster10.xml" Id="R3f9f868fdcd84a9a"/></Relationships>
</file>

<file path=ppt/notesSlides/_rels/notesSlide166.xml.rels><?xml version="1.0" encoding="utf-8"?><Relationships xmlns="http://schemas.openxmlformats.org/package/2006/relationships"><Relationship Type="http://schemas.openxmlformats.org/officeDocument/2006/relationships/slide" Target="../slides/slide166.xml" Id="Rf72f27d626104dc2"/><Relationship Type="http://schemas.openxmlformats.org/officeDocument/2006/relationships/notesMaster" Target="../notesMasters/notesMaster10.xml" Id="R264d00c24051413a"/></Relationships>
</file>

<file path=ppt/notesSlides/_rels/notesSlide167.xml.rels><?xml version="1.0" encoding="utf-8"?><Relationships xmlns="http://schemas.openxmlformats.org/package/2006/relationships"><Relationship Type="http://schemas.openxmlformats.org/officeDocument/2006/relationships/slide" Target="../slides/slide167.xml" Id="R9b54bc1389e543fa"/><Relationship Type="http://schemas.openxmlformats.org/officeDocument/2006/relationships/notesMaster" Target="../notesMasters/notesMaster11.xml" Id="Rb9abe41c478348a1"/></Relationships>
</file>

<file path=ppt/notesSlides/_rels/notesSlide168.xml.rels><?xml version="1.0" encoding="utf-8"?><Relationships xmlns="http://schemas.openxmlformats.org/package/2006/relationships"><Relationship Type="http://schemas.openxmlformats.org/officeDocument/2006/relationships/slide" Target="../slides/slide168.xml" Id="R4f7c4661b18c4075"/><Relationship Type="http://schemas.openxmlformats.org/officeDocument/2006/relationships/notesMaster" Target="../notesMasters/notesMaster11.xml" Id="R07f1842b77944ab9"/></Relationships>
</file>

<file path=ppt/notesSlides/_rels/notesSlide169.xml.rels><?xml version="1.0" encoding="utf-8"?><Relationships xmlns="http://schemas.openxmlformats.org/package/2006/relationships"><Relationship Type="http://schemas.openxmlformats.org/officeDocument/2006/relationships/slide" Target="../slides/slide169.xml" Id="R175c89418fb14646"/><Relationship Type="http://schemas.openxmlformats.org/officeDocument/2006/relationships/notesMaster" Target="../notesMasters/notesMaster11.xml" Id="R79c2d3e7f4ea4754"/></Relationships>
</file>

<file path=ppt/notesSlides/_rels/notesSlide170.xml.rels><?xml version="1.0" encoding="utf-8"?><Relationships xmlns="http://schemas.openxmlformats.org/package/2006/relationships"><Relationship Type="http://schemas.openxmlformats.org/officeDocument/2006/relationships/slide" Target="../slides/slide170.xml" Id="Rfba140108d1b4fa1"/><Relationship Type="http://schemas.openxmlformats.org/officeDocument/2006/relationships/notesMaster" Target="../notesMasters/notesMaster11.xml" Id="R6ed5e3fb0e874d0c"/></Relationships>
</file>

<file path=ppt/notesSlides/_rels/notesSlide171.xml.rels><?xml version="1.0" encoding="utf-8"?><Relationships xmlns="http://schemas.openxmlformats.org/package/2006/relationships"><Relationship Type="http://schemas.openxmlformats.org/officeDocument/2006/relationships/slide" Target="../slides/slide171.xml" Id="Rbc1d77e0f6874cf0"/><Relationship Type="http://schemas.openxmlformats.org/officeDocument/2006/relationships/notesMaster" Target="../notesMasters/notesMaster11.xml" Id="Rc97b22f9d9714090"/></Relationships>
</file>

<file path=ppt/notesSlides/_rels/notesSlide172.xml.rels><?xml version="1.0" encoding="utf-8"?><Relationships xmlns="http://schemas.openxmlformats.org/package/2006/relationships"><Relationship Type="http://schemas.openxmlformats.org/officeDocument/2006/relationships/slide" Target="../slides/slide172.xml" Id="Ra9013210ef2e4983"/><Relationship Type="http://schemas.openxmlformats.org/officeDocument/2006/relationships/notesMaster" Target="../notesMasters/notesMaster11.xml" Id="R6b9163e27dd8494a"/></Relationships>
</file>

<file path=ppt/notesSlides/_rels/notesSlide173.xml.rels><?xml version="1.0" encoding="utf-8"?><Relationships xmlns="http://schemas.openxmlformats.org/package/2006/relationships"><Relationship Type="http://schemas.openxmlformats.org/officeDocument/2006/relationships/slide" Target="../slides/slide173.xml" Id="Rd34be48f529b47e0"/><Relationship Type="http://schemas.openxmlformats.org/officeDocument/2006/relationships/notesMaster" Target="../notesMasters/notesMaster11.xml" Id="R1470e1865f0842d1"/></Relationships>
</file>

<file path=ppt/notesSlides/_rels/notesSlide174.xml.rels><?xml version="1.0" encoding="utf-8"?><Relationships xmlns="http://schemas.openxmlformats.org/package/2006/relationships"><Relationship Type="http://schemas.openxmlformats.org/officeDocument/2006/relationships/slide" Target="../slides/slide174.xml" Id="R0ababddff724431a"/><Relationship Type="http://schemas.openxmlformats.org/officeDocument/2006/relationships/notesMaster" Target="../notesMasters/notesMaster11.xml" Id="R2e4995db0fb247df"/></Relationships>
</file>

<file path=ppt/notesSlides/_rels/notesSlide175.xml.rels><?xml version="1.0" encoding="utf-8"?><Relationships xmlns="http://schemas.openxmlformats.org/package/2006/relationships"><Relationship Type="http://schemas.openxmlformats.org/officeDocument/2006/relationships/slide" Target="../slides/slide175.xml" Id="Ra6ddffb53aae452b"/><Relationship Type="http://schemas.openxmlformats.org/officeDocument/2006/relationships/notesMaster" Target="../notesMasters/notesMaster11.xml" Id="R20eee06d3b004f58"/></Relationships>
</file>

<file path=ppt/notesSlides/_rels/notesSlide176.xml.rels><?xml version="1.0" encoding="utf-8"?><Relationships xmlns="http://schemas.openxmlformats.org/package/2006/relationships"><Relationship Type="http://schemas.openxmlformats.org/officeDocument/2006/relationships/slide" Target="../slides/slide176.xml" Id="Rbd8f75f2cb2c4ea4"/><Relationship Type="http://schemas.openxmlformats.org/officeDocument/2006/relationships/notesMaster" Target="../notesMasters/notesMaster11.xml" Id="R8143ffc255944d35"/></Relationships>
</file>

<file path=ppt/notesSlides/_rels/notesSlide177.xml.rels><?xml version="1.0" encoding="utf-8"?><Relationships xmlns="http://schemas.openxmlformats.org/package/2006/relationships"><Relationship Type="http://schemas.openxmlformats.org/officeDocument/2006/relationships/slide" Target="../slides/slide177.xml" Id="Rdf5c30c5d392427e"/><Relationship Type="http://schemas.openxmlformats.org/officeDocument/2006/relationships/notesMaster" Target="../notesMasters/notesMaster11.xml" Id="R0d69d8caff4e4202"/></Relationships>
</file>

<file path=ppt/notesSlides/_rels/notesSlide178.xml.rels><?xml version="1.0" encoding="utf-8"?><Relationships xmlns="http://schemas.openxmlformats.org/package/2006/relationships"><Relationship Type="http://schemas.openxmlformats.org/officeDocument/2006/relationships/slide" Target="../slides/slide178.xml" Id="Rce54e1e835d94bc1"/><Relationship Type="http://schemas.openxmlformats.org/officeDocument/2006/relationships/notesMaster" Target="../notesMasters/notesMaster11.xml" Id="R1e7d88a10bb14de7"/></Relationships>
</file>

<file path=ppt/notesSlides/_rels/notesSlide179.xml.rels><?xml version="1.0" encoding="utf-8"?><Relationships xmlns="http://schemas.openxmlformats.org/package/2006/relationships"><Relationship Type="http://schemas.openxmlformats.org/officeDocument/2006/relationships/slide" Target="../slides/slide179.xml" Id="R11a3a8308595403e"/><Relationship Type="http://schemas.openxmlformats.org/officeDocument/2006/relationships/notesMaster" Target="../notesMasters/notesMaster11.xml" Id="Rb0ed05f08e6c46b3"/></Relationships>
</file>

<file path=ppt/notesSlides/_rels/notesSlide180.xml.rels><?xml version="1.0" encoding="utf-8"?><Relationships xmlns="http://schemas.openxmlformats.org/package/2006/relationships"><Relationship Type="http://schemas.openxmlformats.org/officeDocument/2006/relationships/slide" Target="../slides/slide180.xml" Id="Rf43da6c63cd04905"/><Relationship Type="http://schemas.openxmlformats.org/officeDocument/2006/relationships/notesMaster" Target="../notesMasters/notesMaster11.xml" Id="R082c1e3c621247aa"/></Relationships>
</file>

<file path=ppt/notesSlides/_rels/notesSlide181.xml.rels><?xml version="1.0" encoding="utf-8"?><Relationships xmlns="http://schemas.openxmlformats.org/package/2006/relationships"><Relationship Type="http://schemas.openxmlformats.org/officeDocument/2006/relationships/slide" Target="../slides/slide181.xml" Id="Ra931054982664f4b"/><Relationship Type="http://schemas.openxmlformats.org/officeDocument/2006/relationships/notesMaster" Target="../notesMasters/notesMaster11.xml" Id="Ra9bd93f701d046f7"/></Relationships>
</file>

<file path=ppt/notesSlides/_rels/notesSlide182.xml.rels><?xml version="1.0" encoding="utf-8"?><Relationships xmlns="http://schemas.openxmlformats.org/package/2006/relationships"><Relationship Type="http://schemas.openxmlformats.org/officeDocument/2006/relationships/slide" Target="../slides/slide182.xml" Id="R6b0b344b8e3444c4"/><Relationship Type="http://schemas.openxmlformats.org/officeDocument/2006/relationships/notesMaster" Target="../notesMasters/notesMaster11.xml" Id="R16e122dfc58945c2"/></Relationships>
</file>

<file path=ppt/notesSlides/_rels/notesSlide183.xml.rels><?xml version="1.0" encoding="utf-8"?><Relationships xmlns="http://schemas.openxmlformats.org/package/2006/relationships"><Relationship Type="http://schemas.openxmlformats.org/officeDocument/2006/relationships/slide" Target="../slides/slide183.xml" Id="R415708d603164cee"/><Relationship Type="http://schemas.openxmlformats.org/officeDocument/2006/relationships/notesMaster" Target="../notesMasters/notesMaster11.xml" Id="Rc9e2bddfaba34288"/></Relationships>
</file>

<file path=ppt/notesSlides/_rels/notesSlide184.xml.rels><?xml version="1.0" encoding="utf-8"?><Relationships xmlns="http://schemas.openxmlformats.org/package/2006/relationships"><Relationship Type="http://schemas.openxmlformats.org/officeDocument/2006/relationships/slide" Target="../slides/slide184.xml" Id="Rf60de6d27d75414d"/><Relationship Type="http://schemas.openxmlformats.org/officeDocument/2006/relationships/notesMaster" Target="../notesMasters/notesMaster11.xml" Id="Ra3270157d52f424f"/></Relationships>
</file>

<file path=ppt/notesSlides/_rels/notesSlide185.xml.rels><?xml version="1.0" encoding="utf-8"?><Relationships xmlns="http://schemas.openxmlformats.org/package/2006/relationships"><Relationship Type="http://schemas.openxmlformats.org/officeDocument/2006/relationships/slide" Target="../slides/slide185.xml" Id="Rb9793b25c1f64cca"/><Relationship Type="http://schemas.openxmlformats.org/officeDocument/2006/relationships/notesMaster" Target="../notesMasters/notesMaster11.xml" Id="R94ddcbf52fbd499b"/></Relationships>
</file>

<file path=ppt/notesSlides/_rels/notesSlide186.xml.rels><?xml version="1.0" encoding="utf-8"?><Relationships xmlns="http://schemas.openxmlformats.org/package/2006/relationships"><Relationship Type="http://schemas.openxmlformats.org/officeDocument/2006/relationships/slide" Target="../slides/slide186.xml" Id="Rf63fb5f77ad24701"/><Relationship Type="http://schemas.openxmlformats.org/officeDocument/2006/relationships/notesMaster" Target="../notesMasters/notesMaster11.xml" Id="R4b02d866ed9d4739"/></Relationships>
</file>

<file path=ppt/notesSlides/_rels/notesSlide187.xml.rels><?xml version="1.0" encoding="utf-8"?><Relationships xmlns="http://schemas.openxmlformats.org/package/2006/relationships"><Relationship Type="http://schemas.openxmlformats.org/officeDocument/2006/relationships/slide" Target="../slides/slide187.xml" Id="R006d4fa28f2d418d"/><Relationship Type="http://schemas.openxmlformats.org/officeDocument/2006/relationships/notesMaster" Target="../notesMasters/notesMaster11.xml" Id="R0461414327b44ae7"/></Relationships>
</file>

<file path=ppt/notesSlides/_rels/notesSlide188.xml.rels><?xml version="1.0" encoding="utf-8"?><Relationships xmlns="http://schemas.openxmlformats.org/package/2006/relationships"><Relationship Type="http://schemas.openxmlformats.org/officeDocument/2006/relationships/slide" Target="../slides/slide188.xml" Id="R11b4c44e23914d09"/><Relationship Type="http://schemas.openxmlformats.org/officeDocument/2006/relationships/notesMaster" Target="../notesMasters/notesMaster11.xml" Id="Rf982efe2632f4906"/></Relationships>
</file>

<file path=ppt/notesSlides/_rels/notesSlide189.xml.rels><?xml version="1.0" encoding="utf-8"?><Relationships xmlns="http://schemas.openxmlformats.org/package/2006/relationships"><Relationship Type="http://schemas.openxmlformats.org/officeDocument/2006/relationships/slide" Target="../slides/slide189.xml" Id="R7a461c31a51044fe"/><Relationship Type="http://schemas.openxmlformats.org/officeDocument/2006/relationships/notesMaster" Target="../notesMasters/notesMaster11.xml" Id="R19da41cb69294285"/></Relationships>
</file>

<file path=ppt/notesSlides/_rels/notesSlide190.xml.rels><?xml version="1.0" encoding="utf-8"?><Relationships xmlns="http://schemas.openxmlformats.org/package/2006/relationships"><Relationship Type="http://schemas.openxmlformats.org/officeDocument/2006/relationships/slide" Target="../slides/slide190.xml" Id="R8d02851461034d62"/><Relationship Type="http://schemas.openxmlformats.org/officeDocument/2006/relationships/notesMaster" Target="../notesMasters/notesMaster11.xml" Id="Rf3351bccc9cf4752"/></Relationships>
</file>

<file path=ppt/notesSlides/_rels/notesSlide191.xml.rels><?xml version="1.0" encoding="utf-8"?><Relationships xmlns="http://schemas.openxmlformats.org/package/2006/relationships"><Relationship Type="http://schemas.openxmlformats.org/officeDocument/2006/relationships/slide" Target="../slides/slide191.xml" Id="R1b37b366a6aa4435"/><Relationship Type="http://schemas.openxmlformats.org/officeDocument/2006/relationships/notesMaster" Target="../notesMasters/notesMaster11.xml" Id="Rc6c631fbb45540ad"/></Relationships>
</file>

<file path=ppt/notesSlides/_rels/notesSlide192.xml.rels><?xml version="1.0" encoding="utf-8"?><Relationships xmlns="http://schemas.openxmlformats.org/package/2006/relationships"><Relationship Type="http://schemas.openxmlformats.org/officeDocument/2006/relationships/slide" Target="../slides/slide192.xml" Id="Reebcde24a08e4a3d"/><Relationship Type="http://schemas.openxmlformats.org/officeDocument/2006/relationships/notesMaster" Target="../notesMasters/notesMaster11.xml" Id="Rbb2950a2690a4bd0"/></Relationships>
</file>

<file path=ppt/notesSlides/_rels/notesSlide193.xml.rels><?xml version="1.0" encoding="utf-8"?><Relationships xmlns="http://schemas.openxmlformats.org/package/2006/relationships"><Relationship Type="http://schemas.openxmlformats.org/officeDocument/2006/relationships/slide" Target="../slides/slide193.xml" Id="Rc41797f8c1da4df8"/><Relationship Type="http://schemas.openxmlformats.org/officeDocument/2006/relationships/notesMaster" Target="../notesMasters/notesMaster12.xml" Id="Rd3dc6e97c0ad4324"/></Relationships>
</file>

<file path=ppt/notesSlides/_rels/notesSlide194.xml.rels><?xml version="1.0" encoding="utf-8"?><Relationships xmlns="http://schemas.openxmlformats.org/package/2006/relationships"><Relationship Type="http://schemas.openxmlformats.org/officeDocument/2006/relationships/slide" Target="../slides/slide194.xml" Id="R79cefbf60c544c1a"/><Relationship Type="http://schemas.openxmlformats.org/officeDocument/2006/relationships/notesMaster" Target="../notesMasters/notesMaster12.xml" Id="Re27db4d4deed4df6"/></Relationships>
</file>

<file path=ppt/notesSlides/_rels/notesSlide195.xml.rels><?xml version="1.0" encoding="utf-8"?><Relationships xmlns="http://schemas.openxmlformats.org/package/2006/relationships"><Relationship Type="http://schemas.openxmlformats.org/officeDocument/2006/relationships/slide" Target="../slides/slide195.xml" Id="Rb5fdbd8cbbb544cb"/><Relationship Type="http://schemas.openxmlformats.org/officeDocument/2006/relationships/notesMaster" Target="../notesMasters/notesMaster12.xml" Id="Rc82c3acfeaa7498d"/></Relationships>
</file>

<file path=ppt/notesSlides/_rels/notesSlide196.xml.rels><?xml version="1.0" encoding="utf-8"?><Relationships xmlns="http://schemas.openxmlformats.org/package/2006/relationships"><Relationship Type="http://schemas.openxmlformats.org/officeDocument/2006/relationships/slide" Target="../slides/slide196.xml" Id="Re833ed4013c94882"/><Relationship Type="http://schemas.openxmlformats.org/officeDocument/2006/relationships/notesMaster" Target="../notesMasters/notesMaster12.xml" Id="Rc82cfe9ea300438c"/></Relationships>
</file>

<file path=ppt/notesSlides/_rels/notesSlide197.xml.rels><?xml version="1.0" encoding="utf-8"?><Relationships xmlns="http://schemas.openxmlformats.org/package/2006/relationships"><Relationship Type="http://schemas.openxmlformats.org/officeDocument/2006/relationships/slide" Target="../slides/slide197.xml" Id="R9d943aa888cc4c8c"/><Relationship Type="http://schemas.openxmlformats.org/officeDocument/2006/relationships/notesMaster" Target="../notesMasters/notesMaster12.xml" Id="Rd2424886e5bd4f49"/></Relationships>
</file>

<file path=ppt/notesSlides/_rels/notesSlide198.xml.rels><?xml version="1.0" encoding="utf-8"?><Relationships xmlns="http://schemas.openxmlformats.org/package/2006/relationships"><Relationship Type="http://schemas.openxmlformats.org/officeDocument/2006/relationships/slide" Target="../slides/slide198.xml" Id="R2f5b942a2e8248f4"/><Relationship Type="http://schemas.openxmlformats.org/officeDocument/2006/relationships/notesMaster" Target="../notesMasters/notesMaster12.xml" Id="R3fdc612ce2454b56"/></Relationships>
</file>

<file path=ppt/notesSlides/_rels/notesSlide199.xml.rels><?xml version="1.0" encoding="utf-8"?><Relationships xmlns="http://schemas.openxmlformats.org/package/2006/relationships"><Relationship Type="http://schemas.openxmlformats.org/officeDocument/2006/relationships/slide" Target="../slides/slide199.xml" Id="Rde774150050141fe"/><Relationship Type="http://schemas.openxmlformats.org/officeDocument/2006/relationships/notesMaster" Target="../notesMasters/notesMaster12.xml" Id="Red09e585cd564bb0"/></Relationships>
</file>

<file path=ppt/notesSlides/_rels/notesSlide200.xml.rels><?xml version="1.0" encoding="utf-8"?><Relationships xmlns="http://schemas.openxmlformats.org/package/2006/relationships"><Relationship Type="http://schemas.openxmlformats.org/officeDocument/2006/relationships/slide" Target="../slides/slide200.xml" Id="Rd616cc6e51504fbe"/><Relationship Type="http://schemas.openxmlformats.org/officeDocument/2006/relationships/notesMaster" Target="../notesMasters/notesMaster12.xml" Id="R915b374b1905408d"/></Relationships>
</file>

<file path=ppt/notesSlides/_rels/notesSlide201.xml.rels><?xml version="1.0" encoding="utf-8"?><Relationships xmlns="http://schemas.openxmlformats.org/package/2006/relationships"><Relationship Type="http://schemas.openxmlformats.org/officeDocument/2006/relationships/slide" Target="../slides/slide201.xml" Id="Rd65564dcf9c54b6f"/><Relationship Type="http://schemas.openxmlformats.org/officeDocument/2006/relationships/notesMaster" Target="../notesMasters/notesMaster12.xml" Id="R461821567f9449eb"/></Relationships>
</file>

<file path=ppt/notesSlides/_rels/notesSlide202.xml.rels><?xml version="1.0" encoding="utf-8"?><Relationships xmlns="http://schemas.openxmlformats.org/package/2006/relationships"><Relationship Type="http://schemas.openxmlformats.org/officeDocument/2006/relationships/slide" Target="../slides/slide202.xml" Id="R02040e6a95e9413a"/><Relationship Type="http://schemas.openxmlformats.org/officeDocument/2006/relationships/notesMaster" Target="../notesMasters/notesMaster12.xml" Id="Rc9cc625d18a54b9a"/></Relationships>
</file>

<file path=ppt/notesSlides/_rels/notesSlide203.xml.rels><?xml version="1.0" encoding="utf-8"?><Relationships xmlns="http://schemas.openxmlformats.org/package/2006/relationships"><Relationship Type="http://schemas.openxmlformats.org/officeDocument/2006/relationships/slide" Target="../slides/slide203.xml" Id="Rb4c119d3b58946ee"/><Relationship Type="http://schemas.openxmlformats.org/officeDocument/2006/relationships/notesMaster" Target="../notesMasters/notesMaster12.xml" Id="Ra2fafe854b1b49a7"/></Relationships>
</file>

<file path=ppt/notesSlides/_rels/notesSlide204.xml.rels><?xml version="1.0" encoding="utf-8"?><Relationships xmlns="http://schemas.openxmlformats.org/package/2006/relationships"><Relationship Type="http://schemas.openxmlformats.org/officeDocument/2006/relationships/slide" Target="../slides/slide204.xml" Id="Re1d6c03af96540d6"/><Relationship Type="http://schemas.openxmlformats.org/officeDocument/2006/relationships/notesMaster" Target="../notesMasters/notesMaster12.xml" Id="R7f1a572f5c1d4e51"/></Relationships>
</file>

<file path=ppt/notesSlides/_rels/notesSlide205.xml.rels><?xml version="1.0" encoding="utf-8"?><Relationships xmlns="http://schemas.openxmlformats.org/package/2006/relationships"><Relationship Type="http://schemas.openxmlformats.org/officeDocument/2006/relationships/slide" Target="../slides/slide205.xml" Id="Ra9b5add348d44a35"/><Relationship Type="http://schemas.openxmlformats.org/officeDocument/2006/relationships/notesMaster" Target="../notesMasters/notesMaster13.xml" Id="R4d13448771c54edf"/></Relationships>
</file>

<file path=ppt/notesSlides/_rels/notesSlide206.xml.rels><?xml version="1.0" encoding="utf-8"?><Relationships xmlns="http://schemas.openxmlformats.org/package/2006/relationships"><Relationship Type="http://schemas.openxmlformats.org/officeDocument/2006/relationships/slide" Target="../slides/slide206.xml" Id="Re72ab43fdb9d4142"/><Relationship Type="http://schemas.openxmlformats.org/officeDocument/2006/relationships/notesMaster" Target="../notesMasters/notesMaster13.xml" Id="Rcc14b0fa10c8424c"/></Relationships>
</file>

<file path=ppt/notesSlides/_rels/notesSlide207.xml.rels><?xml version="1.0" encoding="utf-8"?><Relationships xmlns="http://schemas.openxmlformats.org/package/2006/relationships"><Relationship Type="http://schemas.openxmlformats.org/officeDocument/2006/relationships/slide" Target="../slides/slide207.xml" Id="Re39edcf0ccf34217"/><Relationship Type="http://schemas.openxmlformats.org/officeDocument/2006/relationships/notesMaster" Target="../notesMasters/notesMaster13.xml" Id="R61a7428d81084078"/></Relationships>
</file>

<file path=ppt/notesSlides/_rels/notesSlide208.xml.rels><?xml version="1.0" encoding="utf-8"?><Relationships xmlns="http://schemas.openxmlformats.org/package/2006/relationships"><Relationship Type="http://schemas.openxmlformats.org/officeDocument/2006/relationships/slide" Target="../slides/slide208.xml" Id="R4d8bde5671d74511"/><Relationship Type="http://schemas.openxmlformats.org/officeDocument/2006/relationships/notesMaster" Target="../notesMasters/notesMaster13.xml" Id="Rc800221721e64644"/></Relationships>
</file>

<file path=ppt/notesSlides/_rels/notesSlide209.xml.rels><?xml version="1.0" encoding="utf-8"?><Relationships xmlns="http://schemas.openxmlformats.org/package/2006/relationships"><Relationship Type="http://schemas.openxmlformats.org/officeDocument/2006/relationships/slide" Target="../slides/slide209.xml" Id="Rff558066725e4c38"/><Relationship Type="http://schemas.openxmlformats.org/officeDocument/2006/relationships/notesMaster" Target="../notesMasters/notesMaster13.xml" Id="R3ac6ac8912e140bc"/></Relationships>
</file>

<file path=ppt/notesSlides/_rels/notesSlide210.xml.rels><?xml version="1.0" encoding="utf-8"?><Relationships xmlns="http://schemas.openxmlformats.org/package/2006/relationships"><Relationship Type="http://schemas.openxmlformats.org/officeDocument/2006/relationships/slide" Target="../slides/slide210.xml" Id="R8cefc6adcae94baf"/><Relationship Type="http://schemas.openxmlformats.org/officeDocument/2006/relationships/notesMaster" Target="../notesMasters/notesMaster13.xml" Id="R00a7681b82034665"/></Relationships>
</file>

<file path=ppt/notesSlides/_rels/notesSlide211.xml.rels><?xml version="1.0" encoding="utf-8"?><Relationships xmlns="http://schemas.openxmlformats.org/package/2006/relationships"><Relationship Type="http://schemas.openxmlformats.org/officeDocument/2006/relationships/slide" Target="../slides/slide211.xml" Id="R4686c191738d4f1a"/><Relationship Type="http://schemas.openxmlformats.org/officeDocument/2006/relationships/notesMaster" Target="../notesMasters/notesMaster13.xml" Id="R4016d2a311714ab9"/></Relationships>
</file>

<file path=ppt/notesSlides/_rels/notesSlide212.xml.rels><?xml version="1.0" encoding="utf-8"?><Relationships xmlns="http://schemas.openxmlformats.org/package/2006/relationships"><Relationship Type="http://schemas.openxmlformats.org/officeDocument/2006/relationships/slide" Target="../slides/slide212.xml" Id="Re25a742794ed4469"/><Relationship Type="http://schemas.openxmlformats.org/officeDocument/2006/relationships/notesMaster" Target="../notesMasters/notesMaster13.xml" Id="R65c343178281420f"/></Relationships>
</file>

<file path=ppt/notesSlides/_rels/notesSlide213.xml.rels><?xml version="1.0" encoding="utf-8"?><Relationships xmlns="http://schemas.openxmlformats.org/package/2006/relationships"><Relationship Type="http://schemas.openxmlformats.org/officeDocument/2006/relationships/slide" Target="../slides/slide213.xml" Id="Rd34171c8f0b04f19"/><Relationship Type="http://schemas.openxmlformats.org/officeDocument/2006/relationships/notesMaster" Target="../notesMasters/notesMaster13.xml" Id="R2360699375314286"/></Relationships>
</file>

<file path=ppt/notesSlides/_rels/notesSlide214.xml.rels><?xml version="1.0" encoding="utf-8"?><Relationships xmlns="http://schemas.openxmlformats.org/package/2006/relationships"><Relationship Type="http://schemas.openxmlformats.org/officeDocument/2006/relationships/slide" Target="../slides/slide214.xml" Id="R12513e47302742c8"/><Relationship Type="http://schemas.openxmlformats.org/officeDocument/2006/relationships/notesMaster" Target="../notesMasters/notesMaster13.xml" Id="Rb64bfd9c4ea344a3"/></Relationships>
</file>

<file path=ppt/notesSlides/_rels/notesSlide215.xml.rels><?xml version="1.0" encoding="utf-8"?><Relationships xmlns="http://schemas.openxmlformats.org/package/2006/relationships"><Relationship Type="http://schemas.openxmlformats.org/officeDocument/2006/relationships/slide" Target="../slides/slide215.xml" Id="R1e690666ca934314"/><Relationship Type="http://schemas.openxmlformats.org/officeDocument/2006/relationships/notesMaster" Target="../notesMasters/notesMaster14.xml" Id="R58959e6e51544996"/></Relationships>
</file>

<file path=ppt/notesSlides/_rels/notesSlide216.xml.rels><?xml version="1.0" encoding="utf-8"?><Relationships xmlns="http://schemas.openxmlformats.org/package/2006/relationships"><Relationship Type="http://schemas.openxmlformats.org/officeDocument/2006/relationships/slide" Target="../slides/slide216.xml" Id="R069f062676ac4fb0"/><Relationship Type="http://schemas.openxmlformats.org/officeDocument/2006/relationships/notesMaster" Target="../notesMasters/notesMaster14.xml" Id="R5617a7b3d4844119"/></Relationships>
</file>

<file path=ppt/notesSlides/_rels/notesSlide217.xml.rels><?xml version="1.0" encoding="utf-8"?><Relationships xmlns="http://schemas.openxmlformats.org/package/2006/relationships"><Relationship Type="http://schemas.openxmlformats.org/officeDocument/2006/relationships/slide" Target="../slides/slide217.xml" Id="R5bb070988db64950"/><Relationship Type="http://schemas.openxmlformats.org/officeDocument/2006/relationships/notesMaster" Target="../notesMasters/notesMaster14.xml" Id="R9c4a955fc9424131"/></Relationships>
</file>

<file path=ppt/notesSlides/_rels/notesSlide218.xml.rels><?xml version="1.0" encoding="utf-8"?><Relationships xmlns="http://schemas.openxmlformats.org/package/2006/relationships"><Relationship Type="http://schemas.openxmlformats.org/officeDocument/2006/relationships/slide" Target="../slides/slide218.xml" Id="R54cd0e26a6a04e2c"/><Relationship Type="http://schemas.openxmlformats.org/officeDocument/2006/relationships/notesMaster" Target="../notesMasters/notesMaster14.xml" Id="R79ca7976f6a7432c"/></Relationships>
</file>

<file path=ppt/notesSlides/_rels/notesSlide219.xml.rels><?xml version="1.0" encoding="utf-8"?><Relationships xmlns="http://schemas.openxmlformats.org/package/2006/relationships"><Relationship Type="http://schemas.openxmlformats.org/officeDocument/2006/relationships/slide" Target="../slides/slide219.xml" Id="R2261617033d54979"/><Relationship Type="http://schemas.openxmlformats.org/officeDocument/2006/relationships/notesMaster" Target="../notesMasters/notesMaster14.xml" Id="R2abeae05be344c21"/></Relationships>
</file>

<file path=ppt/notesSlides/_rels/notesSlide220.xml.rels><?xml version="1.0" encoding="utf-8"?><Relationships xmlns="http://schemas.openxmlformats.org/package/2006/relationships"><Relationship Type="http://schemas.openxmlformats.org/officeDocument/2006/relationships/slide" Target="../slides/slide220.xml" Id="R15a26101776e42ff"/><Relationship Type="http://schemas.openxmlformats.org/officeDocument/2006/relationships/notesMaster" Target="../notesMasters/notesMaster14.xml" Id="R14b68b5df1ec4793"/></Relationships>
</file>

<file path=ppt/notesSlides/_rels/notesSlide221.xml.rels><?xml version="1.0" encoding="utf-8"?><Relationships xmlns="http://schemas.openxmlformats.org/package/2006/relationships"><Relationship Type="http://schemas.openxmlformats.org/officeDocument/2006/relationships/slide" Target="../slides/slide221.xml" Id="Rb7ce45352a69453f"/><Relationship Type="http://schemas.openxmlformats.org/officeDocument/2006/relationships/notesMaster" Target="../notesMasters/notesMaster14.xml" Id="Rdfe0cdb4f2d94ece"/></Relationships>
</file>

<file path=ppt/notesSlides/_rels/notesSlide222.xml.rels><?xml version="1.0" encoding="utf-8"?><Relationships xmlns="http://schemas.openxmlformats.org/package/2006/relationships"><Relationship Type="http://schemas.openxmlformats.org/officeDocument/2006/relationships/slide" Target="../slides/slide222.xml" Id="R721598845345493a"/><Relationship Type="http://schemas.openxmlformats.org/officeDocument/2006/relationships/notesMaster" Target="../notesMasters/notesMaster14.xml" Id="Rd665f35f95ca49b7"/></Relationships>
</file>

<file path=ppt/notesSlides/_rels/notesSlide223.xml.rels><?xml version="1.0" encoding="utf-8"?><Relationships xmlns="http://schemas.openxmlformats.org/package/2006/relationships"><Relationship Type="http://schemas.openxmlformats.org/officeDocument/2006/relationships/slide" Target="../slides/slide223.xml" Id="R9129805ecf3f4d9d"/><Relationship Type="http://schemas.openxmlformats.org/officeDocument/2006/relationships/notesMaster" Target="../notesMasters/notesMaster14.xml" Id="R5f821a20676b4c6d"/></Relationships>
</file>

<file path=ppt/notesSlides/_rels/notesSlide224.xml.rels><?xml version="1.0" encoding="utf-8"?><Relationships xmlns="http://schemas.openxmlformats.org/package/2006/relationships"><Relationship Type="http://schemas.openxmlformats.org/officeDocument/2006/relationships/slide" Target="../slides/slide224.xml" Id="Ra5af7e8ed9214ba7"/><Relationship Type="http://schemas.openxmlformats.org/officeDocument/2006/relationships/notesMaster" Target="../notesMasters/notesMaster14.xml" Id="Rcf4357456b634752"/></Relationships>
</file>

<file path=ppt/notesSlides/_rels/notesSlide225.xml.rels><?xml version="1.0" encoding="utf-8"?><Relationships xmlns="http://schemas.openxmlformats.org/package/2006/relationships"><Relationship Type="http://schemas.openxmlformats.org/officeDocument/2006/relationships/slide" Target="../slides/slide225.xml" Id="Rb248900c82974a20"/><Relationship Type="http://schemas.openxmlformats.org/officeDocument/2006/relationships/notesMaster" Target="../notesMasters/notesMaster15.xml" Id="R9640339ae60847d0"/></Relationships>
</file>

<file path=ppt/notesSlides/_rels/notesSlide226.xml.rels><?xml version="1.0" encoding="utf-8"?><Relationships xmlns="http://schemas.openxmlformats.org/package/2006/relationships"><Relationship Type="http://schemas.openxmlformats.org/officeDocument/2006/relationships/slide" Target="../slides/slide226.xml" Id="Raac42653cbbb456e"/><Relationship Type="http://schemas.openxmlformats.org/officeDocument/2006/relationships/notesMaster" Target="../notesMasters/notesMaster15.xml" Id="R9b5ad37fc3da4bcf"/></Relationships>
</file>

<file path=ppt/notesSlides/_rels/notesSlide227.xml.rels><?xml version="1.0" encoding="utf-8"?><Relationships xmlns="http://schemas.openxmlformats.org/package/2006/relationships"><Relationship Type="http://schemas.openxmlformats.org/officeDocument/2006/relationships/slide" Target="../slides/slide227.xml" Id="Rc85f619ae66b4678"/><Relationship Type="http://schemas.openxmlformats.org/officeDocument/2006/relationships/notesMaster" Target="../notesMasters/notesMaster15.xml" Id="R753fc15ab0a84241"/></Relationships>
</file>

<file path=ppt/notesSlides/_rels/notesSlide228.xml.rels><?xml version="1.0" encoding="utf-8"?><Relationships xmlns="http://schemas.openxmlformats.org/package/2006/relationships"><Relationship Type="http://schemas.openxmlformats.org/officeDocument/2006/relationships/slide" Target="../slides/slide228.xml" Id="R2294d39174004c83"/><Relationship Type="http://schemas.openxmlformats.org/officeDocument/2006/relationships/notesMaster" Target="../notesMasters/notesMaster15.xml" Id="R7a293fe51e924f35"/></Relationships>
</file>

<file path=ppt/notesSlides/_rels/notesSlide229.xml.rels><?xml version="1.0" encoding="utf-8"?><Relationships xmlns="http://schemas.openxmlformats.org/package/2006/relationships"><Relationship Type="http://schemas.openxmlformats.org/officeDocument/2006/relationships/slide" Target="../slides/slide229.xml" Id="R4914b809a1084ce3"/><Relationship Type="http://schemas.openxmlformats.org/officeDocument/2006/relationships/notesMaster" Target="../notesMasters/notesMaster15.xml" Id="R78912c34c7e2412d"/></Relationships>
</file>

<file path=ppt/notesSlides/_rels/notesSlide230.xml.rels><?xml version="1.0" encoding="utf-8"?><Relationships xmlns="http://schemas.openxmlformats.org/package/2006/relationships"><Relationship Type="http://schemas.openxmlformats.org/officeDocument/2006/relationships/slide" Target="../slides/slide230.xml" Id="Rbfa1626ee84c4880"/><Relationship Type="http://schemas.openxmlformats.org/officeDocument/2006/relationships/notesMaster" Target="../notesMasters/notesMaster15.xml" Id="R9ebf078905f54d55"/></Relationships>
</file>

<file path=ppt/notesSlides/_rels/notesSlide231.xml.rels><?xml version="1.0" encoding="utf-8"?><Relationships xmlns="http://schemas.openxmlformats.org/package/2006/relationships"><Relationship Type="http://schemas.openxmlformats.org/officeDocument/2006/relationships/slide" Target="../slides/slide231.xml" Id="Rfe20e8efa3fd4ed9"/><Relationship Type="http://schemas.openxmlformats.org/officeDocument/2006/relationships/notesMaster" Target="../notesMasters/notesMaster15.xml" Id="R42cd9952d3c14061"/></Relationships>
</file>

<file path=ppt/notesSlides/_rels/notesSlide232.xml.rels><?xml version="1.0" encoding="utf-8"?><Relationships xmlns="http://schemas.openxmlformats.org/package/2006/relationships"><Relationship Type="http://schemas.openxmlformats.org/officeDocument/2006/relationships/slide" Target="../slides/slide232.xml" Id="R4fa4a88487cd44fb"/><Relationship Type="http://schemas.openxmlformats.org/officeDocument/2006/relationships/notesMaster" Target="../notesMasters/notesMaster15.xml" Id="R953898abc46847e8"/></Relationships>
</file>

<file path=ppt/notesSlides/_rels/notesSlide233.xml.rels><?xml version="1.0" encoding="utf-8"?><Relationships xmlns="http://schemas.openxmlformats.org/package/2006/relationships"><Relationship Type="http://schemas.openxmlformats.org/officeDocument/2006/relationships/slide" Target="../slides/slide233.xml" Id="R4f55a62cdd744867"/><Relationship Type="http://schemas.openxmlformats.org/officeDocument/2006/relationships/notesMaster" Target="../notesMasters/notesMaster15.xml" Id="Rcbceef463a6343c8"/></Relationships>
</file>

<file path=ppt/notesSlides/_rels/notesSlide234.xml.rels><?xml version="1.0" encoding="utf-8"?><Relationships xmlns="http://schemas.openxmlformats.org/package/2006/relationships"><Relationship Type="http://schemas.openxmlformats.org/officeDocument/2006/relationships/slide" Target="../slides/slide234.xml" Id="R0131b1b1de6f4b47"/><Relationship Type="http://schemas.openxmlformats.org/officeDocument/2006/relationships/notesMaster" Target="../notesMasters/notesMaster15.xml" Id="Rab77c5aee8c54d4e"/></Relationships>
</file>

<file path=ppt/notesSlides/_rels/notesSlide235.xml.rels><?xml version="1.0" encoding="utf-8"?><Relationships xmlns="http://schemas.openxmlformats.org/package/2006/relationships"><Relationship Type="http://schemas.openxmlformats.org/officeDocument/2006/relationships/slide" Target="../slides/slide235.xml" Id="R6f2576055b3f4e49"/><Relationship Type="http://schemas.openxmlformats.org/officeDocument/2006/relationships/notesMaster" Target="../notesMasters/notesMaster15.xml" Id="R6c47a70195fb4418"/></Relationships>
</file>

<file path=ppt/notesSlides/_rels/notesSlide236.xml.rels><?xml version="1.0" encoding="utf-8"?><Relationships xmlns="http://schemas.openxmlformats.org/package/2006/relationships"><Relationship Type="http://schemas.openxmlformats.org/officeDocument/2006/relationships/slide" Target="../slides/slide236.xml" Id="Rf9bd16206be445fd"/><Relationship Type="http://schemas.openxmlformats.org/officeDocument/2006/relationships/notesMaster" Target="../notesMasters/notesMaster15.xml" Id="R1298a0b6687143a9"/></Relationships>
</file>

<file path=ppt/notesSlides/_rels/notesSlide237.xml.rels><?xml version="1.0" encoding="utf-8"?><Relationships xmlns="http://schemas.openxmlformats.org/package/2006/relationships"><Relationship Type="http://schemas.openxmlformats.org/officeDocument/2006/relationships/slide" Target="../slides/slide237.xml" Id="Rdd048057e0ca403e"/><Relationship Type="http://schemas.openxmlformats.org/officeDocument/2006/relationships/notesMaster" Target="../notesMasters/notesMaster15.xml" Id="R421460047dc04cb7"/></Relationships>
</file>

<file path=ppt/notesSlides/_rels/notesSlide238.xml.rels><?xml version="1.0" encoding="utf-8"?><Relationships xmlns="http://schemas.openxmlformats.org/package/2006/relationships"><Relationship Type="http://schemas.openxmlformats.org/officeDocument/2006/relationships/slide" Target="../slides/slide238.xml" Id="Rc9351fb7a27b4257"/><Relationship Type="http://schemas.openxmlformats.org/officeDocument/2006/relationships/notesMaster" Target="../notesMasters/notesMaster15.xml" Id="R5c09dedd8dec424f"/></Relationships>
</file>

<file path=ppt/notesSlides/_rels/notesSlide239.xml.rels><?xml version="1.0" encoding="utf-8"?><Relationships xmlns="http://schemas.openxmlformats.org/package/2006/relationships"><Relationship Type="http://schemas.openxmlformats.org/officeDocument/2006/relationships/slide" Target="../slides/slide239.xml" Id="R3bc0c67bdc5b4588"/><Relationship Type="http://schemas.openxmlformats.org/officeDocument/2006/relationships/notesMaster" Target="../notesMasters/notesMaster15.xml" Id="Re8bf523ba1e84f4f"/></Relationships>
</file>

<file path=ppt/notesSlides/_rels/notesSlide240.xml.rels><?xml version="1.0" encoding="utf-8"?><Relationships xmlns="http://schemas.openxmlformats.org/package/2006/relationships"><Relationship Type="http://schemas.openxmlformats.org/officeDocument/2006/relationships/slide" Target="../slides/slide240.xml" Id="R396ea349769445c8"/><Relationship Type="http://schemas.openxmlformats.org/officeDocument/2006/relationships/notesMaster" Target="../notesMasters/notesMaster15.xml" Id="Rca21c83ccd064356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高校教师常见的文献、数据和项目材料介绍课程。全程讲授和讲师演示，不安排学员操作或提交。课程既讲操作，也解释为什么这样做。原理以帮助选择工具、组织任务和检查结果为限。约240页含延伸材料，不能按页数承诺授课效果。培训单位、讲师姓名和日期未获确认，不虚构这些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模块对应客户原课程。第一模块解释AI能力、常见失误、Agent概念和Humanizer。第二模块沿选题、文献、方案、数据和图表展开。第三模块将证据组织成论文、申报材料和技术交底。第四模块讲项目执行、结题、汇报和传播，再用本地与云端流程贯通前面的内容。这里只介绍课程位置，不逐项念标题。Humanizer单独成章，也用于其他章节的文字；Harness指任务执行管理，第2节讲框架，第14节看实际记录。箭头表示本课程讲授顺序，不表示科学研究不能返回修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参考：Dawn Song，UC Berkeley CS294/194-196 Agentic AI，Fall 2025，Introduction，物理页6、10、19。</a:t>
            </a:r>
          </a:p>
          <a:p xmlns:a="http://schemas.openxmlformats.org/drawingml/2006/main">
            <a:r>
              <a:t>https://rdi.berkeley.edu/agentic-ai/slides/introduction_25.pdf</a:t>
            </a:r>
          </a:p>
          <a:p xmlns:a="http://schemas.openxmlformats.org/drawingml/2006/main">
            <a:r>
              <a:t>借鉴主题分组、动作反馈与可复查过程的组织；未采用旧产品状态、排名、预测、作业或考核。中文安排为本课程编写。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午180分钟，下午210分钟，合计390分钟。扣除两次10分钟短休，正式授课370分钟；午间90分钟不计入授课。另备110分钟延伸讲授，包括补充案例解释、图表读解和讲师演示，合计480分钟素材。不安排课堂练习、分组任务、账户操作或学员提交。240页包括正式讲授和延伸材料，现场按讲师节奏选择深度。分钟分配是备课安排，不能当作真人彩排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依据：客户指定时段和8小时备课要求；本课程安排两次10分钟短休，分钟按时段计算。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三条材料到结果的路径说明讲师会展示什么。文献演示回到原文，判断摘录能否支持结论。数据演示从公开CSV开始，检查缺失、比较对象和方法，再算结果、做图。申报演示从适用指南、已有研究材料和模板开始，将要求对应到内容，保留缺口。三条路径不是同一项研究，也不要求学员现场打开材料。案例到对应章节再介绍背景和来源。公开论文、公开企鹅数据和自编指南分别登记；TEACH-GRANT-01不是官方基金指南。AI编写与修订的文字另注明属性。图表示演示组织，不冒充执行截图；实际运行情况看对应章节记录和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参考：Dawn Song，UC Berkeley CS294/194-196 Agentic AI，Fall 2025，Introduction，物理页6、10、19。</a:t>
            </a:r>
          </a:p>
          <a:p xmlns:a="http://schemas.openxmlformats.org/drawingml/2006/main">
            <a:r>
              <a:t>https://rdi.berkeley.edu/agentic-ai/slides/introduction_25.pdf</a:t>
            </a:r>
          </a:p>
          <a:p xmlns:a="http://schemas.openxmlformats.org/drawingml/2006/main">
            <a:r>
              <a:t>借鉴主题分组、动作反馈与可复查过程的组织；未采用旧产品状态、排名、预测、作业或考核。中文安排为本课程编写。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介绍生成式AI在科研中的作用范围、基本原理、能力差异与规范。图中的工作环节是课程归纳，不能据此声称各类工具已能独立完成科研。科研还包括专用预测模型、实验设备与领域方法，后页区分其与通用生成式工具的关系。图中每个节点均为原生可编辑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Džeroski, AI for Science, SLAIF/Jožef Stefan Institute, 2026</a:t>
            </a:r>
          </a:p>
          <a:p xmlns:a="http://schemas.openxmlformats.org/drawingml/2006/main">
            <a:r>
              <a:t>https://ai4science.ijs.si/2026course/</a:t>
            </a:r>
          </a:p>
          <a:p xmlns:a="http://schemas.openxmlformats.org/drawingml/2006/main">
            <a:r>
              <a:t>定位：Introduction及Foundation Models课件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Barba, MAE-6291, George Washington University, Spring 2026</a:t>
            </a:r>
          </a:p>
          <a:p xmlns:a="http://schemas.openxmlformats.org/drawingml/2006/main">
            <a:r>
              <a:t>https://barbagroup.github.io/mae6291-genai/2026/</a:t>
            </a:r>
          </a:p>
          <a:p xmlns:a="http://schemas.openxmlformats.org/drawingml/2006/main">
            <a:r>
              <a:t>定位：Class 1、2、10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左、右两类是为科研使用作的区分，并非互斥的技术分类：生成模型也可用于领域预测，多模态能力与语言模型也有交叉。生成式AI定义依据NIST AI 600-1第1节脚注。领域实例参考IJS Foundation Models课件，未复制其科研图片或数据。Agent系统的概念留至Section 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600-1, 2024</a:t>
            </a:r>
          </a:p>
          <a:p xmlns:a="http://schemas.openxmlformats.org/drawingml/2006/main">
            <a:r>
              <a:t>https://doi.org/10.6028/NIST.AI.600-1</a:t>
            </a:r>
          </a:p>
          <a:p xmlns:a="http://schemas.openxmlformats.org/drawingml/2006/main">
            <a:r>
              <a:t>定位：第1节定义；第2.2节Confabulation；MEASURE 2.5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Džeroski, AI for Science, SLAIF/Jožef Stefan Institute, 2026</a:t>
            </a:r>
          </a:p>
          <a:p xmlns:a="http://schemas.openxmlformats.org/drawingml/2006/main">
            <a:r>
              <a:t>https://ai4science.ijs.si/2026course/</a:t>
            </a:r>
          </a:p>
          <a:p xmlns:a="http://schemas.openxmlformats.org/drawingml/2006/main">
            <a:r>
              <a:t>定位：Introduction及Foundation Models课件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Using tools</a:t>
            </a:r>
          </a:p>
          <a:p xmlns:a="http://schemas.openxmlformats.org/drawingml/2006/main">
            <a:r>
              <a:t>https://developers.openai.com/api/docs/guides/tools</a:t>
            </a:r>
          </a:p>
          <a:p xmlns:a="http://schemas.openxmlformats.org/drawingml/2006/main">
            <a:r>
              <a:t>定位：网页搜索、文件检索与工具调用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概念框架，省略优化器、网络层和底层接口。预训练、后训练并不是所有模型固定相同的生产流程，后训练常见方法包括监督微调与基于反馈的优化。推理可以包含多步计算，不等同于一次简单补字。上传文件是否进入服务后续训练受产品条款与设置影响；本页只解释当前任务提供上下文与专门微调之间的技术区别，不作数据保留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Key concepts</a:t>
            </a:r>
          </a:p>
          <a:p xmlns:a="http://schemas.openxmlformats.org/drawingml/2006/main">
            <a:r>
              <a:t>https://developers.openai.com/api/docs/concepts</a:t>
            </a:r>
          </a:p>
          <a:p xmlns:a="http://schemas.openxmlformats.org/drawingml/2006/main">
            <a:r>
              <a:t>定位：Text generation models; Tokens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Model optimization</a:t>
            </a:r>
          </a:p>
          <a:p xmlns:a="http://schemas.openxmlformats.org/drawingml/2006/main">
            <a:r>
              <a:t>https://developers.openai.com/api/docs/guides/model-optimization</a:t>
            </a:r>
          </a:p>
          <a:p xmlns:a="http://schemas.openxmlformats.org/drawingml/2006/main">
            <a:r>
              <a:t>定位：Evaluation, prompt engineering and fine-tuning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Džeroski, AI for Science, SLAIF/Jožef Stefan Institute, 2026</a:t>
            </a:r>
          </a:p>
          <a:p xmlns:a="http://schemas.openxmlformats.org/drawingml/2006/main">
            <a:r>
              <a:t>https://ai4science.ijs.si/2026course/</a:t>
            </a:r>
          </a:p>
          <a:p xmlns:a="http://schemas.openxmlformats.org/drawingml/2006/main">
            <a:r>
              <a:t>定位：Introduction及Foundation Models课件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意图是课程绘制的简化RAG框架，并非某产品执行截图。检索可能来自数据库、文件或搜索工具；不是所有聊天都自动执行检索。输入和输出受到上下文窗口等限制，具体额度随模型而异。本节不讲向量库、API、分词器的实现细节。RAG能提供外部材料，不保证检索召回、证据质量和引用归属全部正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Conversation state</a:t>
            </a:r>
          </a:p>
          <a:p xmlns:a="http://schemas.openxmlformats.org/drawingml/2006/main">
            <a:r>
              <a:t>https://developers.openai.com/api/docs/guides/conversation-state</a:t>
            </a:r>
          </a:p>
          <a:p xmlns:a="http://schemas.openxmlformats.org/drawingml/2006/main">
            <a:r>
              <a:t>定位：Managing the context window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Prompt engineering</a:t>
            </a:r>
          </a:p>
          <a:p xmlns:a="http://schemas.openxmlformats.org/drawingml/2006/main">
            <a:r>
              <a:t>https://developers.openai.com/api/docs/guides/prompt-engineering</a:t>
            </a:r>
          </a:p>
          <a:p xmlns:a="http://schemas.openxmlformats.org/drawingml/2006/main">
            <a:r>
              <a:t>定位：Prompt structure; Include relevant context information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Using tools</a:t>
            </a:r>
          </a:p>
          <a:p xmlns:a="http://schemas.openxmlformats.org/drawingml/2006/main">
            <a:r>
              <a:t>https://developers.openai.com/api/docs/guides/tools</a:t>
            </a:r>
          </a:p>
          <a:p xmlns:a="http://schemas.openxmlformats.org/drawingml/2006/main">
            <a:r>
              <a:t>定位：网页搜索、文件检索与工具调用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Barba, MAE-6291, George Washington University, Spring 2026</a:t>
            </a:r>
          </a:p>
          <a:p xmlns:a="http://schemas.openxmlformats.org/drawingml/2006/main">
            <a:r>
              <a:t>https://barbagroup.github.io/mae6291-genai/2026/</a:t>
            </a:r>
          </a:p>
          <a:p xmlns:a="http://schemas.openxmlformats.org/drawingml/2006/main">
            <a:r>
              <a:t>定位：Class 1、2、10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真实公开研究，DOI 10.1038/s41598-023-41032-5。已读取原始PDF第1页摘要和第4页表3、表4；PDF共8页。表3：GPT-3.5全部引文n=222，55%虚构；GPT-4全部引文n=414，18%虚构。表4：实际存在文献中43%和24%含至少一种实质性著录错误；这两个百分比不能当作全部636条文献中的比例。图为原文报告值的可编辑重绘，不是本课程重新运行模型的结果，也不推断当前模型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Walters &amp; Wilder, Scientific Reports 13:14045, 2023</a:t>
            </a:r>
          </a:p>
          <a:p xmlns:a="http://schemas.openxmlformats.org/drawingml/2006/main">
            <a:r>
              <a:t>https://doi.org/10.1038/s41598-023-41032-5</a:t>
            </a:r>
          </a:p>
          <a:p xmlns:a="http://schemas.openxmlformats.org/drawingml/2006/main">
            <a:r>
              <a:t>定位：PDF第1页摘要、第4页表3和表4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600-1, 2024</a:t>
            </a:r>
          </a:p>
          <a:p xmlns:a="http://schemas.openxmlformats.org/drawingml/2006/main">
            <a:r>
              <a:t>https://doi.org/10.6028/NIST.AI.600-1</a:t>
            </a:r>
          </a:p>
          <a:p xmlns:a="http://schemas.openxmlformats.org/drawingml/2006/main">
            <a:r>
              <a:t>定位：第1节定义；第2.2节Confabulation；MEASURE 2.5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课程对科研任务的归纳，没有给工具打分，也没有宣称任意通用模型都具备同样能力。代码生成与代码执行分开；执行成功与方法适用分开。图表需来自实际数据或明确标识的示意，机制示意不能代替实验结果。NIST建议按具体任务验证能力，避免从狭窄或轶事测评作不当外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Using tools</a:t>
            </a:r>
          </a:p>
          <a:p xmlns:a="http://schemas.openxmlformats.org/drawingml/2006/main">
            <a:r>
              <a:t>https://developers.openai.com/api/docs/guides/tools</a:t>
            </a:r>
          </a:p>
          <a:p xmlns:a="http://schemas.openxmlformats.org/drawingml/2006/main">
            <a:r>
              <a:t>定位：网页搜索、文件检索与工具调用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600-1, 2024</a:t>
            </a:r>
          </a:p>
          <a:p xmlns:a="http://schemas.openxmlformats.org/drawingml/2006/main">
            <a:r>
              <a:t>https://doi.org/10.6028/NIST.AI.600-1</a:t>
            </a:r>
          </a:p>
          <a:p xmlns:a="http://schemas.openxmlformats.org/drawingml/2006/main">
            <a:r>
              <a:t>定位：第1节定义；第2.2节Confabulation；MEASURE 2.5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于解释任务分解原则，没有安排学员实操或课堂练习。综述作为科研工作例子，不能把模型生成的检索式或研究空白直接称作已验证结果。系统综述的正式检索与纳入报告要求在文献章节具体介绍，本页不冒称符合PRISMA。原文材料不足时保留缺口。后续Agent章节解释系统如何保存这些步骤的状态与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Barba, MAE-6291, George Washington University, Spring 2026</a:t>
            </a:r>
          </a:p>
          <a:p xmlns:a="http://schemas.openxmlformats.org/drawingml/2006/main">
            <a:r>
              <a:t>https://barbagroup.github.io/mae6291-genai/2026/</a:t>
            </a:r>
          </a:p>
          <a:p xmlns:a="http://schemas.openxmlformats.org/drawingml/2006/main">
            <a:r>
              <a:t>定位：Class 1、2、10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Prompt engineering</a:t>
            </a:r>
          </a:p>
          <a:p xmlns:a="http://schemas.openxmlformats.org/drawingml/2006/main">
            <a:r>
              <a:t>https://developers.openai.com/api/docs/guides/prompt-engineering</a:t>
            </a:r>
          </a:p>
          <a:p xmlns:a="http://schemas.openxmlformats.org/drawingml/2006/main">
            <a:r>
              <a:t>定位：Prompt structure; Include relevant context information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600-1, 2024</a:t>
            </a:r>
          </a:p>
          <a:p xmlns:a="http://schemas.openxmlformats.org/drawingml/2006/main">
            <a:r>
              <a:t>https://doi.org/10.6028/NIST.AI.600-1</a:t>
            </a:r>
          </a:p>
          <a:p xmlns:a="http://schemas.openxmlformats.org/drawingml/2006/main">
            <a:r>
              <a:t>定位：第1节定义；第2.2节Confabulation；MEASURE 2.5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科研指令的结构分析，不是现场操作任务或模型执行记录。示例由课程编写，不指向某两篇真实论文，也不提供虚构比较结果。角色设定用于指定方法论视角，不代表模型具备真实研究者资格。指令可以约束输出，但不能保证引文准确，仍需回原文核对。提示设计原则来自官方说明，比较维度与文字由课程按科研场景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Prompt engineering</a:t>
            </a:r>
          </a:p>
          <a:p xmlns:a="http://schemas.openxmlformats.org/drawingml/2006/main">
            <a:r>
              <a:t>https://developers.openai.com/api/docs/guides/prompt-engineering</a:t>
            </a:r>
          </a:p>
          <a:p xmlns:a="http://schemas.openxmlformats.org/drawingml/2006/main">
            <a:r>
              <a:t>定位：Prompt structure; Include relevant context information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教师常问“哪个助手好用”。这一页把问题落到同一件事：用 Walters 与 Wilder（2023）的公开论文，写一页中文材料说明。先展示课程已经核对的论文和报告值表，再说明三种入口各需要什么。论文研究的是当时特定模型与任务；55%和18%不能推广为今天产品的错误率。三条路线是课程编写的选用示例，尚未分别在Claude、ChatGPT或DeepSeek上执行，也没有三方性能、速度或成本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ude路线：官方文件说明支持执行代码、处理上传材料及生成Word等文件。若当前账户已开放文件工具，可直接提供论文PDF，让它先列原文定位、分母和限制，再整理成说明稿。若读不到表格，改用人工核对的摘录，不允许补猜。ChatGPT路线：这里具体指ChatGPT Work及官方说明中的文件处理能力；把论文和报告值表一并提供，要求可编辑图及说明文件，在预览中核对数字和图形，再下载文件。普通聊天入口是否有同样工具，需要现场查看。DeepSeek路线：这里具体指接入DeepSeek API的课程网页方案；提供已核对文本和数值，模型拟稿后由应用的文件工具导出。API响应、网页检索、计算、Word导出各有工具和记录，不能看到一段回答就说整个流程完成。官方API还公布了Search/Fetch和Agent集成入口，本页不把DeepSeek描述成天然不能联网或不能生成文件。当前没有为这个案例调用模型或导出三份品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核对一处容易出错的地方：55%与18%对应全部参考文献中的虚构比例；43%与24%对应真实参考文献中的实质性错误比例。两组分母不同，不能合并成“总错误率”。原文表3、4及正文对计数的描述应一起读。若需要逐条判定新文献是否真实，另用学术检索、DOI与原文回查；这不是用三个助手互相投票就能完成的事。Elicit、Consensus属于发现与整理研究的入口，Connected Papers用于探索文献关系；它们的覆盖范围与全文可用性另查官方说明，见Section5。本页换成品牌实例后，仍保留这些专业工具的分工。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可打开assistant-choice-packet/共同任务.md、三份入口任务和人工核对示例.md。任务文本属于教学材料，人工核对示例依据论文报告值编写，均不冒充产品回答。共同事实、输出检查项、产品边界和本节页码写入case.json；本地检查只确认这些材料的对应关系，不能证明三方模型已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Claude Help Center, Create and edit files with Claude</a:t>
            </a:r>
          </a:p>
          <a:p xmlns:a="http://schemas.openxmlformats.org/drawingml/2006/main">
            <a:r>
              <a:t>https://support.claude.com/en/articles/12111783-create-and-edit-files-with-claude</a:t>
            </a:r>
          </a:p>
          <a:p xmlns:a="http://schemas.openxmlformats.org/drawingml/2006/main">
            <a:r>
              <a:t>定位：2026-08-06；How to get started、Supported file types、Advanced data analysis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OpenAI, Work with files</a:t>
            </a:r>
          </a:p>
          <a:p xmlns:a="http://schemas.openxmlformats.org/drawingml/2006/main">
            <a:r>
              <a:t>https://learn.chatgpt.com/docs/artifacts-viewer</a:t>
            </a:r>
          </a:p>
          <a:p xmlns:a="http://schemas.openxmlformats.org/drawingml/2006/main">
            <a:r>
              <a:t>定位：Work with files正文：ChatGPT桌面预览、ChatGPT Work网页附件与下载；Review and refine files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DeepSeek API Docs, Your First API Call</a:t>
            </a:r>
          </a:p>
          <a:p xmlns:a="http://schemas.openxmlformats.org/drawingml/2006/main">
            <a:r>
              <a:t>https://api-docs.deepseek.com/</a:t>
            </a:r>
          </a:p>
          <a:p xmlns:a="http://schemas.openxmlformats.org/drawingml/2006/main">
            <a:r>
              <a:t>定位：API兼容格式、Integrate with Agent Tools；顶部Search/Fetch说明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Walters &amp; Wilder, Scientific Reports 13:14045, 2023</a:t>
            </a:r>
          </a:p>
          <a:p xmlns:a="http://schemas.openxmlformats.org/drawingml/2006/main">
            <a:r>
              <a:t>https://doi.org/10.1038/s41598-023-41032-5</a:t>
            </a:r>
          </a:p>
          <a:p xmlns:a="http://schemas.openxmlformats.org/drawingml/2006/main">
            <a:r>
              <a:t>定位：PDF第1页摘要、第4页表3和表4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讲科研推断的层次，例子为方法说明，没有虚构具体实验或数值。预测可用于筛选候选材料，不自动建立机制与因果结论；因果判断也不只依赖随机实验一种方法，具体研究可有准实验、观察性识别及相应假设。不会因模型生成了详细解释就视作机制已被证明。技术方法细节在研究设计与数据分析章节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Džeroski, AI for Science, SLAIF/Jožef Stefan Institute, 2026</a:t>
            </a:r>
          </a:p>
          <a:p xmlns:a="http://schemas.openxmlformats.org/drawingml/2006/main">
            <a:r>
              <a:t>https://ai4science.ijs.si/2026course/</a:t>
            </a:r>
          </a:p>
          <a:p xmlns:a="http://schemas.openxmlformats.org/drawingml/2006/main">
            <a:r>
              <a:t>定位：Introduction及Foundation Models课件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600-1, 2024</a:t>
            </a:r>
          </a:p>
          <a:p xmlns:a="http://schemas.openxmlformats.org/drawingml/2006/main">
            <a:r>
              <a:t>https://doi.org/10.6028/NIST.AI.600-1</a:t>
            </a:r>
          </a:p>
          <a:p xmlns:a="http://schemas.openxmlformats.org/drawingml/2006/main">
            <a:r>
              <a:t>定位：第1节定义；第2.2节Confabulation；MEASURE 2.5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核对日期2026-10-17。Nature Portfolio当前政策采用风险框架，黄级用途包含建议方法、摘要、比较文献、写作支持等，需人工监督、核验与披露；红级不允许把学术责任交给AI、生成不可核验输出或破坏保密性。PLOS政策AI use by authors说明AI不能署名，生成或修订投稿内容以及支持所报告研究的使用需披露，作者承担可靠性责任。网页原文已读取并保存本地核对记录。本页不覆盖Science系列的具体规则，论文章节仍需单独核对；也不把仅用于课堂讲授的本页当作正式声明模板。 补充核对同日PLOS FAQ：拼写、语法、清晰度和简洁性改进无需披露；翻译建议披露而非强制；分析代码生成与制图另按相应规定披露。必须与政策正文一起解释。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Nature Portfolio, Artificial Intelligence policy</a:t>
            </a:r>
          </a:p>
          <a:p xmlns:a="http://schemas.openxmlformats.org/drawingml/2006/main">
            <a:r>
              <a:t>https://www.nature.com/nature-portfolio/editorial-policies/ai</a:t>
            </a:r>
          </a:p>
          <a:p xmlns:a="http://schemas.openxmlformats.org/drawingml/2006/main">
            <a:r>
              <a:t>定位：Risk assessment framework; Role-specific responsibilities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PLOS, Ethical Publishing Practice</a:t>
            </a:r>
          </a:p>
          <a:p xmlns:a="http://schemas.openxmlformats.org/drawingml/2006/main">
            <a:r>
              <a:t>https://journals.plos.org/plosone/s/ethical-publishing-practice</a:t>
            </a:r>
          </a:p>
          <a:p xmlns:a="http://schemas.openxmlformats.org/drawingml/2006/main">
            <a:r>
              <a:t>定位：AI use by authors；AI use disclosures；FAQ语言改进与翻译例外、代码与制图要求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课程依据前述原理、实证研究与出版规范归纳的使用框架，没有课堂练习、操作打卡或让学员提交文件的要求。来源真实不保证结论有效，可复现也不保证方法合理，四项需要结合具体研究判断。后续Humanizer章节要展示怎样改善语言而不改变证据强度与使用事实；Agent与Harness章节则解释怎样保存执行状态、来源与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600-1, 2024</a:t>
            </a:r>
          </a:p>
          <a:p xmlns:a="http://schemas.openxmlformats.org/drawingml/2006/main">
            <a:r>
              <a:t>https://doi.org/10.6028/NIST.AI.600-1</a:t>
            </a:r>
          </a:p>
          <a:p xmlns:a="http://schemas.openxmlformats.org/drawingml/2006/main">
            <a:r>
              <a:t>定位：第1节定义；第2.2节Confabulation；MEASURE 2.5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Walters &amp; Wilder, Scientific Reports 13:14045, 2023</a:t>
            </a:r>
          </a:p>
          <a:p xmlns:a="http://schemas.openxmlformats.org/drawingml/2006/main">
            <a:r>
              <a:t>https://doi.org/10.1038/s41598-023-41032-5</a:t>
            </a:r>
          </a:p>
          <a:p xmlns:a="http://schemas.openxmlformats.org/drawingml/2006/main">
            <a:r>
              <a:t>定位：PDF第1页摘要、第4页表3和表4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Nature Portfolio, Artificial Intelligence policy</a:t>
            </a:r>
          </a:p>
          <a:p xmlns:a="http://schemas.openxmlformats.org/drawingml/2006/main">
            <a:r>
              <a:t>https://www.nature.com/nature-portfolio/editorial-policies/ai</a:t>
            </a:r>
          </a:p>
          <a:p xmlns:a="http://schemas.openxmlformats.org/drawingml/2006/main">
            <a:r>
              <a:t>定位：Risk assessment framework; Role-specific responsibilities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PLOS, Ethical Publishing Practice</a:t>
            </a:r>
          </a:p>
          <a:p xmlns:a="http://schemas.openxmlformats.org/drawingml/2006/main">
            <a:r>
              <a:t>https://journals.plos.org/plosone/s/ethical-publishing-practice</a:t>
            </a:r>
          </a:p>
          <a:p xmlns:a="http://schemas.openxmlformats.org/drawingml/2006/main">
            <a:r>
              <a:t>定位：AI use by authors；AI use disclosures；FAQ语言改进与翻译例外、代码与制图要求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讲教师熟悉的申报材料。说清楚讨论内容、调用工具、输出文件、核对材料分别是什么工作。一个系统可能同时提供这些能力，但完成程度要逐项查看。不要用产品名称替代任务分析。本节只解释组织方式，指南和模板的真实案例放在Section 10。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理解要求：读指南，找出章节、限制与提交要求：要求清单及原文位置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组织内容：比较研究目标、研究内容与已有依据：段落与证据的对应关系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处理文件：按模板写入正文、表格和技术路线：可打开、可编辑的文件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检查交付：核对缺项、引用、排版和版本：问题清单与修订后的文件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Stanford CS224N, Winter 2026, Lecture 10: RAG and Agents</a:t>
            </a:r>
          </a:p>
          <a:p xmlns:a="http://schemas.openxmlformats.org/drawingml/2006/main">
            <a:r>
              <a:t>https://web.stanford.edu/class/cs224n/slides_w26/cs224n-2026-lecture10-rag-agents.pdf</a:t>
            </a:r>
          </a:p>
          <a:p xmlns:a="http://schemas.openxmlformats.org/drawingml/2006/main">
            <a:r>
              <a:t>定位：PDF第29—30页：定义与组成；第61页：执行环境；第68页：评估；第70页：工具循环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先把四个层次分开。不要让学员记成Agentic AI等于ChatGPT、AI Agent等于Codex。Agentic可修饰工作方式或系统特征；Agent通常指承担执行任务的系统。学术和行业中的定义并非完全一致，这里提供课程采用的工作定义。产品能力会变化，本课不把界面差异说成永久边界。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模型：根据输入生成判断、文字或工具调用请求。：模型本身不等于一套完成文件任务的系统。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Agent：围绕目标，结合工具和反馈推进任务的执行系统。：具体系统的自主程度、权限和可靠性各不相同。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Agentic AI：描述 AI 具有目标导向、多步行动等特征的工作方式。：术语用法尚未统一，本课程按行为解释。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ChatGPT / Codex：人们使用的产品与工作环境。：它们可支持多种协作方式，能力也存在重叠。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Stanford CS224N, Winter 2026, Lecture 10: RAG and Agents</a:t>
            </a:r>
          </a:p>
          <a:p xmlns:a="http://schemas.openxmlformats.org/drawingml/2006/main">
            <a:r>
              <a:t>https://web.stanford.edu/class/cs224n/slides_w26/cs224n-2026-lecture10-rag-agents.pdf</a:t>
            </a:r>
          </a:p>
          <a:p xmlns:a="http://schemas.openxmlformats.org/drawingml/2006/main">
            <a:r>
              <a:t>定位：PDF第29—30页：定义与组成；第61页：执行环境；第68页：评估；第70页：工具循环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Use ChatGPT</a:t>
            </a:r>
          </a:p>
          <a:p xmlns:a="http://schemas.openxmlformats.org/drawingml/2006/main">
            <a:r>
              <a:t>https://learn.chatgpt.com/docs/use-chatgpt</a:t>
            </a:r>
          </a:p>
          <a:p xmlns:a="http://schemas.openxmlformats.org/drawingml/2006/main">
            <a:r>
              <a:t>定位：Go from idea to useful result; Compare ChatGPT Work and Codex on desktop；核对2026-10-17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同一个文献核验情境解释：决定补查材料是行动特征，承担补查并留存结果的是系统。这里只给概念例子，不展示伪造的查询记录。工程实践中，工作流与Agent经常组合使用，不能按名称把所有系统硬分成互不相容的两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比较维度：Agentic AI：工作方式：AI Agent：执行系统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讨论对象：主动拆分任务、调用工具、依据反馈调整：模型、工具、状态与运行安排组成的系统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科研例子：发现引文缺少 DOI 后，继续查出版页面：负责查找引文并输出核对表的文献核验 Agent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需要追问：哪些步骤由系统决定？何时由人确认？：连接哪些工具？材料保存在哪里？如何停止？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使用限制：是一组特征，没有统一的自主程度门槛：名称本身不能证明已执行、正确或可靠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Stanford CS224N, Winter 2026, Lecture 10: RAG and Agents</a:t>
            </a:r>
          </a:p>
          <a:p xmlns:a="http://schemas.openxmlformats.org/drawingml/2006/main">
            <a:r>
              <a:t>https://web.stanford.edu/class/cs224n/slides_w26/cs224n-2026-lecture10-rag-agents.pdf</a:t>
            </a:r>
          </a:p>
          <a:p xmlns:a="http://schemas.openxmlformats.org/drawingml/2006/main">
            <a:r>
              <a:t>定位：PDF第29—30页：定义与组成；第61页：执行环境；第68页：评估；第70页：工具循环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Building effective agents, 2024-12-19</a:t>
            </a:r>
          </a:p>
          <a:p xmlns:a="http://schemas.openxmlformats.org/drawingml/2006/main">
            <a:r>
              <a:t>https://www.anthropic.com/engineering/building-effective-agents</a:t>
            </a:r>
          </a:p>
          <a:p xmlns:a="http://schemas.openxmlformats.org/drawingml/2006/main">
            <a:r>
              <a:t>定位：What are agents; Workflows; Agents。用于解释架构模式，不据此比较当前产品。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沿上排读一遍，再沿反馈箭头回到下一步选择。强调工具返回结果才是观察信息；模型自己写的“已经查过”不能替代检索记录。不要将对外说明的操作理由当作模型内部思维链。停止条件应包括完成、材料不足、权限不足和超出约定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查到原文：核对题名、作者、年份和结论所处位置。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没有查到：记录检索范围与缺项；保留“尚未核实”。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遇到异常：判断是否重试、换来源，或交给研究者处理。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Stanford CS224N, Winter 2026, Lecture 10: RAG and Agents</a:t>
            </a:r>
          </a:p>
          <a:p xmlns:a="http://schemas.openxmlformats.org/drawingml/2006/main">
            <a:r>
              <a:t>https://web.stanford.edu/class/cs224n/slides_w26/cs224n-2026-lecture10-rag-agents.pdf</a:t>
            </a:r>
          </a:p>
          <a:p xmlns:a="http://schemas.openxmlformats.org/drawingml/2006/main">
            <a:r>
              <a:t>定位：PDF第29—30页：定义与组成；第61页：执行环境；第68页：评估；第70页：工具循环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Building effective agents, 2024-12-19</a:t>
            </a:r>
          </a:p>
          <a:p xmlns:a="http://schemas.openxmlformats.org/drawingml/2006/main">
            <a:r>
              <a:t>https://www.anthropic.com/engineering/building-effective-agents</a:t>
            </a:r>
          </a:p>
          <a:p xmlns:a="http://schemas.openxmlformats.org/drawingml/2006/main">
            <a:r>
              <a:t>定位：What are agents; Workflows; Agents。用于解释架构模式，不据此比较当前产品。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沿用Anthropic对预设路径与模型动态控制路径的架构区分。该文发表于2024年，适合讲基本模式，不能用其中工具介绍推断今天产品的完整功能。科研建议为课程迁移：申报主流程可固定，但查找缺失依据需要判断；身份资格、资助方向与科学结论仍由研究者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比较维度：Workflow：预设工作流：Agent：动态决定部分步骤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下一步怎样确定：按事先规定的规则和顺序执行：结合当前材料与工具返回结果选择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科研情境：指南提取→字段检查→模板填入→导出：某项要求含糊，补查附件或历年说明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容易出现的问题：输入不符合预期时，流程可能卡住：可能绕远路、重复搜索或误判完成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控制办法：检查输入，设置分支与缺项提示：限定范围，保留记录，明确停止条件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Building effective agents, 2024-12-19</a:t>
            </a:r>
          </a:p>
          <a:p xmlns:a="http://schemas.openxmlformats.org/drawingml/2006/main">
            <a:r>
              <a:t>https://www.anthropic.com/engineering/building-effective-agents</a:t>
            </a:r>
          </a:p>
          <a:p xmlns:a="http://schemas.openxmlformats.org/drawingml/2006/main">
            <a:r>
              <a:t>定位：What are agents; Workflows; Agents。用于解释架构模式，不据此比较当前产品。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2026-10-17读取的官方文档说明能力重叠。表格表达常见工作关注点，并非排他性功能列表。不要讲成ChatGPT只能聊天或Codex只能编程；在有合适工具的环境中，两者都可以处理研究和文档任务。无需介绍具体账户套餐或接口参数，避免偏离课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比较维度：ChatGPT 中的协作：Codex 中的协作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典型工作入口：问题、资料、文件与自然语言任务：工作目录、文件与自然语言任务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适合关注的内容：解释、比较、讨论，以及可用工具支持的产物：文件处理、脚本运行、版本记录及结果检查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都可能完成：在相应工具可用时开展研究、分析和文件制作：在相应工具可用时开展研究、分析和文件制作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使用前核对：当前账户、模式、连接工具和文件权限：当前环境、依赖、网络及文件权限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Use ChatGPT</a:t>
            </a:r>
          </a:p>
          <a:p xmlns:a="http://schemas.openxmlformats.org/drawingml/2006/main">
            <a:r>
              <a:t>https://learn.chatgpt.com/docs/use-chatgpt</a:t>
            </a:r>
          </a:p>
          <a:p xmlns:a="http://schemas.openxmlformats.org/drawingml/2006/main">
            <a:r>
              <a:t>定位：Go from idea to useful result; Compare ChatGPT Work and Codex on desktop；核对2026-10-17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举一个例子：AI在聊天里给出均值，和用明确的数据文件运行脚本得到均值，证据不同。即使有运行输出，也还需检查输入数据和计算方法。工具名称并不保证质量；文件能下载也不保证内容科学正确。科研材料涉及外部系统时，应按授权范围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检索工具：查询数据库或网页，读取材料：查询条件、来源链接、读取日期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计算工具：按脚本处理数据与生成统计量：数据版本、代码、运行输出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文档工具：写入 Word、表格或幻灯片：输出文件、预览及结构检查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连接工具：读取或修改获准连接的外部系统：操作对象、返回状态和变更记录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Stanford CS224N, Winter 2026, Lecture 10: RAG and Agents</a:t>
            </a:r>
          </a:p>
          <a:p xmlns:a="http://schemas.openxmlformats.org/drawingml/2006/main">
            <a:r>
              <a:t>https://web.stanford.edu/class/cs224n/slides_w26/cs224n-2026-lecture10-rag-agents.pdf</a:t>
            </a:r>
          </a:p>
          <a:p xmlns:a="http://schemas.openxmlformats.org/drawingml/2006/main">
            <a:r>
              <a:t>定位：PDF第29—30页：定义与组成；第61页：执行环境；第68页：评估；第70页：工具循环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Agents API Architecture</a:t>
            </a:r>
          </a:p>
          <a:p xmlns:a="http://schemas.openxmlformats.org/drawingml/2006/main">
            <a:r>
              <a:t>https://developers.openai.com/api/docs/guides/agents-api/architecture</a:t>
            </a:r>
          </a:p>
          <a:p xmlns:a="http://schemas.openxmlformats.org/drawingml/2006/main">
            <a:r>
              <a:t>定位：The pieces; Add an environment; Receive progress and results。平台实现示例，不作为所有Agent的统一定义。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避免把技能说成已经训练进模型的能力。Skill通常是任务资料包，可包含指令和可选脚本。一个只有说明文件的技能并非必然无用，但不能据此宣称自动检索、Word输出或整套流程已经运行。本页示例为课程编写的说明，没有执行日志，也不声称当前仓库实现了所有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何时使用：描述适用任务，例如“核验参考文献”。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怎样处理：规定先查原文、再核对字段，并登记未核实项。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依据什么：附上规范、字段说明、模板或检查清单。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怎样交付：规定结果表的字段、文件格式和缺项说明。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Build skills</a:t>
            </a:r>
          </a:p>
          <a:p xmlns:a="http://schemas.openxmlformats.org/drawingml/2006/main">
            <a:r>
              <a:t>https://learn.chatgpt.com/docs/build-skills</a:t>
            </a:r>
          </a:p>
          <a:p xmlns:a="http://schemas.openxmlformats.org/drawingml/2006/main">
            <a:r>
              <a:t>定位：技能包含指令、资源及可选脚本；How ChatGPT and Codex use skills；核对2026-10-17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P是连接AI应用与外部系统的开放标准，不是某个模型、数据库或固定的工具集合。比喻只用于辅助理解，不把它讲成万能插口。学校的数据库授权和服务自身许可依旧适用。Prompt、Skill、工具可以不通过MCP组合；不要让学员误以为做科研任务必须安装MCP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名称：主要作用：文献核验中的例子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Prompt：提示：说明这一次要做什么、有哪些限制：核验本次列表，保留未核实项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Skill：任务方法：保存可重复采用的步骤与资源：题名、作者、年份、DOI逐项比对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Tool：工具：执行某个具体操作：查询记录、读取PDF、导出表格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MCP：连接标准：让应用按共同约定连接外部工具或数据：通过支持MCP的服务访问获准数据源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Build skills</a:t>
            </a:r>
          </a:p>
          <a:p xmlns:a="http://schemas.openxmlformats.org/drawingml/2006/main">
            <a:r>
              <a:t>https://learn.chatgpt.com/docs/build-skills</a:t>
            </a:r>
          </a:p>
          <a:p xmlns:a="http://schemas.openxmlformats.org/drawingml/2006/main">
            <a:r>
              <a:t>定位：技能包含指令、资源及可选脚本；How ChatGPT and Codex use skills；核对2026-10-17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Context Protocol: What is MCP?</a:t>
            </a:r>
          </a:p>
          <a:p xmlns:a="http://schemas.openxmlformats.org/drawingml/2006/main">
            <a:r>
              <a:t>https://modelcontextprotocol.io/docs/2026-07-28/getting-started/intro</a:t>
            </a:r>
          </a:p>
          <a:p xmlns:a="http://schemas.openxmlformats.org/drawingml/2006/main">
            <a:r>
              <a:t>定位：开放标准，用于连接AI应用与外部系统；核对2026-10-17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不是功能验收表，不声称某系统已经完成整条链。流程可包含固定步骤和动态补查。研究方案不能因为模板需要就自动补写前期成果；资料没有提供时应登记缺项。将内容组织与最终排版分开检查，可以减少正文未定时反复修饰格式的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指南要求：要能追到具体章节、附件或原文条款。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研究内容：要区分已有结果、拟开展工作与缺少的材料。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最终文件：应保留可编辑正文、问题清单和版本信息。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Building effective agents, 2024-12-19</a:t>
            </a:r>
          </a:p>
          <a:p xmlns:a="http://schemas.openxmlformats.org/drawingml/2006/main">
            <a:r>
              <a:t>https://www.anthropic.com/engineering/building-effective-agents</a:t>
            </a:r>
          </a:p>
          <a:p xmlns:a="http://schemas.openxmlformats.org/drawingml/2006/main">
            <a:r>
              <a:t>定位：What are agents; Workflows; Agents。用于解释架构模式，不据此比较当前产品。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概念框架讲多Agent，不实际启动多个Agent。部分任务并行有助于节约时间，但如果多个角色共享同一错误来源，并不能独立验证事实。讨论科研结论时应合并证据而非简单投票。难以划分、材料规模较小的任务，可以先由单一执行系统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按材料分工：分别读取不同论文，再按同一字段汇总：遗漏共同标准，重复或相互矛盾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按方法分工：检索、统计与制图分别处理：输入版本不同，结果无法衔接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按检查角度分工：核对来源、论证与格式：反复评价文字，缺少原始证据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统一汇总：处理冲突，保留依据与待判断项：把多数意见当成科学结论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Building effective agents, 2024-12-19</a:t>
            </a:r>
          </a:p>
          <a:p xmlns:a="http://schemas.openxmlformats.org/drawingml/2006/main">
            <a:r>
              <a:t>https://www.anthropic.com/engineering/building-effective-agents</a:t>
            </a:r>
          </a:p>
          <a:p xmlns:a="http://schemas.openxmlformats.org/drawingml/2006/main">
            <a:r>
              <a:t>定位：What are agents; Workflows; Agents。用于解释架构模式，不据此比较当前产品。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Stanford CS224N, Winter 2026, Lecture 10: RAG and Agents</a:t>
            </a:r>
          </a:p>
          <a:p xmlns:a="http://schemas.openxmlformats.org/drawingml/2006/main">
            <a:r>
              <a:t>https://web.stanford.edu/class/cs224n/slides_w26/cs224n-2026-lecture10-rag-agents.pdf</a:t>
            </a:r>
          </a:p>
          <a:p xmlns:a="http://schemas.openxmlformats.org/drawingml/2006/main">
            <a:r>
              <a:t>定位：PDF第29—30页：定义与组成；第61页：执行环境；第68页：评估；第70页：工具循环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的记忆是系统保存和检索信息的安排，不是人类记忆的等价物。讲一个失败例子：接续任务时不清楚使用哪个指南版本，容易把已修改的要求覆盖。外部记录也可能陈旧或错误，所以要与当前文件核对；仅把全部聊天保存下来不等于有效的任务状态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当前上下文：本次可用的指令、材料与工具结果：正在核对的一篇论文及目标字段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可检索记忆：后续能够再次取用的记录或资料：已经整理的文献笔记与来源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任务状态：哪些已完成、失败或等待确认：已核对条目、未取到原文的条目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文件版本：输入和输出各自采用哪个版本：指南修订日期、数据版本、文稿版本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Stanford CS224N, Winter 2026, Lecture 10: RAG and Agents</a:t>
            </a:r>
          </a:p>
          <a:p xmlns:a="http://schemas.openxmlformats.org/drawingml/2006/main">
            <a:r>
              <a:t>https://web.stanford.edu/class/cs224n/slides_w26/cs224n-2026-lecture10-rag-agents.pdf</a:t>
            </a:r>
          </a:p>
          <a:p xmlns:a="http://schemas.openxmlformats.org/drawingml/2006/main">
            <a:r>
              <a:t>定位：PDF第29—30页：定义与组成；第61页：执行环境；第68页：评估；第70页：工具循环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Effective harnesses for long-running agents, 2025-11-26</a:t>
            </a:r>
          </a:p>
          <a:p xmlns:a="http://schemas.openxmlformats.org/drawingml/2006/main">
            <a:r>
              <a:t>https://www.anthropic.com/engineering/effective-harnesses-for-long-running-agents</a:t>
            </a:r>
          </a:p>
          <a:p xmlns:a="http://schemas.openxmlformats.org/drawingml/2006/main">
            <a:r>
              <a:t>定位：Feature list; Incremental progress; Testing and environment；迁移到科研情境的建议由本课程编写。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ness没有必须逐字采用的统一中文译名，这里解释为运行安排。OpenAI文档中的Harness是其托管Codex实例的特定实现，Anthropic文章则讨论长任务的初始化、进展与测试。课程将它们抽象为通用职责，不把某一厂商结构直接说成所有系统定义。本页为概念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对教师而言：可以把它理解为执行任务所需的一整套运行安排。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不同于 Skill：Skill提供特定任务的做法；Harness负责承载和管理执行。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需要注意：不同系统的实现和命名不同，没有一张适用于全部产品的清单。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Agents API Architecture</a:t>
            </a:r>
          </a:p>
          <a:p xmlns:a="http://schemas.openxmlformats.org/drawingml/2006/main">
            <a:r>
              <a:t>https://developers.openai.com/api/docs/guides/agents-api/architecture</a:t>
            </a:r>
          </a:p>
          <a:p xmlns:a="http://schemas.openxmlformats.org/drawingml/2006/main">
            <a:r>
              <a:t>定位：The pieces; Add an environment; Receive progress and results。平台实现示例，不作为所有Agent的统一定义。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Effective harnesses for long-running agents, 2025-11-26</a:t>
            </a:r>
          </a:p>
          <a:p xmlns:a="http://schemas.openxmlformats.org/drawingml/2006/main">
            <a:r>
              <a:t>https://www.anthropic.com/engineering/effective-harnesses-for-long-running-agents</a:t>
            </a:r>
          </a:p>
          <a:p xmlns:a="http://schemas.openxmlformats.org/drawingml/2006/main">
            <a:r>
              <a:t>定位：Feature list; Incremental progress; Testing and environment；迁移到科研情境的建议由本课程编写。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将厂商工程材料中的进展文件、任务列表和增量处理迁移到科研工作。具体记录字段是本课程建议，并非行业强制标准。版本管理不一定要求教师学习Git；文件名、日期、来源清单也能承担一部分职责。后续云端演示会展示实际保存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任务要求：目标、范围与完成条件：内容不断增加，迟迟无法结束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输入材料：来源、文件名、日期与版本：旧指南或错误数据混入结果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中间结果：原文位置、处理步骤与待核对项：重复查找，无法追溯结论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最终产物：对应输入版本、输出路径与检查记录：无法判断哪份文件可供使用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Effective harnesses for long-running agents, 2025-11-26</a:t>
            </a:r>
          </a:p>
          <a:p xmlns:a="http://schemas.openxmlformats.org/drawingml/2006/main">
            <a:r>
              <a:t>https://www.anthropic.com/engineering/effective-harnesses-for-long-running-agents</a:t>
            </a:r>
          </a:p>
          <a:p xmlns:a="http://schemas.openxmlformats.org/drawingml/2006/main">
            <a:r>
              <a:t>定位：Feature list; Incremental progress; Testing and environment；迁移到科研情境的建议由本课程编写。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Agents API Architecture</a:t>
            </a:r>
          </a:p>
          <a:p xmlns:a="http://schemas.openxmlformats.org/drawingml/2006/main">
            <a:r>
              <a:t>https://developers.openai.com/api/docs/guides/agents-api/architecture</a:t>
            </a:r>
          </a:p>
          <a:p xmlns:a="http://schemas.openxmlformats.org/drawingml/2006/main">
            <a:r>
              <a:t>定位：The pieces; Add an environment; Receive progress and results。平台实现示例，不作为所有Agent的统一定义。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介绍权限时围绕实际材料，不讲密钥或后台设置。获得读取权不等于获得公开发布权；可以帮助形成投稿文件，也不表示可以自行提交。人工确认点应与后果相称，不必每个可逆的小动作都打断工作。这里列的是课程建议，不是法律意见或统一的机构政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读取材料：可读取哪些文件与外部来源：敏感资料是否允许进入相应环境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修改文件：允许写入的位置，是否保留原件：覆盖关键文件或删除材料之前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对外操作：是否允许提交、发送或发布：投稿、申报和对外发送之前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结果判断：系统可检查哪些事项：研究结论、成果归属与作者确认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Agents API Architecture</a:t>
            </a:r>
          </a:p>
          <a:p xmlns:a="http://schemas.openxmlformats.org/drawingml/2006/main">
            <a:r>
              <a:t>https://developers.openai.com/api/docs/guides/agents-api/architecture</a:t>
            </a:r>
          </a:p>
          <a:p xmlns:a="http://schemas.openxmlformats.org/drawingml/2006/main">
            <a:r>
              <a:t>定位：The pieces; Add an environment; Receive progress and results。平台实现示例，不作为所有Agent的统一定义。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Context Protocol: What is MCP?</a:t>
            </a:r>
          </a:p>
          <a:p xmlns:a="http://schemas.openxmlformats.org/drawingml/2006/main">
            <a:r>
              <a:t>https://modelcontextprotocol.io/docs/2026-07-28/getting-started/intro</a:t>
            </a:r>
          </a:p>
          <a:p xmlns:a="http://schemas.openxmlformats.org/drawingml/2006/main">
            <a:r>
              <a:t>定位：开放标准，用于连接AI应用与外部系统；核对2026-10-17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故障恢复不等于无限重试。任务中断时，进展文件应告诉后续执行者哪些动作已经发生；对外提交等动作尤其要先查状态。长任务文章展示了渐进式工作和进度记录，本页把原则迁移到检索与文件导出，案例为教学情境，没有伪装运行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检索未命中：可换关键词或来源；仍无依据时标记尚未核实。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文件导出失败：保留正文与错误信息；修复后重新导出并检查。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已执行但未确认：先查操作状态；不要盲目重复提交或覆盖。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Effective harnesses for long-running agents, 2025-11-26</a:t>
            </a:r>
          </a:p>
          <a:p xmlns:a="http://schemas.openxmlformats.org/drawingml/2006/main">
            <a:r>
              <a:t>https://www.anthropic.com/engineering/effective-harnesses-for-long-running-agents</a:t>
            </a:r>
          </a:p>
          <a:p xmlns:a="http://schemas.openxmlformats.org/drawingml/2006/main">
            <a:r>
              <a:t>定位：Feature list; Incremental progress; Testing and environment；迁移到科研情境的建议由本课程编写。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将软件层面的执行和科研层面的判断分开。模拟返回值的测试能检查程序对该输入的处理，不能证明真实服务已连接。即使真实工具跑过，也要说明测试的是哪份材料、什么场景。所有程序检查通过，不代表研究结果自动有效，也不替代用户对教学产物的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检查层次：可以检查什么：通过后仍不能推出什么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运行与文件：工具返回、文件存在、文件能否打开：不能说明内容正确或任务完整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结构与要求：章节、字段、格式及必需附件：不能说明科学论证成立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数据与来源：计算可复核，引文和原文对应：不能自动确认研究价值与因果关系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任务与专业判断：实际要求是否完成，限定是否恰当：不能由少量示例证明所有任务可靠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Stanford CS224N, Winter 2026, Lecture 10: RAG and Agents</a:t>
            </a:r>
          </a:p>
          <a:p xmlns:a="http://schemas.openxmlformats.org/drawingml/2006/main">
            <a:r>
              <a:t>https://web.stanford.edu/class/cs224n/slides_w26/cs224n-2026-lecture10-rag-agents.pdf</a:t>
            </a:r>
          </a:p>
          <a:p xmlns:a="http://schemas.openxmlformats.org/drawingml/2006/main">
            <a:r>
              <a:t>定位：PDF第29—30页：定义与组成；第61页：执行环境；第68页：评估；第70页：工具循环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回到第一页面向申报书的例子。先讨论目标和证据，再决定工具与流程。系统采用何种名称不重要，关键是适用范围和交付证据清楚。对首次接触AI的教师，不要求独立搭建Agent；本节目标是理解系统如何工作，并能读懂后续演示及判断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需要讨论和解释：提供材料，围绕问题进行对话：概念、出处与适用条件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步骤稳定、重复处理：规定字段与顺序，建立工作流：输入范围、缺项和输出一致性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需要边查边判断：使用工具反馈推进的 Agent：检索路径、证据与停止原因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需要跨会话持续完成：补充 Harness 的状态与恢复安排：版本、进展、权限与可用产物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Building effective agents, 2024-12-19</a:t>
            </a:r>
          </a:p>
          <a:p xmlns:a="http://schemas.openxmlformats.org/drawingml/2006/main">
            <a:r>
              <a:t>https://www.anthropic.com/engineering/building-effective-agents</a:t>
            </a:r>
          </a:p>
          <a:p xmlns:a="http://schemas.openxmlformats.org/drawingml/2006/main">
            <a:r>
              <a:t>定位：What are agents; Workflows; Agents。用于解释架构模式，不据此比较当前产品。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Agents API Architecture</a:t>
            </a:r>
          </a:p>
          <a:p xmlns:a="http://schemas.openxmlformats.org/drawingml/2006/main">
            <a:r>
              <a:t>https://developers.openai.com/api/docs/guides/agents-api/architecture</a:t>
            </a:r>
          </a:p>
          <a:p xmlns:a="http://schemas.openxmlformats.org/drawingml/2006/main">
            <a:r>
              <a:t>定位：The pieces; Add an environment; Receive progress and results。平台实现示例，不作为所有Agent的统一定义。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用后续申报和论文写作的共同需求说明本节目的。表达自然不等于口语化到失去专业信息；读者应能准确理解研究对象、方法、结果和限制。Humanizer的规则用于发现语言问题，不能用作判断作者身份的检测器，也不能替研究者补齐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Jim McKinley, Beyond Polishing: AI in academic writing, UCL, 2026-04-09</a:t>
            </a:r>
          </a:p>
          <a:p xmlns:a="http://schemas.openxmlformats.org/drawingml/2006/main">
            <a:r>
              <a:t>https://mediacentral.ucl.ac.uk/assoc_files/gD20GGDG.pdf</a:t>
            </a:r>
          </a:p>
          <a:p xmlns:a="http://schemas.openxmlformats.org/drawingml/2006/main">
            <a:r>
              <a:t>定位：第4页作者声音；第8页润色删除may；第10页起草与润色叠加；第13—14页作者判断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沿原句逐个指出：没有研究对象，没有方法，没有能验证的作用。不能为了让句子更像人写的，擅自补出疾病名称、算法、样本数或性能结果。删除空话后如果没有内容，说明需要补研究材料，而不是继续润色。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把修改分成两条路径。有依据时可以把抽象评价改为具体事实；无依据时保留待处理问题。缺项提示应保存在问题清单或批注，不应以占位符混入最终正式稿。本页不是课堂任务，不要求学员提交材料。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CL课件第8页展示了may在润色后消失的例子。本页用中文转述其含义，不搬用原页面图片，也不把课件示例当作可量化的系统评测。让听众看到一个词也能改变作者立场。判断限定是否合适需回到研究设计和证据，不能把所有句子都改成“可能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Jim McKinley, Beyond Polishing: AI in academic writing, UCL, 2026-04-09</a:t>
            </a:r>
          </a:p>
          <a:p xmlns:a="http://schemas.openxmlformats.org/drawingml/2006/main">
            <a:r>
              <a:t>https://mediacentral.ucl.ac.uk/assoc_files/gD20GGDG.pdf</a:t>
            </a:r>
          </a:p>
          <a:p xmlns:a="http://schemas.openxmlformats.org/drawingml/2006/main">
            <a:r>
              <a:t>定位：第4页作者声音；第8页润色删除may；第10页起草与润色叠加；第13—14页作者判断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不用虚构的研究结果训练学员相信一个结论，而是明确标注为逻辑表达示例。锁定项包括对象、数字、单位、比较组、否定词、条件、时间、引用与研究状态。是否有权改动这些字段应单独讨论，不混入常规语言润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图按arXiv v3的Results和Figure 1a报告值重绘。61.22%与5.19%均指人类作文被判AI的平均比例；前者91篇TOEFL作文，后者88篇美国八年级作文。原研究样本并不能控制所有语言和年级差异；本页只说明检测结果具有适用条件，不能据此鉴定单篇中文稿件。不要教授规避检测提示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Liang et al., GPT detectors are biased against non-native English writers, arXiv:2304.02819v3, 2023</a:t>
            </a:r>
          </a:p>
          <a:p xmlns:a="http://schemas.openxmlformats.org/drawingml/2006/main">
            <a:r>
              <a:t>https://arxiv.org/html/2304.02819v3</a:t>
            </a:r>
          </a:p>
          <a:p xmlns:a="http://schemas.openxmlformats.org/drawingml/2006/main">
            <a:r>
              <a:t>定位：Results首节与Figure 1a：7个检测器，91篇TOEFL作文、88篇美国八年级作文；报告平均误判率61.22%和5.19%；历史英文样本，不能外推当前中文检测。期刊版本DOI:10.1016/j.patter.2023.100779。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manizer包含标记、改写、复查过程。这里把作者材料和差异核对放进流程。不要把原稿覆盖后只交一份“优化版”。差异说明写清每处实质修改，事实不明时单列问题。由AI生成初稿再反复润色，也可能反复强化同样的表达偏差，UCL第10页给出了这种叠加的框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Jim McKinley, Beyond Polishing: AI in academic writing, UCL, 2026-04-09</a:t>
            </a:r>
          </a:p>
          <a:p xmlns:a="http://schemas.openxmlformats.org/drawingml/2006/main">
            <a:r>
              <a:t>https://mediacentral.ucl.ac.uk/assoc_files/gD20GGDG.pdf</a:t>
            </a:r>
          </a:p>
          <a:p xmlns:a="http://schemas.openxmlformats.org/drawingml/2006/main">
            <a:r>
              <a:t>定位：第4页作者声音；第8页润色删除may；第10页起草与润色叠加；第13—14页作者判断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句的“相关问题”“内在联系”没有告诉读者研究做了什么。修改后的对象、操作和讨论范围来自本例预设材料，不能由润色工具自行编造。实际稿件应核对方法记录。没有提供材料时只能删空话并提问，不应照搬这段修订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例原句把项目计划写成已完成成果。修订时把研究内容放回未来时态，并将已有基础留给实际材料。预期贡献需要与方法和验证方案相连；不能因为表达自然就省略创新性论证，也不能承诺解决所有问题。具体申报规范在Section 10结合真实指南讲。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报告写清楚未完成事项，能够支持实际决策。示例为课程编写，不能冒充真实项目进度。讲师解释三种状态各自需要什么记录：文件、问题清单和责任安排。不要为了语气积极而把未完成改成即将完成，也不要把初稿说成正式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本页用流程图承载原句中的动作，补充每一步需要考虑的事项。图中的检查是写作和研究组织建议，不是一个选题创新性已经通过的证据。MIT Communication Lab强调图形应帮助受众理解；本课程保留专业说明和来源，不照搬“每页只写一句”作为硬标准。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Communication Lab, Slideshow</a:t>
            </a:r>
          </a:p>
          <a:p xmlns:a="http://schemas.openxmlformats.org/drawingml/2006/main">
            <a:r>
              <a:t>https://mitcommlab.mit.edu/broad/commkit/slideshow/</a:t>
            </a:r>
          </a:p>
          <a:p xmlns:a="http://schemas.openxmlformats.org/drawingml/2006/main">
            <a:r>
              <a:t>定位：Each slide should convey a single point; Emphasize visuals over text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本页沿用Section 1已核验的Walters与Wilder 2023研究数据，source-data.json附原始出处与值。比较指标为引文虚构比例，不是整体AI能力；222和414是引文数，不是参与者或论文数。不能凭这个历史研究图推断模型持续提升，更不能用今日性能解释它。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Walters &amp; Wilder, Scientific Reports 13:14045, 2023</a:t>
            </a:r>
          </a:p>
          <a:p xmlns:a="http://schemas.openxmlformats.org/drawingml/2006/main">
            <a:r>
              <a:t>https://doi.org/10.1038/s41598-023-41032-5</a:t>
            </a:r>
          </a:p>
          <a:p xmlns:a="http://schemas.openxmlformats.org/drawingml/2006/main">
            <a:r>
              <a:t>定位：PDF第1页摘要、第4页表3和表4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“加强逻辑性”拆成作者可以执行的修改。评语不必刻意严厉或套用固定三段；本例恰好包含定位、依据和建议。不能在未阅读稿件时声称发现第二段的问题。实际审稿涉及未公开稿件，不在本节演示上传到外部AI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短语映射说明风险，不把英语直译当作唯一正确写法。未检测到差异可能涉及样本量、测量和不确定性，不能自动等同于等效性结论。翻译后回查否定词、比较方向、范围和单位；必要时将中文和英文对应句放在同一修订记录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Jim McKinley, Beyond Polishing: AI in academic writing, UCL, 2026-04-09</a:t>
            </a:r>
          </a:p>
          <a:p xmlns:a="http://schemas.openxmlformats.org/drawingml/2006/main">
            <a:r>
              <a:t>https://mediacentral.ucl.ac.uk/assoc_files/gD20GGDG.pdf</a:t>
            </a:r>
          </a:p>
          <a:p xmlns:a="http://schemas.openxmlformats.org/drawingml/2006/main">
            <a:r>
              <a:t>定位：第4页作者声音；第8页润色删除may；第10页起草与润色叠加；第13—14页作者判断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段便于教师理解的任务说明，不是一次外部模型的运行截图。不要在任务中要求“保证像人写”“规避检测”等不可核验目标。修订目标是读者理解、学术含义和作者意图。文字长度由内容决定，不强制每段三点或统一句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中箭头是问题改动示例，不是推荐改法。语言审阅应结合上下文，不能仅用关键词相等证明含义相同。程序可核对数字和固定术语，但无法独立判断研究论证。检查中如果发现原稿本身错误，应作为内容修订另行处理并留下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2026-10-17读取的PLOS政策正文与FAQ一起解释。正文要求披露相关AI使用，但FAQ明确：单纯拼写、语法、清晰度与简洁性修改无需披露；翻译建议披露而非强制。分析脚本或代码的生成开发需要披露，制图使用需在图注说明。不能只读总则就把所有语言修改都说成必须披露，也不能推到所有期刊。按目标规则保留使用记录与作者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PLOS, Ethical Publishing Practice</a:t>
            </a:r>
          </a:p>
          <a:p xmlns:a="http://schemas.openxmlformats.org/drawingml/2006/main">
            <a:r>
              <a:t>https://journals.plos.org/plosone/s/ethical-publishing-practice</a:t>
            </a:r>
          </a:p>
          <a:p xmlns:a="http://schemas.openxmlformats.org/drawingml/2006/main">
            <a:r>
              <a:t>定位：AI use by authors / AI use disclosures，以及FAQ中语言改进与翻译例外、代码与制图要求；核对2026-10-17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回到作者与读者。语言自然的标准包括能读懂、能解释、能复核，不依赖某个检测分数。这里列出三类交付是本课程的文件安排，不是所有写作任务必须使用的模板。复杂内容应按研究需要组织，避免机械套用句式和固定三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Jim McKinley, Beyond Polishing: AI in academic writing, UCL, 2026-04-09</a:t>
            </a:r>
          </a:p>
          <a:p xmlns:a="http://schemas.openxmlformats.org/drawingml/2006/main">
            <a:r>
              <a:t>https://mediacentral.ucl.ac.uk/assoc_files/gD20GGDG.pdf</a:t>
            </a:r>
          </a:p>
          <a:p xmlns:a="http://schemas.openxmlformats.org/drawingml/2006/main">
            <a:r>
              <a:t>定位：第4页作者声音；第8页润色删除may；第10页起草与润色叠加；第13—14页作者判断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说明本节任务：教师面对一个感兴趣的方向，如何形成可研究的问题。AI辅助学习是贯穿的讲解案例，材料包括一篇公开真实研究及课程编写的拟议研究。两者必须分开。方向可以容纳多个项目，一项研究需要有限的对象、测量和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Stefan Nagy. Research 101: Ideas. University of Utah, 2026-01-07</a:t>
            </a:r>
          </a:p>
          <a:p xmlns:a="http://schemas.openxmlformats.org/drawingml/2006/main">
            <a:r>
              <a:t>https://www-old.cs.utah.edu/~snagy/courses/cs5493/slides/Week1b_ResearchIdeas.pdf</a:t>
            </a:r>
          </a:p>
          <a:p xmlns:a="http://schemas.openxmlformats.org/drawingml/2006/main">
            <a:r>
              <a:t>定位：PDF第35、41、52页，另读第37、47、53页文字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用真实Google Scholar页面演示如何从一个问题开始检索。本轮在内置浏览器打开检索式“generative AI”“tutoring”，年份限定2024—2025，实际保存列表前10条、截图和页面记录。默认按相关性排序，不能把第一条称为全领域最高引用论文。截图局部放大保留检索式、年份和前两条结果及引用量，完整原图随包保留，未修改数字。引用量读取日期为2026年10月19日，不把页面约数当全库数据，也未批量导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材料类型。首条204次引用，回到arXiv题录与摘要，作者将其标为报告；摘要介绍应用和挑战，不能当成学生效果实验。第2条65次引用，回原始期刊题录与摘要可见它是系统综述。第4条31次引用，回GPTutor原文可见它研究使用记录与参与度，不能直接写为独立作答能力因果提高。样本从880份回复到741名符合条件者，再到727名最终分析者，若写结果必须用对应分母；更正补作者贡献声明。原文回查范围逐项登记，并未完整读完前10篇，其他7条仍是未核验候选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随后检查版本。Calo与MacLellan的arXiv正文明确关联会议DOI，属于本课实际核到的同一工作版本关系。两个GPTutor题名只因系统同名不能自动合并，会议与期刊研究是否重复仍待核。归并依据与未决事项保存在版本去重判断.csv。接着与第10页的公开技术方案、方法图和学习测验材料比较，区分系统怎样做、参与度如何、撤去AI后能否独立作答，不能把不同结果拼成同一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用户已同意以可访问的学术入口替代Web of Science。本页不冒用WoS高被引标签，不把Google Scholar引用量当规范化质量分数，也不由10条结果预测未来热点。这里只证明一次真实检索、文件保存与有限原文核对，没有独立模型全库检索管线、系统综述或新实验。中文解释由AI编写，尚待教师审定。Utah2026第41页按已有工作分类再识别问题的讲授次序继续作为参考，本轮重新查看该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Stefan Nagy. Research 101: Ideas. University of Utah, 2026-01-07</a:t>
            </a:r>
          </a:p>
          <a:p xmlns:a="http://schemas.openxmlformats.org/drawingml/2006/main">
            <a:r>
              <a:t>https://www-old.cs.utah.edu/~snagy/courses/cs5493/slides/Week1b_ResearchIdeas.pdf</a:t>
            </a:r>
          </a:p>
          <a:p xmlns:a="http://schemas.openxmlformats.org/drawingml/2006/main">
            <a:r>
              <a:t>定位：PDF第35、41、52页，另读第37、47、53页文字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 Scholar Search Help</a:t>
            </a:r>
          </a:p>
          <a:p xmlns:a="http://schemas.openxmlformats.org/drawingml/2006/main">
            <a:r>
              <a:t>https://scholar.google.com/intl/en/scholar/help.html</a:t>
            </a:r>
          </a:p>
          <a:p xmlns:a="http://schemas.openxmlformats.org/drawingml/2006/main">
            <a:r>
              <a:t>定位：2026-10-19；Finding recent papers、Locating full text、Citation Export、Content Coverage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 Scholar真实浏览器检索与前10条记录</a:t>
            </a:r>
          </a:p>
          <a:p xmlns:a="http://schemas.openxmlformats.org/drawingml/2006/main">
            <a:r>
              <a:t>https://scholar.google.com/scholar?q=%22generative+AI%22+%22tutoring%22&amp;as_ylo=2024&amp;as_yhi=2025</a:t>
            </a:r>
          </a:p>
          <a:p xmlns:a="http://schemas.openxmlformats.org/drawingml/2006/main">
            <a:r>
              <a:t>定位：trend-packet/google-scholar-actual.png、google-scholar-actual-state.txt、google-scholar-records.json；只取结果前10条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Promoting student engagement with GPTutor: An intelligent tutoring system powered by generative AI</a:t>
            </a:r>
          </a:p>
          <a:p xmlns:a="http://schemas.openxmlformats.org/drawingml/2006/main">
            <a:r>
              <a:t>https://link.springer.com/article/10.1186/s41239-025-00571-9</a:t>
            </a:r>
          </a:p>
          <a:p xmlns:a="http://schemas.openxmlformats.org/drawingml/2006/main">
            <a:r>
              <a:t>定位：Abstract、Sampling procedures、Limitations；更正DOI10.1186/s41239-026-00581-1，补作者贡献声明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研究在土耳其一所高中开展，按班级随机分配三组：无生成式AI资源、GPT Base、GPT Tutor。这里重绘的是摘要报告的练习成绩相对提升48%和127%，相对对照组，非正确率或百分点，未画置信区间。原文Table 1报告练习效应0.137、0.361，对照均值0.284；原文百分比经过四舍五入。撤去资源后的测验中Base成绩相对对照组降低17%；Tutor与对照组差异未达到统计显著，不能说两组完全相同。这说明选题必须明确“学习”如何测量。本页为对原文的数值摘要，未转载其图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PNAS,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定位：摘要、Experimental Design、Table 1；48%与127%为原文四舍五入的练习成绩相对提升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拟议问题，不是对已发表研究的复述。可写为：在某本科课程中，与提供完整解答相比，只提供逐步提示是否改善一周后无AI条件下解决新题的表现？“一周后”是课程设定，必须依课程目标、资源和研究设计论证，不是来自前页论文的结论。问题先收窄，后续再讨论随机分配、样本依据及测试题的可比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Sebastian Tello-Trillo. Choosing and Crafting a Research Question. NBER workshop, 2026，作者公布的逐页文字版</a:t>
            </a:r>
          </a:p>
          <a:p xmlns:a="http://schemas.openxmlformats.org/drawingml/2006/main">
            <a:r>
              <a:t>https://sebastiantellotrillo.com/resources/choosing-and-crafting-a-research-question-markdown-version</a:t>
            </a:r>
          </a:p>
          <a:p xmlns:a="http://schemas.openxmlformats.org/drawingml/2006/main">
            <a:r>
              <a:t>定位：Slide 21、23、26；仅借鉴收窄问题和评价路径，不复制原文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描述问题关心发生了什么及其分布；预测问题关心能否预报尚未观察的结果；因果问题关心改变一个条件会带来什么差异。预测准确不自动等于找到原因。质性研究可以探索经验、意义与过程，不能硬塞进量化因果模式。本页示例是教学模拟，不代表真实教师调查或已训练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Sebastian Tello-Trillo. Choosing and Crafting a Research Question. NBER workshop, 2026，作者公布的逐页文字版</a:t>
            </a:r>
          </a:p>
          <a:p xmlns:a="http://schemas.openxmlformats.org/drawingml/2006/main">
            <a:r>
              <a:t>https://sebastiantellotrillo.com/resources/choosing-and-crafting-a-research-question-markdown-version</a:t>
            </a:r>
          </a:p>
          <a:p xmlns:a="http://schemas.openxmlformats.org/drawingml/2006/main">
            <a:r>
              <a:t>定位：Slide 21、23、26；仅借鉴收窄问题和评价路径，不复制原文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基础能力可能同时影响AI使用和成绩，学习投入也可能影响两者。只比较自愿使用与不使用的学生，可能混入这些差异。即使统计控制若干变量，也不能保证所有混杂因素都已处理。是否适合随机分配、自然实验或质性解释，需要结合问题和伦理安排。图中的AI使用到成绩为待估计关系，不能凭箭头宣布因果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篇论文不足以证明领域空白。先找最接近的原始研究，记录其对象、干预、测量时点和限制，再查同义术语、引用链和近期预印本。更换国家、学校或模型名称本身未必构成贡献，要说明这种变化为什么可能改变机制或结论。没有检索到与证明不存在是不同证据强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PNAS,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定位：摘要、Experimental Design、Table 1；48%与127%为原文四舍五入的练习成绩相对提升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假说是教学模拟。若提示组表现更好且估计精度足够，可在设计和样本范围内支持预期；若表现更差，需要考虑与预期相反的解释；区间很宽时可能只能判为证据不足。事后更换主要指标以追求显著性会改变问题。预设主要结果、时间点和分析规则有助于保持问题稳定，详细统计留给Section 7。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新性需要比较对象；可行性不能只看能否写出文本，还需确认数据授权、人员、设备和专业能力。影响力可以是解决具体测量误差或解释矛盾，并不要求每项研究都声称重大突破。竞争热度反映工作密集程度与时间压力，既可能有共享基础，也可能重复拥挤。依据不足应记录待核查，不能让模型打分掩盖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Stefan Nagy. Research 101: Ideas. University of Utah, 2026-01-07</a:t>
            </a:r>
          </a:p>
          <a:p xmlns:a="http://schemas.openxmlformats.org/drawingml/2006/main">
            <a:r>
              <a:t>https://www-old.cs.utah.edu/~snagy/courses/cs5493/slides/Week1b_ResearchIdeas.pdf</a:t>
            </a:r>
          </a:p>
          <a:p xmlns:a="http://schemas.openxmlformats.org/drawingml/2006/main">
            <a:r>
              <a:t>定位：PDF第35、41、52页，另读第37、47、53页文字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左侧真实方法图。Calo与MacLellan的Figure1把教师提出要求、系统生成界面初稿和教师继续修改分别标为A、B、C。中文解释只帮助读图，不将作者界面冒充本项目操作。其小规模比较涉及设计效率，不能转述为学生成绩提高。所读是arXiv版本，正文有会议关联，版本关系在上一页已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专利申请的说明书提供互动辅导、内容生成与评价的技术思路，可帮助列出需要比较的系统特征；它不提供本课程所需的学习效果验证，也不能凭公开文献号判断当前权利有效。PNAS研究则区分有AI的练习和撤去AI后的测验，帮助决定结果应该在什么条件下测量。公开实验来自土耳其高中数学，不直接回答高校教学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由这组三类材料可以提出一个教学拟议问题：在高校课程中，分步提示相对直接给答案，能否改善撤去AI后的独立作答？这不是已经确认的研究空白；仍需系统检索相近工作、比较提示条件、核对样本与评价方法，并经研究者决定。此处不存在真实新实验、创新性签核或模型生成研究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同时读取官方PMC搜索索引呈现的更正正文（直连页面遇到校验），2025年8月20日公布的更正涉及作者单位，单独登记为版本维护信息，不能当新增一项学习效果研究。定量趋势还需固定数据库、检索式、文献类型和时间字段，保存全量导出后按研究和专利族去重，处理公开滞后；本例未执行全库统计，不画增长曲线。Utah2026第41页按既有工作分类再识别待回答问题的讲授顺序用于本页，原领域表格和结论未照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Stefan Nagy. Research 101: Ideas. University of Utah, 2026-01-07</a:t>
            </a:r>
          </a:p>
          <a:p xmlns:a="http://schemas.openxmlformats.org/drawingml/2006/main">
            <a:r>
              <a:t>https://www-old.cs.utah.edu/~snagy/courses/cs5493/slides/Week1b_ResearchIdeas.pdf</a:t>
            </a:r>
          </a:p>
          <a:p xmlns:a="http://schemas.openxmlformats.org/drawingml/2006/main">
            <a:r>
              <a:t>定位：PDF第35、41、52页，另读第37、47、53页文字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Towards Educator-Driven Tutor Authoring: Generative AI Approaches for Creating Intelligent Tutor Interfaces</a:t>
            </a:r>
          </a:p>
          <a:p xmlns:a="http://schemas.openxmlformats.org/drawingml/2006/main">
            <a:r>
              <a:t>https://arxiv.org/html/2405.14713v1</a:t>
            </a:r>
          </a:p>
          <a:p xmlns:a="http://schemas.openxmlformats.org/drawingml/2006/main">
            <a:r>
              <a:t>定位：arXiv摘要页Submission history；全文第2、3节与Figure1；CC BY4.0，图按比例缩放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 and apparatus for automated content database creation and real-time, adaptive tutoring and grading</a:t>
            </a:r>
          </a:p>
          <a:p xmlns:a="http://schemas.openxmlformats.org/drawingml/2006/main">
            <a:r>
              <a:t>https://patents.google.com/patent/US20240274025A1/en</a:t>
            </a:r>
          </a:p>
          <a:p xmlns:a="http://schemas.openxmlformats.org/drawingml/2006/main">
            <a:r>
              <a:t>定位：原始PDF首页(43)、(22)、(60)、摘要；网页说明书互动辅导段与Claims1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PNAS,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定位：摘要、Experimental Design、Table 1；48%与127%为原文四舍五入的练习成绩相对提升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例如只有匿名问卷，缺少成绩、使用记录或可解释的时间顺序，就不宜直接声称能够估计AI对学习的因果效应。可以先研究使用场景和感受，也可以寻找经批准的其他数据。研究对象、干预及数据条件改变后，要重新核对问题。样本量、预算和时程应依据设计计算，本页不编造通用样本门槛或伦理批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表展示研究者如何记录判断。三项问题不能仅按听起来宏大与否排序。描述性研究也可能很有用；干预问题只有获得所需条件后才能启动；长期影响研究可能重要，但当前资源不足时可分阶段推进。新增信息要对照最接近文献核验，表中的描述为教学设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任务可要求：只依据给定材料提出候选问题，区分原文事实、推断和待核查项；对每题说明对象、比较、结果与资源缺口，并找最接近研究。模型提出的引文必须回原文验证。资料不足时允许保留缺项。topic-evaluation技能定义了问题确认、四维评价、假说与反例搜索，技能文件存在不等于整个检索流程已经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展示完整选题说明，不要求学员课堂提交。拟议问题是：在某本科课程中，逐步提示相较完整解答是否改变一周后无AI新题表现？真实证据来自Bastani等高中研究；高校对象与延后测量是待论证设定。下一节将系统检索最接近研究，决定候选问题是否已经得到回答，以及当前问题需要怎样修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PNAS,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定位：摘要、Experimental Design、Table 1；48%与127%为原文四舍五入的练习成绩相对提升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本节依次讲检索、原文阅读、多篇研究比较及综述表达。例子包括AI教育研究，也包括一般引用核对。工具用于对应步骤，不把工具名称当成方法。两篇公开研究只用于比较教学，未开展系统综述。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James Thomas. Using AI tools for searching, classifying, extracting and synthesizing research. UCL, 2025-06-13</a:t>
            </a:r>
          </a:p>
          <a:p xmlns:a="http://schemas.openxmlformats.org/drawingml/2006/main">
            <a:r>
              <a:t>https://eppi.ioe.ac.uk/CMS/Portals/0/AI%20in%20evidence%20synthesis%20v_3_1.pdf</a:t>
            </a:r>
          </a:p>
          <a:p xmlns:a="http://schemas.openxmlformats.org/drawingml/2006/main">
            <a:r>
              <a:t>定位：PDF第14、17、43、56页已渲染查看；借鉴检索、关联发现与核对流程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综述类型不只这几种，此处按教学目的解释差别。不能把若干工具搜出的前几条结果改名为系统综述。PRISMA提供报告要求，不能代替检索、偏倚评估或科学判断。具体综述规范应按学科和研究类型选择。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PRISMA 2020 Statement</a:t>
            </a:r>
          </a:p>
          <a:p xmlns:a="http://schemas.openxmlformats.org/drawingml/2006/main">
            <a:r>
              <a:t>https://www.prisma-statement.org/prisma-2020</a:t>
            </a:r>
          </a:p>
          <a:p xmlns:a="http://schemas.openxmlformats.org/drawingml/2006/main">
            <a:r>
              <a:t>定位：报告清单与流程图说明；不将报告指南称为质量评分工具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以AI辅助学习为教学示例。不同论文可能使用不同工具名和术语。人口或测量词加入太早可能漏掉相关研究，因此可先宽后窄。检索概念不必机械塞满研究问题的所有条件。中文库和英文库分别调整词汇。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通用结构示例，不宣称各库语法相同。PubMed支持布尔逻辑，短语、截词和字段标签有其规则；在其他数据库中需查看帮助。先用已知相关论文检验检索式能否找到，再根据漏检扩词。NOT可能把同时讨论两个主题的相关研究排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NLM. PubMed User Guide</a:t>
            </a:r>
          </a:p>
          <a:p xmlns:a="http://schemas.openxmlformats.org/drawingml/2006/main">
            <a:r>
              <a:t>https://pubmed.ncbi.nlm.nih.gov/help/</a:t>
            </a:r>
          </a:p>
          <a:p xmlns:a="http://schemas.openxmlformats.org/drawingml/2006/main">
            <a:r>
              <a:t>定位：Search、Boolean operators、History；assets/pubmed.png为实际检索网页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assets/pubmed.png由本机无登录浏览器实际访问公开PubMed查询后截图。检索词为"generative AI" learning。截图中的结果数仅代表访问时页面，不作为领域趋势或完整覆盖的证据。PubMed偏生命科学与医学相关文献，不能代表全部教育研究。没有用模拟HTML重画界面。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NLM. PubMed User Guide</a:t>
            </a:r>
          </a:p>
          <a:p xmlns:a="http://schemas.openxmlformats.org/drawingml/2006/main">
            <a:r>
              <a:t>https://pubmed.ncbi.nlm.nih.gov/help/</a:t>
            </a:r>
          </a:p>
          <a:p xmlns:a="http://schemas.openxmlformats.org/drawingml/2006/main">
            <a:r>
              <a:t>定位：Search、Boolean operators、History；assets/pubmed.png为实际检索网页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记录也应包含文献类型、时间窗、语言限制和全文获取状态。真实的公开网页试查与完整领域检索要区分。本节附件中的search-log.json记录了实际PubMed页面查询，另存的教学检索式尚未作为完整方案运行，不能把其预期结果数填写成实际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三种路径看作补充。检索相似不等于研究结论相同。语义系统的结果要回原文判断；引文数量高也不能证明方法可靠。研究原理保持概念层，不讲向量计算细节。UCL课件只借鉴检索路径的组织，具体工具功能另看官方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James Thomas. Using AI tools for searching, classifying, extracting and synthesizing research. UCL, 2025-06-13</a:t>
            </a:r>
          </a:p>
          <a:p xmlns:a="http://schemas.openxmlformats.org/drawingml/2006/main">
            <a:r>
              <a:t>https://eppi.ioe.ac.uk/CMS/Portals/0/AI%20in%20evidence%20synthesis%20v_3_1.pdf</a:t>
            </a:r>
          </a:p>
          <a:p xmlns:a="http://schemas.openxmlformats.org/drawingml/2006/main">
            <a:r>
              <a:t>定位：PDF第14、17、43、56页已渲染查看；借鉴检索、关联发现与核对流程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Semantic Scholar. Frequently Asked Questions</a:t>
            </a:r>
          </a:p>
          <a:p xmlns:a="http://schemas.openxmlformats.org/drawingml/2006/main">
            <a:r>
              <a:t>https://webflow.semanticscholar.org/faq</a:t>
            </a:r>
          </a:p>
          <a:p xmlns:a="http://schemas.openxmlformats.org/drawingml/2006/main">
            <a:r>
              <a:t>定位：AI-Features、Citations、Search、Semantic Reader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Connected Papers官方检索片段明确其不是引用树。本页为关系含义示意，使用论文甲乙丙丁符号，不是假称软件返回了这几篇论文。相似关系和实际引用方向必须区分。由种子论文扩展仍受数据库覆盖和种子选择影响。尚未在Connected Papers执行本课程题目的图谱查询。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Connected Papers. About</a:t>
            </a:r>
          </a:p>
          <a:p xmlns:a="http://schemas.openxmlformats.org/drawingml/2006/main">
            <a:r>
              <a:t>https://www.connectedpapers.com/about</a:t>
            </a:r>
          </a:p>
          <a:p xmlns:a="http://schemas.openxmlformats.org/drawingml/2006/main">
            <a:r>
              <a:t>定位：官方检索片段说明not a citation tree；本次未取得完整JS页面，功能仅保留关联发现的有限说明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官方帮助页2026-09-30变更：旧工具独立入口取消，能力并入Research Agent；旧会话可读和导出，新工作进入Agent。截图为官方帮助页，不是本项目付费模型运行。课堂讲功能和材料流转，不照旧截图逐按钮注册。功能、套餐与界面可能继续更新，演示前需复查。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Elicit. Where did Find Papers, Extract Data, and Chat with Papers go?</a:t>
            </a:r>
          </a:p>
          <a:p xmlns:a="http://schemas.openxmlformats.org/drawingml/2006/main">
            <a:r>
              <a:t>https://support.elicit.com/en/articles/17220397-where-did-find-papers-extract-data-and-chat-with-papers-go</a:t>
            </a:r>
          </a:p>
          <a:p xmlns:a="http://schemas.openxmlformats.org/drawingml/2006/main">
            <a:r>
              <a:t>定位：官方变更说明及How to do the same work now；页面截图2026-10-17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sensus官方说明使用关键词与语义结合的搜索，并提供带引文综合。本页不承诺任何引文一定正确或结论全面。投票式同意比例不能代替研究质量与可比性判断。要区分系统搜索到的材料和没有检索到的研究，不把生成摘要当作原始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Consensus. How Consensus Works</a:t>
            </a:r>
          </a:p>
          <a:p xmlns:a="http://schemas.openxmlformats.org/drawingml/2006/main">
            <a:r>
              <a:t>https://help.consensus.app/en/articles/9922673-how-consensus-works</a:t>
            </a:r>
          </a:p>
          <a:p xmlns:a="http://schemas.openxmlformats.org/drawingml/2006/main">
            <a:r>
              <a:t>定位：How does a Consensus search work?、How does Consensus analyze the research?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官方FAQ说明AI相关功能、引用、检索与Semantic Reader。这里不把辅助摘要复述成作者原结论，不承诺每篇都提供完整全文或相同功能。建议在条目中定位DOI，再到出版商或合法开放版本核对。实际功能以访问时页面为准。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Semantic Scholar. Frequently Asked Questions</a:t>
            </a:r>
          </a:p>
          <a:p xmlns:a="http://schemas.openxmlformats.org/drawingml/2006/main">
            <a:r>
              <a:t>https://webflow.semanticscholar.org/faq</a:t>
            </a:r>
          </a:p>
          <a:p xmlns:a="http://schemas.openxmlformats.org/drawingml/2006/main">
            <a:r>
              <a:t>定位：AI-Features、Citations、Search、Semantic Reader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otero可通过DOI等标识符添加条目，集合可以共享同一条目的引用，附件和笔记依附条目。导入不是核验完成，尤其留意作者、年份、文章类型、页码与DOI。文献导出和Word插件可整理引文格式，但不能判断引文支持了什么主张。没有伪造本机已打开的Zotero界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Zotero. The Basics</a:t>
            </a:r>
          </a:p>
          <a:p xmlns:a="http://schemas.openxmlformats.org/drawingml/2006/main">
            <a:r>
              <a:t>https://www.zotero.org/support/quick_start_guide</a:t>
            </a:r>
          </a:p>
          <a:p xmlns:a="http://schemas.openxmlformats.org/drawingml/2006/main">
            <a:r>
              <a:t>定位：Collections、Attachments、Add Item by Identifier、Word Processor Integration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优先比较DOI、题名、作者和出版信息。预印本与正式论文的标题可能变化，结果也可能改变；不应只按字符串相似就删。更正、撤稿通知和补充材料不能当重复论文随意去掉。重复报告同一研究时，综合阶段还需避免把同一数据算作多项独立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无计数流程示意，没有伪造PRISMA筛选数量。若报告系统综述，需要按适用规范记录各阶段数量及排除原因。全文未获得时，不把摘要描述当成完整方法评估。筛选由谁完成、AI如何参与以及抽查办法应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PRISMA 2020 Statement</a:t>
            </a:r>
          </a:p>
          <a:p xmlns:a="http://schemas.openxmlformats.org/drawingml/2006/main">
            <a:r>
              <a:t>https://www.prisma-statement.org/prisma-2020</a:t>
            </a:r>
          </a:p>
          <a:p xmlns:a="http://schemas.openxmlformats.org/drawingml/2006/main">
            <a:r>
              <a:t>定位：报告清单与流程图说明；不将报告指南称为质量评分工具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阅读顺序可以往返，不能只看摘要末句。对于实证研究，方法决定结果能够支持什么判断。图表和正文数值不一致时先追查定义、样本和补充材料。理论、质性与方法论文应按其论证结构调整，不强求统一量化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以Bastani等作为原文提取示范。本页不重复大量数值，重在信息定位。正文中“练习成绩”和“独立测验”不能混成同一结果。教学表用中文转述，XML原文实际来自Europe PMC对应全文，DOI与文章身份另有登记。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定位：Abstract、Experimental Design、Table 1；原文XML经Europe PMC实际读取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两篇文章均实际读取原文。Kestin研究在Harvard PS2课程进行，233名注册学生中194人符合纳入条件，采用两组交叉内容安排；本页只保留设计区别，不把样本数直接做效果大小比较。两项研究并不互为简单重复，不能按标题的“有害/更优”投票。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定位：Abstract、Experimental Design、Table 1；原文XML经Europe PMC实际读取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Kestin et al. AI tutoring outperforms in-class active learning: an RCT introducing a novel research-based design in an authentic educational setting. Scientific Reports 2025. DOI:10.1038/s41598-025-97652-6</a:t>
            </a:r>
          </a:p>
          <a:p xmlns:a="http://schemas.openxmlformats.org/drawingml/2006/main">
            <a:r>
              <a:t>https://pmc.ncbi.nlm.nih.gov/articles/PMC12179260/</a:t>
            </a:r>
          </a:p>
          <a:p xmlns:a="http://schemas.openxmlformats.org/drawingml/2006/main">
            <a:r>
              <a:t>定位：Abstract、Methods: Study population/Course setting；原文XML经Europe PMC实际读取；2026-10-19重新核对出版商Results / Learning gains: post-test scores、Study population、Study design、限制及Supplementary Table S3。未完成最新更新状态监测。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解释图的坐标。柱高是后测分数的中位数，即把分数按大小排列后位于中间的位置；中位数和平均数是两种统计量。横轴两种条件分别为课堂主动学习与定制AI辅导，后者不是学生随意打开通用聊天工具。柱上3.5与4.5为原文分值，不是百分比、效应量或学习增幅。图从零起，坐标到6，因为这份公开数据中实际后测分数范围为0至6；本轮未取得完整评分细则，不据此补写正式量表上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数据来自论文Data availability链接的作者仓库HarvardAItutor/Study-Data-v4，实际下载dta并用本地Python读取。lect_AI=0的174条记录中位数为3.5，lect_AI=1的142条记录中位数为4.5，合并前测中位数2.75。这三项与正文Results / Learning gains: post-test scores相符。PPT为依据公开数据新做的可编辑图，内嵌汇总工作簿；不是原文Figure1。原文Figure1画平均数并附均值标准误，不能给本页中位数柱复制那组误差线。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316是数据行数，rid唯一编号为194。194与正文资格人数一致；逐编号检查发现122个编号有两种条件的记录，72个编号只出现一次。正文Study population资格说明提到参与两种教学且完成全部前后测验，公开文件与这一说明的逐步对应仍需核查。没有取得筛选日志，不擅自推测缺行、排除原因或修正作者数据，也不能把这张表当作194人的完整配对表。描述统计可以复算，不等于完成了设计、缺失机制与全部统计模型审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课堂再把这项研究与第17页高中数学研究比较：学习阶段、对照方法和测量安排各有条件。这里不从两根柱推出AI普遍有效，也不把两篇文章合成总体效应。UCL 2025第56页提醒检查综合是否成立，本轮重新查看该页和第43页，借鉴其核对覆盖、原文与可比性的组织方式。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Kestin et al. AI tutoring outperforms in-class active learning: an RCT introducing a novel research-based design in an authentic educational setting. Scientific Reports 2025. DOI:10.1038/s41598-025-97652-6</a:t>
            </a:r>
          </a:p>
          <a:p xmlns:a="http://schemas.openxmlformats.org/drawingml/2006/main">
            <a:r>
              <a:t>https://pmc.ncbi.nlm.nih.gov/articles/PMC12179260/</a:t>
            </a:r>
          </a:p>
          <a:p xmlns:a="http://schemas.openxmlformats.org/drawingml/2006/main">
            <a:r>
              <a:t>定位：Abstract、Methods: Study population/Course setting；原文XML经Europe PMC实际读取；2026-10-19重新核对出版商Results / Learning gains: post-test scores、Study population、Study design、限制及Supplementary Table S3。未完成最新更新状态监测。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Kestin等论文Data availability所链接的作者公开研究数据</a:t>
            </a:r>
          </a:p>
          <a:p xmlns:a="http://schemas.openxmlformats.org/drawingml/2006/main">
            <a:r>
              <a:t>https://github.com/HarvardAItutor/Study-Data-v4</a:t>
            </a:r>
          </a:p>
          <a:p xmlns:a="http://schemas.openxmlformats.org/drawingml/2006/main">
            <a:r>
              <a:t>定位：Harvard_AI_Tutor_Study_Data.dta；lect_AI、post_score、pre_score、rid；源blob 2ad104a44b64acd98f4951ab92955ba85d2400cf；复算见literature-packet/kestin-reproduction.json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James Thomas. Using AI tools for searching, classifying, extracting and synthesizing research. UCL, 2025-06-13</a:t>
            </a:r>
          </a:p>
          <a:p xmlns:a="http://schemas.openxmlformats.org/drawingml/2006/main">
            <a:r>
              <a:t>https://eppi.ioe.ac.uk/CMS/Portals/0/AI%20in%20evidence%20synthesis%20v_3_1.pdf</a:t>
            </a:r>
          </a:p>
          <a:p xmlns:a="http://schemas.openxmlformats.org/drawingml/2006/main">
            <a:r>
              <a:t>定位：PDF第14、17、43、56页已渲染查看；借鉴检索、关联发现与核对流程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表是一条结论的完整登记示例。第一行只放回到原文和作者数据中实际核到的信息：结果段报告后测中位数3.5与4.5，本地按lect_AI分组得到相同结果，记录数为174与142。定位保留到正文小节及原始字段，编辑附件保存源文件哈希与脚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行是课程对结论范围的解释：比较发生在Harvard入门物理的两次课题中，定制AI系统与课堂主动学习各有教学安排。不能把“定制”省略后写成随便使用ChatGPT就一定提高成绩。中位数差是描述统计，研究的因果解释还取决于随机安排、交叉设计、模型处理与缺失情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行保留待核事项。194个唯一编号、316行数据、122个双次编号和72个单次编号均由实际数据计算；正文资格条件与公开行记录的逐步对应尚未核明。没有逐步筛选日志，不对原因作判断。这个例子说明事实核对和保留缺口可以同时进行；表格应允许填“待核查”，而不是要求AI把所有格子补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Kestin et al. AI tutoring outperforms in-class active learning: an RCT introducing a novel research-based design in an authentic educational setting. Scientific Reports 2025. DOI:10.1038/s41598-025-97652-6</a:t>
            </a:r>
          </a:p>
          <a:p xmlns:a="http://schemas.openxmlformats.org/drawingml/2006/main">
            <a:r>
              <a:t>https://pmc.ncbi.nlm.nih.gov/articles/PMC12179260/</a:t>
            </a:r>
          </a:p>
          <a:p xmlns:a="http://schemas.openxmlformats.org/drawingml/2006/main">
            <a:r>
              <a:t>定位：Abstract、Methods: Study population/Course setting；原文XML经Europe PMC实际读取；2026-10-19重新核对出版商Results / Learning gains: post-test scores、Study population、Study design、限制及Supplementary Table S3。未完成最新更新状态监测。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Kestin等论文Data availability所链接的作者公开研究数据</a:t>
            </a:r>
          </a:p>
          <a:p xmlns:a="http://schemas.openxmlformats.org/drawingml/2006/main">
            <a:r>
              <a:t>https://github.com/HarvardAItutor/Study-Data-v4</a:t>
            </a:r>
          </a:p>
          <a:p xmlns:a="http://schemas.openxmlformats.org/drawingml/2006/main">
            <a:r>
              <a:t>定位：Harvard_AI_Tutor_Study_Data.dta；lect_AI、post_score、pre_score、rid；源blob 2ad104a44b64acd98f4951ab92955ba85d2400cf；复算见literature-packet/kestin-reproduction.json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前段为课程编写的空泛例句，后段为基于两篇真实论文的教学综述草稿。正式论文还需完整检索、方法评价和准确引文，不能把两篇案例段落称为领域共识。段落没有声称哪一种机制已经得到证明。 本轮后段补入作者数据可复算的后测中位数，顺序对应定制AI辅导4.5、课堂主动学习3.5。没有计算综合效应、效果排名或长期学习保持；公开数据中的单次编号问题另列待核。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定位：Abstract、Experimental Design、Table 1；原文XML经Europe PMC实际读取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Kestin et al. AI tutoring outperforms in-class active learning: an RCT introducing a novel research-based design in an authentic educational setting. Scientific Reports 2025. DOI:10.1038/s41598-025-97652-6</a:t>
            </a:r>
          </a:p>
          <a:p xmlns:a="http://schemas.openxmlformats.org/drawingml/2006/main">
            <a:r>
              <a:t>https://pmc.ncbi.nlm.nih.gov/articles/PMC12179260/</a:t>
            </a:r>
          </a:p>
          <a:p xmlns:a="http://schemas.openxmlformats.org/drawingml/2006/main">
            <a:r>
              <a:t>定位：Abstract、Methods: Study population/Course setting；原文XML经Europe PMC实际读取；2026-10-19重新核对出版商Results / Learning gains: post-test scores、Study population、Study design、限制及Supplementary Table S3。未完成最新更新状态监测。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Kestin等论文Data availability所链接的作者公开研究数据</a:t>
            </a:r>
          </a:p>
          <a:p xmlns:a="http://schemas.openxmlformats.org/drawingml/2006/main">
            <a:r>
              <a:t>https://github.com/HarvardAItutor/Study-Data-v4</a:t>
            </a:r>
          </a:p>
          <a:p xmlns:a="http://schemas.openxmlformats.org/drawingml/2006/main">
            <a:r>
              <a:t>定位：Harvard_AI_Tutor_Study_Data.dta；lect_AI、post_score、pre_score、rid；源blob 2ad104a44b64acd98f4951ab92955ba85d2400cf；复算见literature-packet/kestin-reproduction.json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I解析成功只说明标识符对应记录，不能证明该段主张成立。当前附件登记两篇论文身份和已读章节，未作全面撤稿监测，状态单独注明待核查。实际科研投稿前需按当时出版商更新和适用数据库复查。不能把引用格式检查说成科学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是课程编写的待核查断言，故意使用过宽范围，并非真实领域结论。Kestin等公开研究已经在本科入门物理中开展随机对照，因此这一断言不能成立。研究者需要检查原文，然后重新界定问题。限定到某课程或延后测量后仍需继续检索，不能据此宣称找到了空白或证明没有人研究。反证检索应包括同义词、前后引文与近期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定位：Abstract、Experimental Design、Table 1；原文XML经Europe PMC实际读取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Kestin et al. AI tutoring outperforms in-class active learning: an RCT introducing a novel research-based design in an authentic educational setting. Scientific Reports 2025. DOI:10.1038/s41598-025-97652-6</a:t>
            </a:r>
          </a:p>
          <a:p xmlns:a="http://schemas.openxmlformats.org/drawingml/2006/main">
            <a:r>
              <a:t>https://pmc.ncbi.nlm.nih.gov/articles/PMC12179260/</a:t>
            </a:r>
          </a:p>
          <a:p xmlns:a="http://schemas.openxmlformats.org/drawingml/2006/main">
            <a:r>
              <a:t>定位：Abstract、Methods: Study population/Course setting；原文XML经Europe PMC实际读取；2026-10-19重新核对出版商Results / Learning gains: post-test scores、Study population、Study design、限制及Supplementary Table S3。未完成最新更新状态监测。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课程流程示意，不是模型已运行的截图。可以在本地Codex中按文献发现、文献综合和引用核验技能处理材料；技能定义存在不等于各服务账号、检索API或全文解析都已接入。本节实际完成公开材料获取、两个网页截图、两篇原文读取和课程证据表，未运行多数据库系统检索。 2026-10-19另实际完成作者公开dta的本地Python描述统计复算，保留原始哈希、汇总CSV、复算脚本与记录单位待核问题；这不是模型调用或整个文献Agent已运行。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James Thomas. Using AI tools for searching, classifying, extracting and synthesizing research. UCL, 2025-06-13</a:t>
            </a:r>
          </a:p>
          <a:p xmlns:a="http://schemas.openxmlformats.org/drawingml/2006/main">
            <a:r>
              <a:t>https://eppi.ioe.ac.uk/CMS/Portals/0/AI%20in%20evidence%20synthesis%20v_3_1.pdf</a:t>
            </a:r>
          </a:p>
          <a:p xmlns:a="http://schemas.openxmlformats.org/drawingml/2006/main">
            <a:r>
              <a:t>定位：PDF第14、17、43、56页已渲染查看；借鉴检索、关联发现与核对流程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本节交付两篇比较案例的材料索引、检索记录、证据矩阵与综述示例，保留范围说明。进入Section 6研究设计时，未决问题要继续处理，不能把文献表做完视为研究设计成立。没有课堂作业或学员提交环节。 本轮新增作者公开数据的描述统计复算、源文件哈希、完整Python脚本和材料缺口说明。原始逐人数据只存本地忽略缓存，交付汇总表与公开下载入口。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讲设计选择及其理由，不把实验方案写成一串工具名称。AI可帮助检查方案一致性和资源缺口，不能代替现场条件、伦理审查或样本依据。实证研究既可能通过干预，也可能观察现象；应按问题选择路径，不是每个问题都能安排随机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David M. Rocke. Randomized Block Designs. UC Davis BIM283, 2026-01-28/02-02</a:t>
            </a:r>
          </a:p>
          <a:p xmlns:a="http://schemas.openxmlformats.org/drawingml/2006/main">
            <a:r>
              <a:t>https://dmrocke.ucdavis.edu/Class/BIM283.2026.Winter/Lecture07_Randomized_Block_Designs.pdf</a:t>
            </a:r>
          </a:p>
          <a:p xmlns:a="http://schemas.openxmlformats.org/drawingml/2006/main">
            <a:r>
              <a:t>定位：PDF第2、10、11页已渲染查看；设计、随机分配及已知干扰因素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根据Bastani等原文Experimental Design重绘：以班级为分配单位，设置无生成式AI资源、GPT Base、GPT Tutor三组。先进行有相应资源的练习，再进行无资源测验；先前教师授课环节相同。对照组仍有课本和笔记，不应写成无教学资源。这里借鉴比较和测量的组织，不直接照搬到本科课程。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定位：Experimental Design、Abstract，原文XML已在Section 5读取并保留来源哈希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把拟议问题展开为可讨论的设计。假设以学生个体为独立分配单位，完成基线测量后，按1∶1随机分到逐步提示和完整解答两种条件。两组使用同类内容、相同时间规则与测量安排，记录同学间分享、额外帮助及缺席。个体独立和相互影响可忽略目前只是计算前提，启动前必须核查；如果最终以班级分配，本页人数不能直接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要结果拟为一周后无AI条件下的5道新题，总分0—100；每题0—20的评分规则、题目等值性与评分者一致性需先形成材料并试评。一周、题目数和分制均为教学拟议设定，不是从公开论文得到的已验证测量方案。基线只作先前水平记录，当场表现和使用时长为补充结果，不能在主要结果不理想后替换主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上计划每组招募50人，来自第11页“差6分、标准差10分、双侧0.05、功效80%、假设保留90%”的条件计算。这里是展示参数怎样影响计划，不建议把该情景直接当作正式样本依据。预计每组保留45份完整主要结果并不保证实际一定达到45。若达到预定截止日仍不足，应说明实际精度和可检测范围，不能随结果边看边扩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要分析拟比较分配两组的一周后评分均值差并报告区间；分配人员按原分组保留登记，未测到结果的人员标明缺失。当前功效计算只针对无聚类、等方差、两组独立t检验的简化情景，没有解决实际缺失处理、干扰或量表质量。正式分析方案需在结果出现前明确缺失与排除处理及敏感性分析，并由研究者审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变量先用普通语言解释：输入是安排了什么，输出是观察到什么；其他同时变化的条件可能妨碍解释。随机分配不表示所有样本特征必然一样，也不消除实施差异。对不能控制的因素，应预先考虑记录和分析。工程实验参数范围需经专业与设备条件核定，不照抄公开课件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NIST/SEMATECH. How do you select and scale the process variables?</a:t>
            </a:r>
          </a:p>
          <a:p xmlns:a="http://schemas.openxmlformats.org/drawingml/2006/main">
            <a:r>
              <a:t>https://www.itl.nist.gov/div898/handbook/pri/section3/pri32.htm</a:t>
            </a:r>
          </a:p>
          <a:p xmlns:a="http://schemas.openxmlformats.org/drawingml/2006/main">
            <a:r>
              <a:t>定位：输入、输出、参数范围及不可行组合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教学模拟的比较框架，不保证仅凭表格就能消除干扰。两组内容和测验等值性需核查。可以设置更多比较组，但新增组别会改变资源和样本需求。主动对照与无干预对照回答的问题不同，设计应明确对照提供了哪些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两天检测样品为模拟例子。如果A全部第一天测、B全部第二天测，处理与日期混在一起。区组把已知日期差异分开，在每天内随机分配或随机安排A/B。图上A/B是示意，真实排程需保存随机过程和种子或清单。还要考虑设备漂移、顺序效应及可行性。区组不是事后随意拆分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David M. Rocke. Randomized Block Designs. UC Davis BIM283, 2026-01-28/02-02</a:t>
            </a:r>
          </a:p>
          <a:p xmlns:a="http://schemas.openxmlformats.org/drawingml/2006/main">
            <a:r>
              <a:t>https://dmrocke.ucdavis.edu/Class/BIM283.2026.Winter/Lecture07_Randomized_Block_Designs.pdf</a:t>
            </a:r>
          </a:p>
          <a:p xmlns:a="http://schemas.openxmlformats.org/drawingml/2006/main">
            <a:r>
              <a:t>定位：PDF第2、10、11页已渲染查看；设计、随机分配及已知干扰因素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NIST/SEMATECH. Randomized block designs</a:t>
            </a:r>
          </a:p>
          <a:p xmlns:a="http://schemas.openxmlformats.org/drawingml/2006/main">
            <a:r>
              <a:t>https://www.itl.nist.gov/div898/handbook/pri/section3/pri332.htm</a:t>
            </a:r>
          </a:p>
          <a:p xmlns:a="http://schemas.openxmlformats.org/drawingml/2006/main">
            <a:r>
              <a:t>定位：控制已知干扰因素与区组设计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三份独立制备试样，每份测三次，构成3份试样和9次读数。这个计数示例不代表样本量足够。若处理施加在整批材料上，独立分配单位可能是批次，不能自动以试样作为独立重复。技术重复和独立重复要按实际制备、分配及测量层级确定；分析可能需要处理嵌套相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盲法需要具体说明隐藏谁的信息。授课者或受试者有时无法不知道干预方式，但评分者仍可能不知道分组。不要把仅做匿名编号写成所有参与者均盲。盲法破坏、例外处理和解码时间需要记录。本页为方法说明，不声称示例已经实施双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数值转录自UC Davis 2026因子设计课件PDF第9页pilot.a；第8页定义因素、单位并注明y是两次重复的均值，源教材为Box, Hunter &amp; Hunter 2005 §5.4。课件未给y的物理单位，不能擅自改成百分比。本表按原课件排列展示，不等于实际随机运行顺序。仅用于理解组合设计，不作为工艺操作建议。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David M. Rocke. Factorial Designs at Two Levels. UC Davis BIM283, 2026-02-09/18</a:t>
            </a:r>
          </a:p>
          <a:p xmlns:a="http://schemas.openxmlformats.org/drawingml/2006/main">
            <a:r>
              <a:t>https://dmrocke.ucdavis.edu/Class/BIM283.2026.Winter/Lecture09_Two_Level_Factorials.pdf</a:t>
            </a:r>
          </a:p>
          <a:p xmlns:a="http://schemas.openxmlformats.org/drawingml/2006/main">
            <a:r>
              <a:t>定位：PDF第2、8、9页已渲染查看；第8页定义T/C/K，第9页pilot.a给出8组响应，第8页注明两次重复的均值；来源教材Box, Hunter &amp; Hunter, Statistics for Experimenters (2005), §5.4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取第9页四行：C=20时，A在T=160/180分别为60/72；B分别为52/83。手算增量A=72-60=12，B=83-52=31，增量差=19。图用于解释交互作用的含义，不能仅凭两条不平行线宣称统计显著。只有组均值，未取得原始重复读数或误差方差，因此未画误差条，也未做显著性检验。y无物理单位，不转换为百分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David M. Rocke. Factorial Designs at Two Levels. UC Davis BIM283, 2026-02-09/18</a:t>
            </a:r>
          </a:p>
          <a:p xmlns:a="http://schemas.openxmlformats.org/drawingml/2006/main">
            <a:r>
              <a:t>https://dmrocke.ucdavis.edu/Class/BIM283.2026.Winter/Lecture09_Two_Level_Factorials.pdf</a:t>
            </a:r>
          </a:p>
          <a:p xmlns:a="http://schemas.openxmlformats.org/drawingml/2006/main">
            <a:r>
              <a:t>定位：PDF第2、8、9页已渲染查看；第8页定义T/C/K，第9页pilot.a给出8组响应，第8页注明两次重复的均值；来源教材Box, Hunter &amp; Hunter, Statistics for Experimenters (2005), §5.4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用原始分数解释参数：如果希望识别两组平均差4分，而个体分数的标准差假设为10分，标准化差异就是0.4；差6分、8分分别对应0.6和0.8。这三个差异与标准差均为教学假设，没有拿公开论文效果替代本课程的依据，也不称为领域默认的“小、中、大”效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两组独立、样本数相等、共同标准差与正态模型等前提下，双侧显著性水平0.05、目标检验功效80%，本地R的power.t.test实际计算每组人数为99.0803、44.5858、25.5246，向上取整后为100、45、26。R代码使用strict=TRUE计入双侧两个拒绝区，另以卡方方差项的数值积分核对功效；再检查当前整数人数达到80%，少一人时未达到。计算源码、CSV、会话版本及哈希保存在design-packe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功效80%”的意思是在指定差异确实存在、模型和其他前提成立的重复研究中，按所定检验规则检出的概率为80%；它不是这次研究结论有80%的概率正确。0.05表示零差异前提下，按预定规则误报差异的概率控制目标；不是研究结果为假的概率。页面不要求初学者记住公式，重点是人数取决于希望识别的差异和波动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13页只用差6分的情景演示资源换算。正式研究需先论证差6分为什么值得识别、10分波动从何而来、个体分配是否可行。改为班级分配时需考虑独立班级数和组内相关；出现非正态、不同方差、重复测量、基线调整或实际缺失时也应按最终分析另算。不能为迎合现有预算倒填差异和波动，不能把计算能运行当作样本依据已获批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Daniël Lakens. Sample Size Justification. Collabra: Psychology 8(1):33267, 2022. DOI:10.1525/collabra.33267</a:t>
            </a:r>
          </a:p>
          <a:p xmlns:a="http://schemas.openxmlformats.org/drawingml/2006/main">
            <a:r>
              <a:t>https://doi.org/10.1525/collabra.33267</a:t>
            </a:r>
          </a:p>
          <a:p xmlns:a="http://schemas.openxmlformats.org/drawingml/2006/main">
            <a:r>
              <a:t>定位：Abstract、Six Approaches to Justify Sample Sizes、inferential goals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 stats power.t.test官方文档与本地R条件计算</a:t>
            </a:r>
          </a:p>
          <a:p xmlns:a="http://schemas.openxmlformats.org/drawingml/2006/main">
            <a:r>
              <a:t>https://stat.ethz.ch/R-manual/R-devel/library/stats/html/power.t.test.html</a:t>
            </a:r>
          </a:p>
          <a:p xmlns:a="http://schemas.openxmlformats.org/drawingml/2006/main">
            <a:r>
              <a:t>定位：n为每组人数；delta、sd、sig.level、power与strict；实际源码design-packet/sample-size.R，运行记录r-output/run.json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先约定可以减少看结果后选择指标或排除样本的空间，但不保证设计正确。临时修改有时必要，应标明时间、理由及已知信息。测量工具需核查适用性、评分一致性、校准与量程；关键步骤先小规模试运行。注册或审查要求按实际学科与机构流程执行，本页不伪造任何批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源表从人数计算开始，而不是凭空列设备和经费。差6分情景每组45人、总计90份完整主要结果；假设有90%保留率，按45除以0.90向上取整为每组50人，合计招募容量100人。10%缺失只是教学预留，不能保证研究不受缺失偏倚影响。若退出与组别或结果有关，扩大人数也不能消除偏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基线、当场、一周后三个时点，各为计划100人预留测量，容量为300人次。这里不是把300条记录当成300名独立学生，实际采集数也不会预填为300。主要结果按100份答卷、两名不知道分组的评分者预留200份次评分；评分分歧的核查与处理规则需要另订。这是任务容量，不是已经付费或完成的工作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正式启动还需确认招募与数据权限、测验是否能安排在一周后、两名评分者可用时间、评分规则和试评材料，以及干预内容、记录存储与预算。原表中的设备量程、材料批次等工程研究条件仍可作为其他学科的资源检查条目；本页用课程研究例子示范怎样从样本和测量数推到工作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真实资源只容纳100人，而希望识别的差异是4分，不能把45人/组的数字照搬：第11页的条件计算需要每组100份完整结果。应重新讨论问题价值、估计精度和可检测范围，补数据依据或暂缓，而不是默默删对照、改主指标或放大预期效果。全例尚未招募、采集、评分、获批或形成真实研究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 stats power.t.test官方文档与本地R条件计算</a:t>
            </a:r>
          </a:p>
          <a:p xmlns:a="http://schemas.openxmlformats.org/drawingml/2006/main">
            <a:r>
              <a:t>https://stat.ethz.ch/R-manual/R-devel/library/stats/html/power.t.test.html</a:t>
            </a:r>
          </a:p>
          <a:p xmlns:a="http://schemas.openxmlformats.org/drawingml/2006/main">
            <a:r>
              <a:t>定位：n为每组人数；delta、sd、sig.level、power与strict；实际源码design-packet/sample-size.R，运行记录r-output/run.json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示例：设备稳定性不满足预先规定的标准时，暂停、校准和重测；不能为了得到预期结果反复筛选读数。核心数据无授权时，不把模拟数据写成真实数据，可以改成可获得资料支持的问题或暂缓。具体阈值必须来自测量要求和预先方案，本页不捏造通用标准。更换结果指标或样本会改变可回答的问题，应重新评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要求AI检查：主要结果是否回答问题；分配单位与样本量是否一致；对照是否同时改变其他条件；重复读数是否误算为独立样本；备用方案是否改变结论范围。AI不得补造效应量、设备能力、实验结果或伦理批准。本页为流程示意，不是研究设计Agent真实执行截图。 本节附件新增完整设计示例与条件计算，可据其检查：独立分配单位是否与功效模型一致；90%的保留假设有无依据；300测量人次是否被当成人数；主要结果是否在看数据后改变。R实际运行仅完成条件功效与容量计算，没有研究设计模型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交付设计说明的教学样例、变量表、公开教材数据、图表和待确认清单。它们不代表已经通过伦理、设备或研究者审核。下一节进入数据处理和统计时，要沿用这里明确的独立单位、主要结果及分析规则，不能根据结果任意改变原问题。 本轮补入完整教学方案、样本情景R源码、真实运行CSV与工作量表。参数是教学假设，不能直接当作正式申报样本依据。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从原始文件出发，先明确问题、测量单位和比较范围。AI可以生成清洗与分析代码，讲师要核对过滤条件、分母和输出。后面保留完整CSV、代码与计算结果。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Lecture2: EDA I</a:t>
            </a:r>
          </a:p>
          <a:p xmlns:a="http://schemas.openxmlformats.org/drawingml/2006/main">
            <a:r>
              <a:t>https://docs.google.com/presentation/d/1_i5kgBSmCoYQF2bB1jfGpZkL3pRWku54BDd5xxLqZVE/edit</a:t>
            </a:r>
          </a:p>
          <a:p xmlns:a="http://schemas.openxmlformats.org/drawingml/2006/main">
            <a:r>
              <a:t>定位：PDF第9、20、24页，已渲染查看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由Kristen Gorman和Palmer Station LTER采集，课程使用Horst等整理的8字段简化版。观测对象是企鹅个体，但简化表不能独立核验巢、个体唯一性或重复记录。此处的CSV行号只用于追溯，不能冒充生物学个体ID。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本页取CSV前6数据行，显示行号为文件物理行号，包含表头。第5行的NA表示记录缺失，不能把它转成0毫米。表格只抽取本节需要的几列，其余字段仍保存在完整CSV中。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先定义分析目标，再取列。Adelie通称阿德利企鹅，本节保留源表名称便于对照。性别是分类记录，鳍长是连续测量；年份与岛屿可能影响组成，不能忽略。没有用全部字段缺失来决定本次分析纳入。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缺失按字段统计，同一行可能同时缺多列，因此不能把各字段缺失数相加当作总排除数。图显示完整344行的字段缺失情况。具体比较另按目标列筛选。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从344条筛选Adelie后有152条，按sex与flipper_length_mm完整记录分析，得到female73条、male73条。被排除的CSV物理行号为5、10、11、12、13、49。未进行插补。缺失可能与测量或采样有关，完整记录结果不能证明缺失无偏。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课程脚本对Adelie完整记录做1.5倍IQR范围筛查，只保存标记，不据此删除。筛查阈值是探索规则，不等于错误认定。可查单位转换、录入、仪器和采样背景；不能查明时保留并比较不同分析。 本轮实际按原始CSV重新计算四分位数：Q1=186、Q3=195，1.5倍IQR范围为172.5—208.5毫米。标记物理行30（female，172毫米）和131（male，210毫米），尚未查明记录错误。保留全部完整记录时雌雄各73条，雄减雌4.616438毫米；仅为敏感性比较暂排这两条时各72条，差4.152778毫米。这个差别不能证明排除更正确，也不证明结果稳健；原始文件与正式纳入CSV未改。代码与两个口径的完整数值另存analysis-packet。IQR在本课解释为中间一半记录的跨度，不是仪器允许误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NIST/SEMATECH: Two-Sample t-Test for Equal Means</a:t>
            </a:r>
          </a:p>
          <a:p xmlns:a="http://schemas.openxmlformats.org/drawingml/2006/main">
            <a:r>
              <a:t>https://www.itl.nist.gov/div898/handbook/eda/section3/eda353.htm</a:t>
            </a:r>
          </a:p>
          <a:p xmlns:a="http://schemas.openxmlformats.org/drawingml/2006/main">
            <a:r>
              <a:t>定位：paired/unpaired与Welch-Satterthwaite说明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本课程异常标记敏感性比较与正态模拟连续前20次</a:t>
            </a:r>
          </a:p>
          <a:p xmlns:a="http://schemas.openxmlformats.org/drawingml/2006/main">
            <a:r>
              <a:t>local:analysis-packet/teaching-comparisons.json</a:t>
            </a:r>
          </a:p>
          <a:p xmlns:a="http://schemas.openxmlformats.org/drawingml/2006/main">
            <a:r>
              <a:t>定位：prepare-teaching-comparisons.py、outlier-sensitivity.csv、normal-ci-first20.csv；原始数据与全部1000次模拟未改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以5毫米等宽区间汇总Adelie完整记录，区间左闭右开，最后区间按NumPy规则包含右端点。每组73条。两组分布的重叠提醒讲师区分群体均值与个体判别，不给出未经验证的分类准确率。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female组均值187.79mm，样本SD5.60mm。把行视为独立同分布观测时，均值SE=SD/√73=0.65mm。SE公式依赖独立性；巢或年份关联可能使简单SE不适用。不能把SE小理解为每个个体都靠近均值。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NIST/SEMATECH: Confidence Limits for the Mean</a:t>
            </a:r>
          </a:p>
          <a:p xmlns:a="http://schemas.openxmlformats.org/drawingml/2006/main">
            <a:r>
              <a:t>https://www.itl.nist.gov/div898/handbook/eda/section3/eda352.htm</a:t>
            </a:r>
          </a:p>
          <a:p xmlns:a="http://schemas.openxmlformats.org/drawingml/2006/main">
            <a:r>
              <a:t>定位：Purpose与Definition；重复抽样解释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左侧示意不同个体A、B分别进入两组，右侧是同一个体X的前后记录。配对需要可核验的对应关系。企鹅数据的简化表没有前后测ID，不因两组数量相等就配对。示意字母不是实际采样ID。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NIST/SEMATECH: Two-Sample t-Test for Equal Means</a:t>
            </a:r>
          </a:p>
          <a:p xmlns:a="http://schemas.openxmlformats.org/drawingml/2006/main">
            <a:r>
              <a:t>https://www.itl.nist.gov/div898/handbook/eda/section3/eda353.htm</a:t>
            </a:r>
          </a:p>
          <a:p xmlns:a="http://schemas.openxmlformats.org/drawingml/2006/main">
            <a:r>
              <a:t>定位：paired/unpaired与Welch-Satterthwaite说明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课程自编方法说明与教学模拟</a:t>
            </a:r>
          </a:p>
          <a:p xmlns:a="http://schemas.openxmlformats.org/drawingml/2006/main">
            <a:r>
              <a:t>local:training/section-07/lesson.json</a:t>
            </a:r>
          </a:p>
          <a:p xmlns:a="http://schemas.openxmlformats.org/drawingml/2006/main">
            <a:r>
              <a:t>定位：模拟内容不代表科研观测或模型执行截图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连续结果比较均值可考虑独立组Welch或配对差值方法，类别结果可比较比例并检查稀疏计数；多个组、重复测量或聚类需要相应模型。正态性检验的一个P值不能自动决定全部方法。此页只展示选择框架，没有宣称已运行所有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NIST/SEMATECH: Two-Sample t-Test for Equal Means</a:t>
            </a:r>
          </a:p>
          <a:p xmlns:a="http://schemas.openxmlformats.org/drawingml/2006/main">
            <a:r>
              <a:t>https://www.itl.nist.gov/div898/handbook/eda/section3/eda353.htm</a:t>
            </a:r>
          </a:p>
          <a:p xmlns:a="http://schemas.openxmlformats.org/drawingml/2006/main">
            <a:r>
              <a:t>定位：paired/unpaired与Welch-Satterthwaite说明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课程自编方法说明与教学模拟</a:t>
            </a:r>
          </a:p>
          <a:p xmlns:a="http://schemas.openxmlformats.org/drawingml/2006/main">
            <a:r>
              <a:t>local:training/section-07/lesson.json</a:t>
            </a:r>
          </a:p>
          <a:p xmlns:a="http://schemas.openxmlformats.org/drawingml/2006/main">
            <a:r>
              <a:t>定位：模拟内容不代表科研观测或模型执行截图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雄性192.41、雌性187.79mm；差定义为male减female。对两组分别按行有放回抽样10000次，2.5%与97.5%分位点构成百分位区间。得到约2.68—6.58mm，数值由脚本产生。这是行独立模型下的教学区间，未覆盖选择偏差、缺失机制或巢内相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Lecture11: Confidence intervals I</a:t>
            </a:r>
          </a:p>
          <a:p xmlns:a="http://schemas.openxmlformats.org/drawingml/2006/main">
            <a:r>
              <a:t>https://docs.google.com/presentation/d/1as5Nr_mx7eZk1Wz4mZJdOcHGjycFxf5FqhZyfXqjLbk/edit</a:t>
            </a:r>
          </a:p>
          <a:p xmlns:a="http://schemas.openxmlformats.org/drawingml/2006/main">
            <a:r>
              <a:t>定位：PDF第4、7、8页，已渲染查看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模拟设总体均值100、已知SD10、每次25个独立正态观测；用已知SD的正态区间，不用样本SD替代。运行1000次，显示前10次。某组10次的覆盖比例无需等于95%，1000次也有蒙特卡洛波动。模型参数是自设值，与企鹅数据无关。 本轮改画连续前20次，按第1—10次和第11—20次分列，两列使用相同坐标。第18次区间为90.920460—98.760316，未包含100，以红色横线与序号标记；其余前20次包含100。没有更换种子、重跑挑选样本或跳过次数。总计仍为941/1000覆盖、59次未覆盖，不能用前20次恰好19/20覆盖当作长期覆盖性质的证明。竖线表示固定真值，横线为重复抽样得到的区间。原始1000次CSV保持不变；从原CSV提取的连续前20次与哈希随包提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Lecture11: Confidence intervals I</a:t>
            </a:r>
          </a:p>
          <a:p xmlns:a="http://schemas.openxmlformats.org/drawingml/2006/main">
            <a:r>
              <a:t>https://docs.google.com/presentation/d/1as5Nr_mx7eZk1Wz4mZJdOcHGjycFxf5FqhZyfXqjLbk/edit</a:t>
            </a:r>
          </a:p>
          <a:p xmlns:a="http://schemas.openxmlformats.org/drawingml/2006/main">
            <a:r>
              <a:t>定位：PDF第4、7、8页，已渲染查看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NIST/SEMATECH: Confidence Limits for the Mean</a:t>
            </a:r>
          </a:p>
          <a:p xmlns:a="http://schemas.openxmlformats.org/drawingml/2006/main">
            <a:r>
              <a:t>https://www.itl.nist.gov/div898/handbook/eda/section3/eda352.htm</a:t>
            </a:r>
          </a:p>
          <a:p xmlns:a="http://schemas.openxmlformats.org/drawingml/2006/main">
            <a:r>
              <a:t>定位：Purpose与Definition；重复抽样解释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课程自编方法说明与教学模拟</a:t>
            </a:r>
          </a:p>
          <a:p xmlns:a="http://schemas.openxmlformats.org/drawingml/2006/main">
            <a:r>
              <a:t>local:training/section-07/lesson.json</a:t>
            </a:r>
          </a:p>
          <a:p xmlns:a="http://schemas.openxmlformats.org/drawingml/2006/main">
            <a:r>
              <a:t>定位：模拟内容不代表科研观测或模型执行截图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零假设是每次正面概率0.5且独立。双侧极端事件定义K≥15或K≤5，精确二项分布相加得到0.041389。15次正面是教学设定，没有伪装成实际抛掷记录。P值不等于零假设为真的概率，也不等于结果由偶然造成的概率。 本轮将K≤5或K≥15的12根柱标红；P值相加的是这些柱的概率总和，不是15那一根柱的高度，也不是0至15的累计概率。颜色和数值来自同一组精确二项概率，未改变数据。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Lecture14: Hypothesis testing I</a:t>
            </a:r>
          </a:p>
          <a:p xmlns:a="http://schemas.openxmlformats.org/drawingml/2006/main">
            <a:r>
              <a:t>https://docs.google.com/presentation/d/1kVlWvs05VWO8afAteE92p85yHMnPlo1WEuktsL6AeHE/edit</a:t>
            </a:r>
          </a:p>
          <a:p xmlns:a="http://schemas.openxmlformats.org/drawingml/2006/main">
            <a:r>
              <a:t>定位：PDF第6、17、29页已渲染查看；第30、34页读取文字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ASA 2016 Statement on Statistical Significance and P-Values</a:t>
            </a:r>
          </a:p>
          <a:p xmlns:a="http://schemas.openxmlformats.org/drawingml/2006/main">
            <a:r>
              <a:t>https://www.amstat.org/asa/files/pdfs/p-valuestatement.pdf</a:t>
            </a:r>
          </a:p>
          <a:p xmlns:a="http://schemas.openxmlformats.org/drawingml/2006/main">
            <a:r>
              <a:t>定位：第2—3页原则；模型条件、效应大小和选择性报告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课程自编方法说明与教学模拟</a:t>
            </a:r>
          </a:p>
          <a:p xmlns:a="http://schemas.openxmlformats.org/drawingml/2006/main">
            <a:r>
              <a:t>local:training/section-07/lesson.json</a:t>
            </a:r>
          </a:p>
          <a:p xmlns:a="http://schemas.openxmlformats.org/drawingml/2006/main">
            <a:r>
              <a:t>定位：模拟内容不代表科研观测或模型执行截图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将估计量、模型条件与外推范围对应。企鹅示例报告毫米差异与条件bootstrap区间，没有计算性别的因果效应。硬币示例只有特定零假设下的尾概率，两者不能混在一段结果里。阈值不代表科学或应用价值的统一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ASA 2016 Statement on Statistical Significance and P-Values</a:t>
            </a:r>
          </a:p>
          <a:p xmlns:a="http://schemas.openxmlformats.org/drawingml/2006/main">
            <a:r>
              <a:t>https://www.amstat.org/asa/files/pdfs/p-valuestatement.pdf</a:t>
            </a:r>
          </a:p>
          <a:p xmlns:a="http://schemas.openxmlformats.org/drawingml/2006/main">
            <a:r>
              <a:t>定位：第2—3页原则；模型条件、效应大小和选择性报告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Lecture14: Hypothesis testing I</a:t>
            </a:r>
          </a:p>
          <a:p xmlns:a="http://schemas.openxmlformats.org/drawingml/2006/main">
            <a:r>
              <a:t>https://docs.google.com/presentation/d/1kVlWvs05VWO8afAteE92p85yHMnPlo1WEuktsL6AeHE/edit</a:t>
            </a:r>
          </a:p>
          <a:p xmlns:a="http://schemas.openxmlformats.org/drawingml/2006/main">
            <a:r>
              <a:t>定位：PDF第6、17、29页已渲染查看；第30、34页读取文字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留每组样本数73，组内有放回抽样，因此同一行可在一次抽样内出现多次；每次计算male减female的均值差。10000次不是新增10000批真实动物数据。若存在配对或巢内相关，应按相应单位重抽样；当前简化表不能支持这种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Lecture11: Confidence intervals I</a:t>
            </a:r>
          </a:p>
          <a:p xmlns:a="http://schemas.openxmlformats.org/drawingml/2006/main">
            <a:r>
              <a:t>https://docs.google.com/presentation/d/1as5Nr_mx7eZk1Wz4mZJdOcHGjycFxf5FqhZyfXqjLbk/edit</a:t>
            </a:r>
          </a:p>
          <a:p xmlns:a="http://schemas.openxmlformats.org/drawingml/2006/main">
            <a:r>
              <a:t>定位：PDF第4、7、8页，已渲染查看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NumPy Generator.choice documentation</a:t>
            </a:r>
          </a:p>
          <a:p xmlns:a="http://schemas.openxmlformats.org/drawingml/2006/main">
            <a:r>
              <a:t>https://numpy.org/doc/stable/reference/random/generated/numpy.random.Generator.choice.html</a:t>
            </a:r>
          </a:p>
          <a:p xmlns:a="http://schemas.openxmlformats.org/drawingml/2006/main">
            <a:r>
              <a:t>定位：replace参数；版本见results.json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重抽样分布用于展示当前样本在指定抽样方案下的不确定性。图为0.5毫米等宽区间频数汇总，完整10000次值保存在CSV。均值差的分布与个体鳍长分布不同，不能相互替代。随机种子20261018。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Lecture11: Confidence intervals I</a:t>
            </a:r>
          </a:p>
          <a:p xmlns:a="http://schemas.openxmlformats.org/drawingml/2006/main">
            <a:r>
              <a:t>https://docs.google.com/presentation/d/1as5Nr_mx7eZk1Wz4mZJdOcHGjycFxf5FqhZyfXqjLbk/edit</a:t>
            </a:r>
          </a:p>
          <a:p xmlns:a="http://schemas.openxmlformats.org/drawingml/2006/main">
            <a:r>
              <a:t>定位：PDF第4、7、8页，已渲染查看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NumPy Generator.choice documentation</a:t>
            </a:r>
          </a:p>
          <a:p xmlns:a="http://schemas.openxmlformats.org/drawingml/2006/main">
            <a:r>
              <a:t>https://numpy.org/doc/stable/reference/random/generated/numpy.random.Generator.choice.html</a:t>
            </a:r>
          </a:p>
          <a:p xmlns:a="http://schemas.openxmlformats.org/drawingml/2006/main">
            <a:r>
              <a:t>定位：replace参数；版本见results.json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物种的完整喙长和鳍长记录为342条，图按物种着色。总体Pearson相关约0.656，Adelie内约0.326。数字差异说明总体关系与同物种内关系不同，不能把总体直线当成每个物种的关系；相关不表明改变喙长会造成鳍长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按年份与性别分组复算均值。雌雄各年份的n分别22、25、26。折线连接各年组均值，未跟踪同一个体，不能讲成个体随时间的生长曲线。这一分层检查未调整岛屿、巢等因素，也不能消除混杂。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读结果示例见页面。讲师可按对象、计算、假设逐句解释，不把代码输出整段贴入论文。此处区间是本课程二次计算，不能引用成原论文中的结论。性别及其他变量未随机分配，不声称因果；未完成原始研究设计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ASA 2016 Statement on Statistical Significance and P-Values</a:t>
            </a:r>
          </a:p>
          <a:p xmlns:a="http://schemas.openxmlformats.org/drawingml/2006/main">
            <a:r>
              <a:t>https://www.amstat.org/asa/files/pdfs/p-valuestatement.pdf</a:t>
            </a:r>
          </a:p>
          <a:p xmlns:a="http://schemas.openxmlformats.org/drawingml/2006/main">
            <a:r>
              <a:t>定位：第2—3页原则；模型条件、效应大小和选择性报告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接在结果解释之后，说明教师如何判断代码修改是否生效。先讲具体任务：在同一份公开企鹅数据中，把鳍长均值差从雄性减雌性改成雌性减雄性。原先4.616438毫米，修改后为负4.616438毫米，两组各73条，纳入146条，均值和样本SD保持不变。正负号随比较顺序改变，不能据此声称发现了另一种研究效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sor是代码编辑与Agent工具入口，可以在当前权限和运行设置下读取文件、修改代码并发起终端命令。Python解释器是实际运行Python代码的软件，终端是输入命令和查看运行输出的位置。编辑器内显示一段代码，不证明它已经执行；聊天中的数字也不证明它来自当前文件。演示时先核对当前目录、实际解释器路径和版本，再看运行命令、退出码、新文件和脚本版本。具体按钮与安装步骤不占主课时间，已有Cursor环境的讲师可按配套任务展示；本课程不要求学员安装或操作账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在本地Codex调用Python执行两份完整脚本，没有在Cursor操作或调用Cursor模型。cursor-packet中baseline.py来自原cross-tool/analysis.py，基线仅改输出目录。modified.py改差值公式、字段名和打印字段，同时使用独立目录。code-change.diff展示实际差异。两个目录的included_rows.csv、summary.csv用于检查纳入行、人数、均值和样本SD；comparison.csv对应不同方向的差值，run.json及run-evidence.json保存时间、路径、版本、退出码和哈希。check_results.py从原CSV独立复算，不仅检查程序是否退出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Python、R、SPSS三份同口径代码继续保留在cross-tool。Python与本地WebR已实际执行，下一页仍比较雄减雌口径；新增雌减雄仅作为代码修改教学例子，未将R输出暗中改成新方向。SPSS语法未执行，桌面R与RStudio未实测。所有教学任务和解释由AI编写，尚待授课教师审定。科学边界仍保留：这里只作公开数据描述统计，未核实独立性、总体代表性或因果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国外参考为CMU Generative AI 2025 Lecture23物理第26页（印刷页30），它把代码、执行器、检验和反馈分别呈现。借鉴这一次序，中文页的四步图可编辑，没有移用原图、模型成绩或自主纠错结论。Cursor功能另查本轮官方Agent mode及Terminal integration原文。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Nayebi &amp; Gormley, CMU Generative AI, Lecture23, Nov19 2025</a:t>
            </a:r>
          </a:p>
          <a:p xmlns:a="http://schemas.openxmlformats.org/drawingml/2006/main">
            <a:r>
              <a:t>https://www.cs.cmu.edu/~mgormley/courses/10423-f25/slides/lecture23-code.pdf</a:t>
            </a:r>
          </a:p>
          <a:p xmlns:a="http://schemas.openxmlformats.org/drawingml/2006/main">
            <a:r>
              <a:t>定位：物理第26页（印刷页30），Iterative Self-Refinement；采用执行器和检验反馈的讲授关系，不采用原图与结论承诺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Cursor Agent mode与Terminal integration官方说明</a:t>
            </a:r>
          </a:p>
          <a:p xmlns:a="http://schemas.openxmlformats.org/drawingml/2006/main">
            <a:r>
              <a:t>https://prod.cursor.com/help/ai-features/agent</a:t>
            </a:r>
          </a:p>
          <a:p xmlns:a="http://schemas.openxmlformats.org/drawingml/2006/main">
            <a:r>
              <a:t>定位：2026-10-19实际读取What can Agent mode do、How do I review Agent changes；终端说明另见cursor-packet/参考资料.md；未在Cursor操作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代码差值方向修改的本地Python实际运行</a:t>
            </a:r>
          </a:p>
          <a:p xmlns:a="http://schemas.openxmlformats.org/drawingml/2006/main">
            <a:r>
              <a:t>local:training/section-07/cursor-packet/run-evidence.json</a:t>
            </a:r>
          </a:p>
          <a:p xmlns:a="http://schemas.openxmlformats.org/drawingml/2006/main">
            <a:r>
              <a:t>定位：baseline.py、modified.py、code-change.diff、两个输出目录及check_results.py；公开数据二次描述统计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与R对146条纳入记录逐行比较CSV行号、性别编码和鳍长数值，再比较每组n、均值、样本SD和雄减雌均值差，绝对容差1e-9。两组各73条，雌性均值187.7945205479452、SD5.595034763345455；雄性均值192.41095890410958、SD6.599317339354874；差4.616438356164366毫米。样本SD的分母为n-1。页面只列实际执行的Python和R结果，不以空列代替SPSS实测；SPSS代码随包提供，尚无其输出。本页只作描述数值的一致性核对；不能据此证明抽样独立、科学结论或SPSS语法已运行。完整材料仍保留原始CSV、代码、筛选记录、输出、运行信息和未决问题。下一节进入科研图表与技术路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本轮Python与本地WebR描述统计、纳入行及输出比较</a:t>
            </a:r>
          </a:p>
          <a:p xmlns:a="http://schemas.openxmlformats.org/drawingml/2006/main">
            <a:r>
              <a:t>local:training/section-07/cross-tool/checks.json</a:t>
            </a:r>
          </a:p>
          <a:p xmlns:a="http://schemas.openxmlformats.org/drawingml/2006/main">
            <a:r>
              <a:t>定位：analysis.py、analysis.R、analysis.sps；R真实执行在本地WebR，SPSS未运行；run.json与runtime-provenance分别记录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R官方read.csv与样本sd说明</a:t>
            </a:r>
          </a:p>
          <a:p xmlns:a="http://schemas.openxmlformats.org/drawingml/2006/main">
            <a:r>
              <a:t>https://stat.ethz.ch/R-manual/R-devel/library/stats/html/sd.html</a:t>
            </a:r>
          </a:p>
          <a:p xmlns:a="http://schemas.openxmlformats.org/drawingml/2006/main">
            <a:r>
              <a:t>定位：sd使用n-1分母；read.csv的na.strings与stringsAsFactors参数另见cross-tool/参考资料.md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IBM SPSS Statistics GET DATA / MEANS / AGGREGATE / SAVE TRANSLATE索引</a:t>
            </a:r>
          </a:p>
          <a:p xmlns:a="http://schemas.openxmlformats.org/drawingml/2006/main">
            <a:r>
              <a:t>https://www.ibm.com/docs/en/spss-statistics/31.0.0?topic=reference-means</a:t>
            </a:r>
          </a:p>
          <a:p xmlns:a="http://schemas.openxmlformats.org/drawingml/2006/main">
            <a:r>
              <a:t>定位：官方搜索索引可读取语法；完整页面和31版PDF在本轮访问403。语法文件未通过SPSS执行验证，不作为已运行证据。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本节区分数据图、技术路线与机制示意。数据图对应数值和比较；路线说明工作如何完成；机制图呈现假说与待验证关系。来源和材料状态分别标识。图的美观不能替代数据或研究设计。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CPSC447 2026课程：Marks &amp; Channels I，2026-01-19修订</a:t>
            </a:r>
          </a:p>
          <a:p xmlns:a="http://schemas.openxmlformats.org/drawingml/2006/main">
            <a:r>
              <a:t>https://www.cs.ubc.ca/~tmm/talks/vad/2601-marks.pdf</a:t>
            </a:r>
          </a:p>
          <a:p xmlns:a="http://schemas.openxmlformats.org/drawingml/2006/main">
            <a:r>
              <a:t>定位：实际渲染查看第4、6、17页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以同一企鹅数据为例：雌雄差异需看分布，喙长与鳍长关系看散点，各年均值看年份图。说明研究执行过程则用节点和箭头。图型由问题、数据结构和读者任务共同决定，避免看到数字就默认柱图。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CPSC447 2026课程：Marks &amp; Channels I，2026-01-19修订</a:t>
            </a:r>
          </a:p>
          <a:p xmlns:a="http://schemas.openxmlformats.org/drawingml/2006/main">
            <a:r>
              <a:t>https://www.cs.ubc.ca/~tmm/talks/vad/2601-marks.pdf</a:t>
            </a:r>
          </a:p>
          <a:p xmlns:a="http://schemas.openxmlformats.org/drawingml/2006/main">
            <a:r>
              <a:t>定位：实际渲染查看第4、6、17页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左侧female187.79、male192.41毫米，各73条；右侧使用同一146条Adelie完整记录，按5毫米分箱。均值图没有展示原始分布，不能据此判断每个个体或是否存在双峰。这里不把柱高差当作因果效应。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Gorman，palmerpenguins公开观测数据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data与CC0；源CSV哈希见figure-packet/source.json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CPSC447 2026课程：Marks &amp; Channels I，2026-01-19修订</a:t>
            </a:r>
          </a:p>
          <a:p xmlns:a="http://schemas.openxmlformats.org/drawingml/2006/main">
            <a:r>
              <a:t>https://www.cs.ubc.ca/~tmm/talks/vad/2601-marks.pdf</a:t>
            </a:r>
          </a:p>
          <a:p xmlns:a="http://schemas.openxmlformats.org/drawingml/2006/main">
            <a:r>
              <a:t>定位：实际渲染查看第4、6、17页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图均用187.7945和192.411毫米。左图从0到210，右图180到200。右侧用于解释截断柱长的视觉后果，不作为推荐呈现。数据差仍为4.6164毫米，不能凭截断后的柱长比说雄性是雌性的若干倍。散点或区间图可合理聚焦局部，但要清楚给刻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Gorman，palmerpenguins公开观测数据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data与CC0；源CSV哈希见figure-packet/source.json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2026课程所列Rules of Thumb (Ch6)</a:t>
            </a:r>
          </a:p>
          <a:p xmlns:a="http://schemas.openxmlformats.org/drawingml/2006/main">
            <a:r>
              <a:t>https://www.cs.ubc.ca/~tmm/talks/vad/VAD-rules.pdf</a:t>
            </a:r>
          </a:p>
          <a:p xmlns:a="http://schemas.openxmlformats.org/drawingml/2006/main">
            <a:r>
              <a:t>定位：第4页共同尺度位置与平面表达，已渲染查看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male组n73，均值187.7945，SD5.5950，行独立假设SE0.65485。第三行用该组10000次有放回重抽样均值的2.5%—97.5%分位点186.52—189.05。前两行是mean±SD、mean±SE，第三行不是±SD。三个范围用同一毫米尺度示意。此计算未核实巢内依赖，不能解释为已确认的总体置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Gorman，palmerpenguins公开观测数据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data与CC0；源CSV哈希见figure-packet/source.json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NIST：Confidence Limits for the Mean</a:t>
            </a:r>
          </a:p>
          <a:p xmlns:a="http://schemas.openxmlformats.org/drawingml/2006/main">
            <a:r>
              <a:t>https://www.itl.nist.gov/div898/handbook/eda/section3/eda352.htm</a:t>
            </a:r>
          </a:p>
          <a:p xmlns:a="http://schemas.openxmlformats.org/drawingml/2006/main">
            <a:r>
              <a:t>定位：标准误和均值区间的解释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显示Adelie雌雄完整记录的喙长与鳍长，各73条，共146点。横轴喙长、纵轴鳍长，均为mm。只显示观测点，不连线、不添加未计算拟合。保留公开数据来源。颜色辅以圆形和方形，减少仅凭颜色辨识的依赖。数据只支持观察关联，没有以性别或喙长的干预建立因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Gorman，palmerpenguins公开观测数据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data与CC0；源CSV哈希见figure-packet/source.json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CPSC447 2026课程：Marks &amp; Channels I，2026-01-19修订</a:t>
            </a:r>
          </a:p>
          <a:p xmlns:a="http://schemas.openxmlformats.org/drawingml/2006/main">
            <a:r>
              <a:t>https://www.cs.ubc.ca/~tmm/talks/vad/2601-marks.pdf</a:t>
            </a:r>
          </a:p>
          <a:p xmlns:a="http://schemas.openxmlformats.org/drawingml/2006/main">
            <a:r>
              <a:t>定位：实际渲染查看第4、6、17页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图注依据本节第6页。内容包括物种和年份、完整记录范围、每点含义、形状和颜色、两轴单位、无拟合线及数据来源。若使用误差线还需写明定义。这里按期刊图注原则写一个课程示例，不宣称所有期刊的格式完全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 Figures官方要求</a:t>
            </a:r>
          </a:p>
          <a:p xmlns:a="http://schemas.openxmlformats.org/drawingml/2006/main">
            <a:r>
              <a:t>https://journals.plos.org/plosone/s/figures</a:t>
            </a:r>
          </a:p>
          <a:p xmlns:a="http://schemas.openxmlformats.org/drawingml/2006/main">
            <a:r>
              <a:t>定位：2026-10-18核查Captions、Multi-panel Figures、Preparing Figures from Image Files；各刊要求不同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Gorman，palmerpenguins公开观测数据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data与CC0；源CSV哈希见figure-packet/source.json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为雌雄分布，B为年份均值，均来自相同146条Adelie完整记录；雌雄各年n为22、25、26。两个面板共享颜色含义，图例不变。A纵轴为记录数，B为mm，不能将纵轴刻度误认为可共用。B连接年组均值，不表示同一个体成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Gorman，palmerpenguins公开观测数据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data与CC0；源CSV哈希见figure-packet/source.json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 Figures官方要求</a:t>
            </a:r>
          </a:p>
          <a:p xmlns:a="http://schemas.openxmlformats.org/drawingml/2006/main">
            <a:r>
              <a:t>https://journals.plos.org/plosone/s/figures</a:t>
            </a:r>
          </a:p>
          <a:p xmlns:a="http://schemas.openxmlformats.org/drawingml/2006/main">
            <a:r>
              <a:t>定位：2026-10-18核查Captions、Multi-panel Figures、Preparing Figures from Image Files；各刊要求不同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意显示三种数据含义，不引入科研观测。分类配色不暗示甲乙丙的高低；顺序色阶用亮度变化表达高低；发散色阶围绕0显示方向。颜色之外保留文字或形状。不能仅因颜色鲜艳就用彩虹色表达连续数值。本页是图例教学示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2026课程所列Color (Ch10)共享课件</a:t>
            </a:r>
          </a:p>
          <a:p xmlns:a="http://schemas.openxmlformats.org/drawingml/2006/main">
            <a:r>
              <a:t>https://www.cs.ubc.ca/~tmm/talks/vad/VAD-color.pdf</a:t>
            </a:r>
          </a:p>
          <a:p xmlns:a="http://schemas.openxmlformats.org/drawingml/2006/main">
            <a:r>
              <a:t>定位：实际查看第7、21页；共享文件未将全套标为2026新制作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示例：仅用所附CSV，限定Adelie且性别、喙长与鳍长完整；横轴喙长mm、纵轴鳍长mm，按性别着色并用不同点形，保留所有观测，不连线、不加拟合；输出代码、图注和数据来源。代码实际运行后核对记录数与轴。此工作流是课堂方法说明，配套脚本实际绘图，并非某个云端Agent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为教学模拟，与第6节的问题衔接。流程从材料题目和评分规则开始，经预试核查，再分两种提示条件并行实施；分别记录作答过程，最后用统一无AI新题评价独立解题，再按预定方案比较。分配单位、样本量和授权待研究者确认，图不代表试验已经开展。 本轮与Section6教学方案衔接，主要结果明确为一周后无AI新题评分；过程记录按提示组和解答组分开。箭头表示实施与后续测量的次序，不表示过程记录已证明机制或因果。材料预试、分配清单、过程记录与结果评分是不同产物，不能把任一缺失内容自动补成事实。图中没有写正式招募人数，Section6的样本条件仍是教学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2026课程所列Network Data (Ch9 revised)，2501版本</a:t>
            </a:r>
          </a:p>
          <a:p xmlns:a="http://schemas.openxmlformats.org/drawingml/2006/main">
            <a:r>
              <a:t>https://www.cs.ubc.ca/~tmm/talks/vad/2501-networks.pdf</a:t>
            </a:r>
          </a:p>
          <a:p xmlns:a="http://schemas.openxmlformats.org/drawingml/2006/main">
            <a:r>
              <a:t>定位：第2页节点与连接，已渲染查看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预试题目的评分一致性核对作为示例，但不虚设一个普适阈值。研究者需预先确定一致性标准。达到标准才进入正式阶段，未达到则修订并保留版本，复核后再进入判断。路线图能呈现依赖关系，不等于规定的质量标准已经满足。 旧图只有“修订后重新核对”文字，没有返回箭头；本轮补出修订节点回到预试材料节点的实际连接。核对材料列为评分规则与试评记录、分配单位和样本依据、招募及数据权限，不捏造一个所有研究通用的评分阈值。未确认的项目保留在问题清单，再补材料或修订版本，返回核查。这里是科研方案启动条件的教学图，不是网页Agent逐节点人工确认或已经通过审批的运行记录。独立draw.io和SVG使用同一节点与边定义，编辑源保留返回连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2026课程所列Network Data (Ch9 revised)，2501版本</a:t>
            </a:r>
          </a:p>
          <a:p xmlns:a="http://schemas.openxmlformats.org/drawingml/2006/main">
            <a:r>
              <a:t>https://www.cs.ubc.ca/~tmm/talks/vad/2501-networks.pdf</a:t>
            </a:r>
          </a:p>
          <a:p xmlns:a="http://schemas.openxmlformats.org/drawingml/2006/main">
            <a:r>
              <a:t>定位：第2页节点与连接，已渲染查看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出研究假说后，过程证据和独立测验可并行整理，分别形成编码记录与评分结果，再检查一致与不一致之处。不能把两个分支都画成“AI分析”或默认结果一定支持假说。缺少记录、指标不对应时保留问题，而非强行汇合为积极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2026课程所列Network Data (Ch9 revised)，2501版本</a:t>
            </a:r>
          </a:p>
          <a:p xmlns:a="http://schemas.openxmlformats.org/drawingml/2006/main">
            <a:r>
              <a:t>https://www.cs.ubc.ca/~tmm/talks/vad/2501-networks.pdf</a:t>
            </a:r>
          </a:p>
          <a:p xmlns:a="http://schemas.openxmlformats.org/drawingml/2006/main">
            <a:r>
              <a:t>定位：第2页节点与连接，已渲染查看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本页左侧为课程编写的GPT Image任务示例，右侧为人工核对用的PPT原生关系图；没有把右图当作模型输出。完整提示见prompt-packet。三个节点分别对应提示、作答过程与独立测验，两条虚线只是待验证的解释关系。尚无真实过程数据证明中介或因果关系，既有水平、练习时间、题目难度及实施差异仍需考虑。原稿中的DALL·E名称保留作时效说明：官方API下线记录列出dall-e-2和dall-e-3于2026-05-12移除，不推广成所有第三方入口也同时停止。当前官方图像指南用于GPT Image任务写法；本轮未调用该图像模型。示例供教学构思，投稿另查目标期刊对生成图像的规定。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2026课程所列Network Data (Ch9 revised)，2501版本</a:t>
            </a:r>
          </a:p>
          <a:p xmlns:a="http://schemas.openxmlformats.org/drawingml/2006/main">
            <a:r>
              <a:t>https://www.cs.ubc.ca/~tmm/talks/vad/2501-networks.pdf</a:t>
            </a:r>
          </a:p>
          <a:p xmlns:a="http://schemas.openxmlformats.org/drawingml/2006/main">
            <a:r>
              <a:t>定位：第2页节点与连接，已渲染查看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Image generation官方指南</a:t>
            </a:r>
          </a:p>
          <a:p xmlns:a="http://schemas.openxmlformats.org/drawingml/2006/main">
            <a:r>
              <a:t>https://developers.openai.com/api/docs/guides/image-generation</a:t>
            </a:r>
          </a:p>
          <a:p xmlns:a="http://schemas.openxmlformats.org/drawingml/2006/main">
            <a:r>
              <a:t>定位：2026-10-19查阅：生成与编辑、文本渲染和结构布局限制；未调用图像模型，不声称请求文字保证准确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Deprecations：DALL·E model snapshots</a:t>
            </a:r>
          </a:p>
          <a:p xmlns:a="http://schemas.openxmlformats.org/drawingml/2006/main">
            <a:r>
              <a:t>https://developers.openai.com/api/docs/deprecations</a:t>
            </a:r>
          </a:p>
          <a:p xmlns:a="http://schemas.openxmlformats.org/drawingml/2006/main">
            <a:r>
              <a:t>定位：2025-11-14条目：dall-e-2与dall-e-3 API于2026-05-12移除；不推断第三方入口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PPT中的图表原生可编辑，配套图保留PDF、PNG和SVG；技术路线附draw.io与SVG/PNG。图表嵌入工作簿是数值快照，不保留源表公式。修订后仍需按数据复算。PNG适合预览，矢量或原生对象适合后续调整，正式投稿须查目标期刊规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 Figures官方要求</a:t>
            </a:r>
          </a:p>
          <a:p xmlns:a="http://schemas.openxmlformats.org/drawingml/2006/main">
            <a:r>
              <a:t>https://journals.plos.org/plosone/s/figures</a:t>
            </a:r>
          </a:p>
          <a:p xmlns:a="http://schemas.openxmlformats.org/drawingml/2006/main">
            <a:r>
              <a:t>定位：2026-10-18核查Captions、Multi-panel Figures、Preparing Figures from Image Files；各刊要求不同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左侧是可复制的Midjourney提示，按官方Prompt Basics使用具体画面描述；--ar 16:9是画面宽高比，不是像素、清晰度或可编辑格式保证。英文意为左到右三个区：分步提示题单、作答修订、新题试卷，相邻区用细虚线，白底蓝绿配色并留出标签空间。中文标签和“教学假说示意，尚未取得机制证据”图注在编辑源中补全后仍需核对。模型可能画错连线、增加对象或拼错字；发现后按完整修改任务调整，不能仅写“高级一点”。配套revision_prompt给出保留对象、改虚线、删虚构成绩和修正文字的明确指令。核对流程为讲授方法，没有执行Midjourney、GPT Image或Nano Banana。图像文件通常不自动提供独立可编辑节点；定稿需保留原始输出、提示版本和PPT/draw.io文字与连接。数据图另用CSV脚本和原生图表复算，不让图像模型生成观测值。下一节将图表组织进论文正文、投稿与返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Midjourney Prompt Basics与Aspect Ratio</a:t>
            </a:r>
          </a:p>
          <a:p xmlns:a="http://schemas.openxmlformats.org/drawingml/2006/main">
            <a:r>
              <a:t>https://docs.midjourney.com/hc/en-us/articles/32023408776205-Prompt-Basics</a:t>
            </a:r>
          </a:p>
          <a:p xmlns:a="http://schemas.openxmlformats.org/drawingml/2006/main">
            <a:r>
              <a:t>定位：2026-10-19查阅短而具体的画面描述；--ar参数另见prompt-packet/参考资料.md；未操作Midjourney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Image generation官方指南</a:t>
            </a:r>
          </a:p>
          <a:p xmlns:a="http://schemas.openxmlformats.org/drawingml/2006/main">
            <a:r>
              <a:t>https://developers.openai.com/api/docs/guides/image-generation</a:t>
            </a:r>
          </a:p>
          <a:p xmlns:a="http://schemas.openxmlformats.org/drawingml/2006/main">
            <a:r>
              <a:t>定位：2026-10-19查阅：生成与编辑、文本渲染和结构布局限制；未调用图像模型，不声称请求文字保证准确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写作从研究问题和可核查材料开始。先形成主张与证据对应，再组织段落、选择适当期刊、检查提交材料。审稿后逐项回应，保留修改位置与仍未完成的工作。此处无真实投稿或评审，示例是公开数据教学稿。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University of Göttingen，Lorenz Glißmann，Scientific Writing and Structure Your Work，2026-01-08</a:t>
            </a:r>
          </a:p>
          <a:p xmlns:a="http://schemas.openxmlformats.org/drawingml/2006/main">
            <a:r>
              <a:t>https://hps.vi4io.org/_media/teaching/autumn_term_2025/bam/06-scientific-writing-and-structure-your-work.pdf</a:t>
            </a:r>
          </a:p>
          <a:p xmlns:a="http://schemas.openxmlformats.org/drawingml/2006/main">
            <a:r>
              <a:t>定位：PDF第4、8、9、16、19、21页已逐页渲染查看；印刷页码可能不同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用上一节数据逐条对应：146条及73/73来自过滤，4.62mm来自均值计算；因果与普遍外推没有相应设计证据。把证据缺口留在论证中，不靠修辞升级成发现。此图中的状态只反映本例材料。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定位：公开CSV、CC0及原始资料；数据哈希与实算结果见writing-packet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RaD是常见经验研究组织方式，分别对应Introduction、Methods、Results、Discussion。理论论文、方法论文和不同学科的组织会变化，需按论证和目标刊调整。哥廷根课件展示了不同计算机研究方向的差异，不能强套统一章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University of Göttingen，Lorenz Glißmann，Scientific Writing and Structure Your Work，2026-01-08</a:t>
            </a:r>
          </a:p>
          <a:p xmlns:a="http://schemas.openxmlformats.org/drawingml/2006/main">
            <a:r>
              <a:t>https://hps.vi4io.org/_media/teaching/autumn_term_2025/bam/06-scientific-writing-and-structure-your-work.pdf</a:t>
            </a:r>
          </a:p>
          <a:p xmlns:a="http://schemas.openxmlformats.org/drawingml/2006/main">
            <a:r>
              <a:t>定位：PDF第4、8、9、16、19、21页已逐页渲染查看；印刷页码可能不同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示例有三句：纳入146条、雌雄各73；均值与差异；说明本例未作因果推断。句子之间有证据关系，而非每句换一个宏大概念。用数字锚点连接方法与图。讲师可以与后续方法段落比较，分清结果和处理过程。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Broad Communication Lab，Journal Article: Results</a:t>
            </a:r>
          </a:p>
          <a:p xmlns:a="http://schemas.openxmlformats.org/drawingml/2006/main">
            <a:r>
              <a:t>https://mitcommlab.mit.edu/broad/commkit/journal-article-results/</a:t>
            </a:r>
          </a:p>
          <a:p xmlns:a="http://schemas.openxmlformats.org/drawingml/2006/main">
            <a:r>
              <a:t>定位：Decide on figures、organized results、claims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定位：公开CSV、CC0及原始资料；数据哈希与实算结果见writing-packet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本页中文摘要对应style-packet/abstract-en.txt英文教学改稿。左侧保留纳入范围、各组均值、差值、重抽样和条件区间；右侧原生均值图只帮助读数，不显示分布、误差线或显著性。英文改稿依据PLOS One Language与Abstract条目的部分要求：英文、不超过300词、不含引文、尽量避免缩写，说明目的、概括做法、主要结果及意义。没有将教学用途虚构为科研贡献。完整任务和逐句来源在style-packet；没有期刊审查或投稿。全文其他报告规范尚未逐项核对。本轮参考哥廷根原课件第8、19、21页的摘要、过度推断和简洁语言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University of Göttingen，Lorenz Glißmann，Scientific Writing and Structure Your Work，2026-01-08</a:t>
            </a:r>
          </a:p>
          <a:p xmlns:a="http://schemas.openxmlformats.org/drawingml/2006/main">
            <a:r>
              <a:t>https://hps.vi4io.org/_media/teaching/autumn_term_2025/bam/06-scientific-writing-and-structure-your-work.pdf</a:t>
            </a:r>
          </a:p>
          <a:p xmlns:a="http://schemas.openxmlformats.org/drawingml/2006/main">
            <a:r>
              <a:t>定位：PDF第4、8、9、16、19、21页已逐页渲染查看；印刷页码可能不同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 Submission Guidelines：Language与Abstract</a:t>
            </a:r>
          </a:p>
          <a:p xmlns:a="http://schemas.openxmlformats.org/drawingml/2006/main">
            <a:r>
              <a:t>https://journals.plos.org/plosone/s/submission-guidelines#loc-abstract</a:t>
            </a:r>
          </a:p>
          <a:p xmlns:a="http://schemas.openxmlformats.org/drawingml/2006/main">
            <a:r>
              <a:t>定位：2026-10-19读官方Language与Abstract：英文，摘要不超过300词，不放引文，尽量避免缩写，说明目的、做法、主要结果与意义。只核对示例涉及条目。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按领域背景、已有研究、当前问题、研究目标组织。Gorman2014是公开数据原研究；本例没有新颖性检索或新增采样，因此只提出教学分析问题，不声称填补空白。正式研究需要明确与既有工作的区别并提供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Broad Communication Lab，Journal Article: Introduction</a:t>
            </a:r>
          </a:p>
          <a:p xmlns:a="http://schemas.openxmlformats.org/drawingml/2006/main">
            <a:r>
              <a:t>https://mitcommlab.mit.edu/broad/commkit/journal-article-introduction/</a:t>
            </a:r>
          </a:p>
          <a:p xmlns:a="http://schemas.openxmlformats.org/drawingml/2006/main">
            <a:r>
              <a:t>定位：Structure/Background/Question等指导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Gorman KB, Williams TD, Fraser WR. Ecological Sexual Dimorphism and Environmental Variability within a Community of Antarctic Penguins (Genus Pygoscelis). PLOS ONE. 2014;9(3):e90081.</a:t>
            </a:r>
          </a:p>
          <a:p xmlns:a="http://schemas.openxmlformats.org/drawingml/2006/main">
            <a:r>
              <a:t>https://journals.plos.org/plosone/article?id=10.1371/journal.pone.0090081</a:t>
            </a:r>
          </a:p>
          <a:p xmlns:a="http://schemas.openxmlformats.org/drawingml/2006/main">
            <a:r>
              <a:t>定位：标题、作者、摘要、方法；本例二次计算不冒充原文结果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1记录原始344、Adelie152、所需列完整146，排除6条且未插补。M2写方向male减female、分组有放回10000次、种子20261018与linear分位点。未执行的方法、仪器和实验不写进已完成叙述。页面只保留方法段核心，完整参数在教学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定位：公开CSV、CC0及原始资料；数据哈希与实算结果见writing-packet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同一146条完整记录的5mm分箱频数。正文描述均值差4.62mm并指出分布重叠，不把两组记录当作同一个体前后测。未报告P值，也未通过图形判断显著性。完整统计量来自第7节实际计算并随本节保留证据副本。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Broad Communication Lab，Journal Article: Results</a:t>
            </a:r>
          </a:p>
          <a:p xmlns:a="http://schemas.openxmlformats.org/drawingml/2006/main">
            <a:r>
              <a:t>https://mitcommlab.mit.edu/broad/commkit/journal-article-results/</a:t>
            </a:r>
          </a:p>
          <a:p xmlns:a="http://schemas.openxmlformats.org/drawingml/2006/main">
            <a:r>
              <a:t>定位：Decide on figures、organized results、claims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定位：公开CSV、CC0及原始资料；数据哈希与实算结果见writing-packet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完整记录均值差出发，检查年份和岛屿组成、缺失机制、巢内依赖及总体定义。当前数据不能支持机制结论。提出未来采样与模型检查是下一步建议，不能写成已完成验证。图中分支只是解释路径，不是实证因果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Broad Communication Lab，Journal Article: Discussion</a:t>
            </a:r>
          </a:p>
          <a:p xmlns:a="http://schemas.openxmlformats.org/drawingml/2006/main">
            <a:r>
              <a:t>https://mitcommlab.mit.edu/broad/commkit/journal-article-discussion/</a:t>
            </a:r>
          </a:p>
          <a:p xmlns:a="http://schemas.openxmlformats.org/drawingml/2006/main">
            <a:r>
              <a:t>定位：interpretation、context、limitations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原段落故意设置显著优于、证明决定和推广价值等问题，明确不作为事实。修订后保留对象与均值差，删除未经检验的显著性、价值排序与因果表述。Humanizer不改变真实数字，也不以规避检测为目标。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University of Göttingen，Lorenz Glißmann，Scientific Writing and Structure Your Work，2026-01-08</a:t>
            </a:r>
          </a:p>
          <a:p xmlns:a="http://schemas.openxmlformats.org/drawingml/2006/main">
            <a:r>
              <a:t>https://hps.vi4io.org/_media/teaching/autumn_term_2025/bam/06-scientific-writing-and-structure-your-work.pdf</a:t>
            </a:r>
          </a:p>
          <a:p xmlns:a="http://schemas.openxmlformats.org/drawingml/2006/main">
            <a:r>
              <a:t>定位：PDF第4、8、9、16、19、21页已逐页渲染查看；印刷页码可能不同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Gorman2014真实论文为例，标题、作者和DOI可以确认身份；要支持关于采样、对象和结论的具体句子，还需回到摘要、方法与结果相应位置。当前课程二次分析的4.62mm来自自己的计算，不归到原文名下。模型返回的DOI不能直接当作核验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Gorman KB, Williams TD, Fraser WR. Ecological Sexual Dimorphism and Environmental Variability within a Community of Antarctic Penguins (Genus Pygoscelis). PLOS ONE. 2014;9(3):e90081.</a:t>
            </a:r>
          </a:p>
          <a:p xmlns:a="http://schemas.openxmlformats.org/drawingml/2006/main">
            <a:r>
              <a:t>https://journals.plos.org/plosone/article?id=10.1371/journal.pone.0090081</a:t>
            </a:r>
          </a:p>
          <a:p xmlns:a="http://schemas.openxmlformats.org/drawingml/2006/main">
            <a:r>
              <a:t>定位：标题、作者、摘要、方法；本例二次计算不冒充原文结果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示示例：只根据附带CSV计算记录和研究说明写方法与结果；保留数字、单位和条件，未知信息列出；每段标注所用材料位置，不补造实验、文献或显著性。Harness承接材料版本、执行记录与核对规则，在写作任务中仍由研究者判断主张。此页为方法框架，未冒充云端执行截图。</a:t>
            </a:r>
          </a:p>
          <a:p xmlns:a="http://schemas.openxmlformats.org/drawingml/2006/main">
            <a:r>
              <a:t>ICMJE医学期刊建议AI不能署为作者，作者承担准确性等责任，并按要求披露AI用途。不得把该建议当成所有学科完全一致的规定。记录真实工具名称和版本、日期、任务、输入输出及人工核查；不补填本来没有保存的版本号。语言修订不能取消披露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ICMJE，Use of AI by Authors</a:t>
            </a:r>
          </a:p>
          <a:p xmlns:a="http://schemas.openxmlformats.org/drawingml/2006/main">
            <a:r>
              <a:t>https://icmje.org/recommendations/browse/artificial-intelligence/ai-use-by-authors.html</a:t>
            </a:r>
          </a:p>
          <a:p xmlns:a="http://schemas.openxmlformats.org/drawingml/2006/main">
            <a:r>
              <a:t>定位：2026-10-18核查；医学期刊建议，具体采用以目标刊规定为准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是可以直接使用的中文任务，实际改稿、原摘要、逐句事实依据和差异文件均位于style-packet。讲师先打开官方Language与Abstract条目，再读任务中哪些部分来自期刊，哪些来自本例材料。300个英文词是上限，不必凑足；不能改成300个汉字。右侧流程说明：官方格式要求与原摘要事实一同约束改稿，输出后再回查英文词数、引文、保留的数字与限定。案例有本轮Codex实际改稿，但没有外部期刊或模型服务运行截图。选刊还须判断范围、研究贡献、文章类型与数据报告要求；本教学复算稿没有取得投稿适格性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 Submission Guidelines：Language与Abstract</a:t>
            </a:r>
          </a:p>
          <a:p xmlns:a="http://schemas.openxmlformats.org/drawingml/2006/main">
            <a:r>
              <a:t>https://journals.plos.org/plosone/s/submission-guidelines#loc-abstract</a:t>
            </a:r>
          </a:p>
          <a:p xmlns:a="http://schemas.openxmlformats.org/drawingml/2006/main">
            <a:r>
              <a:t>定位：2026-10-19读官方Language与Abstract：英文，摘要不超过300词，不放引文，尽量避免缩写，说明目的、做法、主要结果与意义。只核对示例涉及条目。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One，Criteria for Publication</a:t>
            </a:r>
          </a:p>
          <a:p xmlns:a="http://schemas.openxmlformats.org/drawingml/2006/main">
            <a:r>
              <a:t>https://journals.plos.org/plosone/s/criteria-for-publication</a:t>
            </a:r>
          </a:p>
          <a:p xmlns:a="http://schemas.openxmlformats.org/drawingml/2006/main">
            <a:r>
              <a:t>定位：2026-10-18核查：original research、supported conclusions、reporting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以PLOS One官方指南说明文件核对。本例主稿、图表与计算记录均对应146条完整记录、雄减雌4.62毫米；数据来源含344条，Adelie 152条，再排除6条缺失。本页的数字是本例实际材料，作者贡献、伦理与同意没有补填，也没有真实投稿。正式材料还应核对目标刊对图表、数据、声明和投稿信的具体规定。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One，Submission Guidelines</a:t>
            </a:r>
          </a:p>
          <a:p xmlns:a="http://schemas.openxmlformats.org/drawingml/2006/main">
            <a:r>
              <a:t>https://journals.plos.org/plosone/s/submission-guidelines</a:t>
            </a:r>
          </a:p>
          <a:p xmlns:a="http://schemas.openxmlformats.org/drawingml/2006/main">
            <a:r>
              <a:t>定位：2026-10-18核查Manuscript Organization、Cover letter、Abstract；具体期刊示例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按PLOS One官网转述初检、编辑评估、外审、编辑决定及修订。送审不等于接受；审稿意见是编辑判断的重要输入，决定由编辑作出。不同期刊阶段命名不同，不照搬为所有期刊同一状态机。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One，Editorial and Peer Review Process</a:t>
            </a:r>
          </a:p>
          <a:p xmlns:a="http://schemas.openxmlformats.org/drawingml/2006/main">
            <a:r>
              <a:t>https://journals.plos.org/plosone/s/editorial-and-peer-review-process</a:t>
            </a:r>
          </a:p>
          <a:p xmlns:a="http://schemas.openxmlformats.org/drawingml/2006/main">
            <a:r>
              <a:t>定位：Initial Checks、Editorial Review、Decisions、Revisions、Appeals，2026-10-18核查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模拟三条意见对应材料已补全、表述已修改和新增样本未完成。把意见拆为可执行动作并设证据位置。不是每项都能靠改写完成；需要新研究时如实保留状态，不把未来计划说成完成。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本页将R1.1改为可编辑筛选流程：原始344条，限定Adelie 152条，排除性别或鳍长缺失6条，纳入146条，雌雄各73条。正文[M1]还记录排除行号5、10、11、12、13、49，包含表头且不是个体ID。逐条回复与Word清稿使用相同段落编号。材料来自实际公开表过滤；模拟审稿意见没有来自期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One，Revising Your Manuscript</a:t>
            </a:r>
          </a:p>
          <a:p xmlns:a="http://schemas.openxmlformats.org/drawingml/2006/main">
            <a:r>
              <a:t>https://journals.plos.org/plosone/s/revising-your-manuscript</a:t>
            </a:r>
          </a:p>
          <a:p xmlns:a="http://schemas.openxmlformats.org/drawingml/2006/main">
            <a:r>
              <a:t>定位：Submission Instructions：逐条回复、标记稿与清稿，2026-10-18核查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模拟R1.2针对性别决定鳍长。实际删除原稿中的证明决定、普遍规律和生长机制，R1保留4.62mm描述，D1加入范围限制。回复同时指出修改与未做的研究，避免把删除强结论说成增加实证证据。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模拟R2.1要求新增样本和巢内相关验证。本轮未完成这些研究，L1已明示。回复不保证编辑接受现有范围，研究目标若要求该证据，就需要补材料或调整研究。不是所有分歧都能靠措辞解决。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本页根据PLOS One Revising Your Manuscript的Submission Instructions讲三份材料。writing-packet/word-r1现有三份实际可编辑Word：逐条审稿回复、修订稿_改动标记、修订稿_清稿。标记稿由实际r0与r1逐段比较，红色删除线与绿色下划线表示增删，未使用Word Track Changes。独立程序从DOCX的实际颜色、删除线和下划线还原r0/r1文字，核对清稿与回复锚点。页面用缩略句说明R1.2对应关系，完整文字以Word和Markdown为准。模拟意见R2.1仍是新增研究未完成；格式文件齐备不等于研究通过或可正式投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One，Revising Your Manuscript</a:t>
            </a:r>
          </a:p>
          <a:p xmlns:a="http://schemas.openxmlformats.org/drawingml/2006/main">
            <a:r>
              <a:t>https://journals.plos.org/plosone/s/revising-your-manuscript</a:t>
            </a:r>
          </a:p>
          <a:p xmlns:a="http://schemas.openxmlformats.org/drawingml/2006/main">
            <a:r>
              <a:t>定位：Submission Instructions：逐条回复、标记稿与清稿，2026-10-18核查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流程区分范围不符、方法证据不足和事实争议；更换期刊不能修复研究缺陷。申诉仅在符合目标刊程序且有材料时考虑。PLOS One申诉期间稿件仍在正式考虑中，不另投。这里没有替用户投稿、申诉或发送信件。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One，Editorial and Peer Review Process</a:t>
            </a:r>
          </a:p>
          <a:p xmlns:a="http://schemas.openxmlformats.org/drawingml/2006/main">
            <a:r>
              <a:t>https://journals.plos.org/plosone/s/editorial-and-peer-review-process</a:t>
            </a:r>
          </a:p>
          <a:p xmlns:a="http://schemas.openxmlformats.org/drawingml/2006/main">
            <a:r>
              <a:t>定位：Initial Checks、Editorial Review、Decisions、Revisions、Appeals，2026-10-18核查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交付公开CSV及来源哈希、实算证据、r0故意错误原稿、r1修订稿、真实差异、三条模拟意见和回复矩阵。本轮还提供Word清稿、彩色增删标记稿和逐条回复，文件哈希与段落对应关系在word-r1/export-manifest.json。R1.1、R1.2已改文字，R2.1新增研究未完成。材料齐备不代表全文投稿合规。下一节进入基金申报与Grant Agent。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本节先讲申报论证，再看本地材料流程。公开规定按2026年国自然示例讲解；贯穿研究设计和12个月安排为课程模拟，未实施、未投稿。Agent承担资料整理与文件检查的范围另行标明。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Mitchell S. V. Elkind，Grant Writing，NIH StrokeNet，2026-09-10</a:t>
            </a:r>
          </a:p>
          <a:p xmlns:a="http://schemas.openxmlformats.org/drawingml/2006/main">
            <a:r>
              <a:t>https://nihstrokenet.org/docs/default-source/default-document-library/elkind-grant-writing-9-10-26.pdf?sfvrsn=0</a:t>
            </a:r>
          </a:p>
          <a:p xmlns:a="http://schemas.openxmlformats.org/drawingml/2006/main">
            <a:r>
              <a:t>定位：PDF物理页21、27、29、36、40、51已逐页查看；仅参考研究论证、可检验性、风险与讲授组织，不搬用NIH制度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国家自然科学基金委，关注！！！2026年申请书改版，2025-12-30</a:t>
            </a:r>
          </a:p>
          <a:p xmlns:a="http://schemas.openxmlformats.org/drawingml/2006/main">
            <a:r>
              <a:t>https://www.nsfc.gov.cn/p1/3381/2821/99242.html</a:t>
            </a:r>
          </a:p>
          <a:p xmlns:a="http://schemas.openxmlformats.org/drawingml/2006/main">
            <a:r>
              <a:t>定位：正文三部分、研究内容组织与原则上30页；仅面上与青年C类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央部门、省部级、地方和校内项目不构成统一的填报制度。分别查资助范围、资格、限项、期限、预算方式和正式模板。本页仅讲核对方法，不提供未核验的省级年龄或经费规定。国自然仅作为有官方依据的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2025年12月30日官方改版说明：立项依据、研究内容、研究基础。研究内容不预设固定提纲，按自身研究逻辑组织。正文原则上不超过30页。适用范围限上述两类，不能推到所有基金；页数需对最终排版核对。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国家自然科学基金委，关注！！！2026年申请书改版，2025-12-30</a:t>
            </a:r>
          </a:p>
          <a:p xmlns:a="http://schemas.openxmlformats.org/drawingml/2006/main">
            <a:r>
              <a:t>https://www.nsfc.gov.cn/p1/3381/2821/99242.html</a:t>
            </a:r>
          </a:p>
          <a:p xmlns:a="http://schemas.openxmlformats.org/drawingml/2006/main">
            <a:r>
              <a:t>定位：正文三部分、研究内容组织与原则上30页；仅面上与青年C类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2026年1月14日通告一（二）8：人工核实生成信息和参考文献，全面如实声明使用情况并标识；不得使用生成式AI直接生成的申请书，不得用未核实生成内容。Humanizer语言修改不能替代核验、声明或研究者本人写作。此要求直接改变演示成果的使用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以真实通告的模板、研究基础和AI要求建立人工提取记录。提取不等于取得申报资格。记录来源条款和核查日期，正式模板没有取得时仍保留缺口。课程guide.json另为模拟规则，不混用为官方文件。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国家自然科学基金委，关注！！！2026年申请书改版，2025-12-30</a:t>
            </a:r>
          </a:p>
          <a:p xmlns:a="http://schemas.openxmlformats.org/drawingml/2006/main">
            <a:r>
              <a:t>https://www.nsfc.gov.cn/p1/3381/2821/99242.html</a:t>
            </a:r>
          </a:p>
          <a:p xmlns:a="http://schemas.openxmlformats.org/drawingml/2006/main">
            <a:r>
              <a:t>定位：正文三部分、研究内容组织与原则上30页；仅面上与青年C类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研究者论文须核对实际署名与贡献；现有数据说明获取方式与处理；实验条件和合作承诺要有证明。公开论文支持研究背景，不能直接证明申请人做过实验。当前示例没有申请人真实材料，基础部分保留缺口。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研究情境设为大学入门统计课程。比较同一模型下完整解答和先写思路再获得下一步提示；主要关注一周后无AI新题测验。该问题、对象和研究安排为教学模拟，不声称已招募学生、获批伦理或通过创新性判断。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Bastani等2025年PNAS研究来自高中数学情境，比较不同AI辅导条件，并设置无辅助测验。已读作者公开版Experimental Design。这里仅转述研究设计，不引用效果数字，也不将高中结果直接推广到大学。正式立项需继续核对最终版、勘误和相关文献；当前未完成全面检索。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Bastani等，Generative AI without guardrails can harm learning: Evidence from high school mathematics，PNAS 2025，10.1073/pnas.2422633122</a:t>
            </a:r>
          </a:p>
          <a:p xmlns:a="http://schemas.openxmlformats.org/drawingml/2006/main">
            <a:r>
              <a:t>https://hamsabastani.github.io/education_llm.pdf</a:t>
            </a:r>
          </a:p>
          <a:p xmlns:a="http://schemas.openxmlformats.org/drawingml/2006/main">
            <a:r>
              <a:t>定位：作者公开版Experimental Design（PDF第4—6页及相邻说明），仅转述比较条件与无辅助测量，不使用效果数字。另查到勘误10.1073/pnas.2518204122元数据，勘误全文未读取；不声称已完成最终版与勘误的完整核验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科学问题为提示方式与独立解题关系。目标具体到比较表现并检查过程。内容包括材料预试、辅导比较、独立测验和过程解释。讲这些名词是为使论证清楚，并不把2026国自然研究内容重新固定成旧式小标题。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国家自然科学基金委，关注！！！2026年申请书改版，2025-12-30</a:t>
            </a:r>
          </a:p>
          <a:p xmlns:a="http://schemas.openxmlformats.org/drawingml/2006/main">
            <a:r>
              <a:t>https://www.nsfc.gov.cn/p1/3381/2821/99242.html</a:t>
            </a:r>
          </a:p>
          <a:p xmlns:a="http://schemas.openxmlformats.org/drawingml/2006/main">
            <a:r>
              <a:t>定位：正文三部分、研究内容组织与原则上30页；仅面上与青年C类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预试检查题目和评分一致性；比较研究记录独立测验；过程分析检查尝试与求助、修正。每项应有自己的可解释产物，避免一个预期效应不出现，其他研究全部无法进行。未设定具体样本量和提升比例。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Mitchell S. V. Elkind，Grant Writing，NIH StrokeNet，2026-09-10</a:t>
            </a:r>
          </a:p>
          <a:p xmlns:a="http://schemas.openxmlformats.org/drawingml/2006/main">
            <a:r>
              <a:t>https://nihstrokenet.org/docs/default-source/default-document-library/elkind-grant-writing-9-10-26.pdf?sfvrsn=0</a:t>
            </a:r>
          </a:p>
          <a:p xmlns:a="http://schemas.openxmlformats.org/drawingml/2006/main">
            <a:r>
              <a:t>定位：PDF物理页21、27、29、36、40、51已逐页查看；仅参考研究论证、可检验性、风险与讲授组织，不搬用NIH制度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虚线表示课程假说，不能作已证实机制图。过程指标与测验间的相关可能还受既有水平、投入时间、教师实施等因素影响；即使随机分配提示条件，也不能自动把过程中介变量解释成因果机制。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与Section 6 s6-r5方案保持同一比较：分步提示与完整解答，练习后一周的5道无AI新题为主要测量，各0至20分、总分0至100分。题目效度、评分规则、分配单位和独立性待核。先前每组50人的容量例子只基于假设差异6分、标准差10分及90%保留率，不能直接填成实际申报人数；本节没有据此补造样本依据或审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Mitchell S. V. Elkind，Grant Writing，NIH StrokeNet，2026-09-10</a:t>
            </a:r>
          </a:p>
          <a:p xmlns:a="http://schemas.openxmlformats.org/drawingml/2006/main">
            <a:r>
              <a:t>https://nihstrokenet.org/docs/default-source/default-document-library/elkind-grant-writing-9-10-26.pdf?sfvrsn=0</a:t>
            </a:r>
          </a:p>
          <a:p xmlns:a="http://schemas.openxmlformats.org/drawingml/2006/main">
            <a:r>
              <a:t>定位：PDF物理页21、27、29、36、40、51已逐页查看；仅参考研究论证、可检验性、风险与讲授组织，不搬用NIH制度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图与Section 8 s8-r6及Section 6 s6-r5拟议方案对应。PPT的8个节点、8条连接读取grant-packet/diagrams/route.json；同目录保留draw.io、SVG及实际PNG，Word嵌入同一PNG。材料未齐时的返工另见decision.json及Word图2；不凭空填标准或通过结论。技术路线箭头表示工作次序和后续测量，不是因果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有高中数学研究已比较不同辅导设计，因此不能笼统把AI辅导、分步提示或独立测验本身称为首次。大学统计情境不同可提出比较问题，但换对象本身不证明科学创新。需要系统查相关研究并形成具体差异及价值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Mitchell S. V. Elkind，Grant Writing，NIH StrokeNet，2026-09-10</a:t>
            </a:r>
          </a:p>
          <a:p xmlns:a="http://schemas.openxmlformats.org/drawingml/2006/main">
            <a:r>
              <a:t>https://nihstrokenet.org/docs/default-source/default-document-library/elkind-grant-writing-9-10-26.pdf?sfvrsn=0</a:t>
            </a:r>
          </a:p>
          <a:p xmlns:a="http://schemas.openxmlformats.org/drawingml/2006/main">
            <a:r>
              <a:t>定位：PDF物理页21、27、29、36、40、51已逐页查看；仅参考研究论证、可检验性、风险与讲授组织，不搬用NIH制度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Bastani等，Generative AI without guardrails can harm learning: Evidence from high school mathematics，PNAS 2025，10.1073/pnas.2422633122</a:t>
            </a:r>
          </a:p>
          <a:p xmlns:a="http://schemas.openxmlformats.org/drawingml/2006/main">
            <a:r>
              <a:t>https://hamsabastani.github.io/education_llm.pdf</a:t>
            </a:r>
          </a:p>
          <a:p xmlns:a="http://schemas.openxmlformats.org/drawingml/2006/main">
            <a:r>
              <a:t>定位：作者公开版Experimental Design（PDF第4—6页及相邻说明），仅转述比较条件与无辅助测量，不使用效果数字。另查到勘误10.1073/pnas.2518204122元数据，勘误全文未读取；不声称已完成最终版与勘误的完整核验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公开研究和可下载数据不是申请人前期工作。前期论文需说明本人贡献及与关键任务的关系；设备、课程准入、合作分工需实际材料支持。本教学例缺这些材料，不能写已有成熟系统、显著效果或充分条件。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提示规则不稳定先修订与重试；退出或缺失需记录原因并按预定分析方案处理；不能分组时考虑调整目标，但观察性记录不能沿用随机比较的因果解释。具体门槛要依据预试与方案，不随意给出80%或90%。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Mitchell S. V. Elkind，Grant Writing，NIH StrokeNet，2026-09-10</a:t>
            </a:r>
          </a:p>
          <a:p xmlns:a="http://schemas.openxmlformats.org/drawingml/2006/main">
            <a:r>
              <a:t>https://nihstrokenet.org/docs/default-source/default-document-library/elkind-grant-writing-9-10-26.pdf?sfvrsn=0</a:t>
            </a:r>
          </a:p>
          <a:p xmlns:a="http://schemas.openxmlformats.org/drawingml/2006/main">
            <a:r>
              <a:t>定位：PDF物理页21、27、29、36、40、51已逐页查看；仅参考研究论证、可检验性、风险与讲授组织，不搬用NIH制度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模拟12个月，安排1—3月材料和准入、4—5月预试、6—9月实施与测量、10—12月分析归档。任务按前置条件推进，不能机械以月份宣布伦理或预试已通过。国自然研究期限由系统按类别生成，此模拟期限不作为填写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通告明确青年A、B、C类等实行包干制，申请时无需编制预算；其余类型按规定预算制编报。本页说明教学研究的资源测算逻辑：任务、用量、价格依据和费用归属；未编造报价或项目总额。资源安排不能把包干理解为不需要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以下完整段落为课程模拟：比较提示方式与独立解题；两种辅导条件；过程记录与无AI新题；结果用于判断条件差异而非承诺提升。已完成与拟开展分开写。正式摘要字数和字段按当年系统，不凭旧模板预设。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原句故意设置国际领先、全面揭示与大幅提升，均无证据。改句仅说明准备比较的提示方式和无AI测验。语言清楚不意味着材料真实或新颖性已通过，不通过润色掩盖缺失信息。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ness在此指任务运行时保留输入、步骤、来源和错误记录的规则。讲授时沿实际文件读取：guide.json与教学模板，grant.json中的既有段落，diagrams中的研究路线，mapping和evidence-ledger，最终Word及issues。运行器能核对结构、映射和来源标识并写出文件；不能凭来源ID判断文献支持度，也没有自动判断科学创新或可行性。程序一次执行到草稿和问题清单写出，没有逐节点审批；正式申报职责另按官方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本节实际文件流程与执行记录</a:t>
            </a:r>
          </a:p>
          <a:p xmlns:a="http://schemas.openxmlformats.org/drawingml/2006/main">
            <a:r>
              <a:t>local:training/section-10/execution-evidence.json</a:t>
            </a:r>
          </a:p>
          <a:p xmlns:a="http://schemas.openxmlformats.org/drawingml/2006/main">
            <a:r>
              <a:t>定位：run_demo.py、runtime-snapshot/local_workflow.py、grant-packet/output/run.json；无外部模型调用，无科学核验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T1对应问题假说、T2对应比较与测量、T3对应来源和缺口。真实来自本次grant.json和mapping.json，课程规则不是国自然评分表。脚本只核对映射字段与引用标识有效，不证明假说正确或评价设计充分。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本节实际文件流程与执行记录</a:t>
            </a:r>
          </a:p>
          <a:p xmlns:a="http://schemas.openxmlformats.org/drawingml/2006/main">
            <a:r>
              <a:t>local:training/section-10/execution-evidence.json</a:t>
            </a:r>
          </a:p>
          <a:p xmlns:a="http://schemas.openxmlformats.org/drawingml/2006/main">
            <a:r>
              <a:t>定位：run_demo.py、runtime-snapshot/local_workflow.py、grant-packet/output/run.json；无外部模型调用，无科学核验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重新执行run_demo.py，真实读取guide.json、grant.json、自编模板及两幅路线PNG，完成结构核对、现成段落填充、路线嵌入与记录写出。run.json保存输入、指南、模板、图和Word哈希及时间事件，状态draft_review_required；external_model_called=false，scientific_validation=not_performed。四项异常也重新实际运行，保存实际失败日志。研究设想由课程编写，无模型自主研究、检索或真实云端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本节实际文件流程与执行记录</a:t>
            </a:r>
          </a:p>
          <a:p xmlns:a="http://schemas.openxmlformats.org/drawingml/2006/main">
            <a:r>
              <a:t>local:training/section-10/execution-evidence.json</a:t>
            </a:r>
          </a:p>
          <a:p xmlns:a="http://schemas.openxmlformats.org/drawingml/2006/main">
            <a:r>
              <a:t>定位：run_demo.py、runtime-snapshot/local_workflow.py、grant-packet/output/run.json；无外部模型调用，无科学核验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_demo.py另执行4个负例，每个都调用实际文件流程；不是手工拼接失败日志。检查实际错误和期望一致。旧文件流程的final签核控制只属于该导出接口，不泛化为所有网页流程逐节点审批。负例不证明系统抵御所有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本节实际文件流程与执行记录</a:t>
            </a:r>
          </a:p>
          <a:p xmlns:a="http://schemas.openxmlformats.org/drawingml/2006/main">
            <a:r>
              <a:t>local:training/section-10/execution-evidence.json</a:t>
            </a:r>
          </a:p>
          <a:p xmlns:a="http://schemas.openxmlformats.org/drawingml/2006/main">
            <a:r>
              <a:t>定位：run_demo.py、runtime-snapshot/local_workflow.py、grant-packet/output/run.json；无外部模型调用，无科学核验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来自本轮实际生成Word首页。正文有立项依据、研究内容、研究基础，来源与未决问题另列，最后附路线及材料核对图。两幅图的PNG实际嵌入DOCX并与源文件哈希比对，编辑源draw.io和SVG随包。Word中的图是嵌入图片，PPT图和draw.io/SVG可分别编辑。自编模板非官方模板，研究尚未实施，稿件仅用于教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本节实际文件流程与执行记录</a:t>
            </a:r>
          </a:p>
          <a:p xmlns:a="http://schemas.openxmlformats.org/drawingml/2006/main">
            <a:r>
              <a:t>local:training/section-10/execution-evidence.json</a:t>
            </a:r>
          </a:p>
          <a:p xmlns:a="http://schemas.openxmlformats.org/drawingml/2006/main">
            <a:r>
              <a:t>定位：run_demo.py、runtime-snapshot/local_workflow.py、grant-packet/output/run.json；无外部模型调用，无科学核验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检查当期类别与模板、研究逻辑、事实和引用、基础与贡献、伦理授权、其他项目及预算要求、AI使用声明。程序只能覆盖明确规则。保存最终版本并按系统提交，Agent不代签、不伪造单位审批。下一节专利挖掘与交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本节围绕离心机检测案例，展示公开专利和课程设想的区别。发明挖掘从实际技术问题、方案和证据出发。交底材料供发明人与单位、代理专业人员沟通，不自动成为申请文件或授权结论。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WIPO，PCT Seminar Presentation，Updated Compilation March 2025</a:t>
            </a:r>
          </a:p>
          <a:p xmlns:a="http://schemas.openxmlformats.org/drawingml/2006/main">
            <a:r>
              <a:t>https://www.wipo.int/pct/en/docs/pct-seminar.pdf</a:t>
            </a:r>
          </a:p>
          <a:p xmlns:a="http://schemas.openxmlformats.org/drawingml/2006/main">
            <a:r>
              <a:t>定位：已查看PDF物理页16、24、94、96；采用24说明书组织、94检索范围记录、96意见非最终授权的区分，不照搬外国程序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中华人民共和国专利法（2020年修正），国家知识产权局原文</a:t>
            </a:r>
          </a:p>
          <a:p xmlns:a="http://schemas.openxmlformats.org/drawingml/2006/main">
            <a:r>
              <a:t>https://www.cnipa.gov.cn/art/2020/11/23/art_97_155167.html</a:t>
            </a:r>
          </a:p>
          <a:p xmlns:a="http://schemas.openxmlformats.org/drawingml/2006/main">
            <a:r>
              <a:t>定位：2026-10-18核查相关条款，未对具体方案作法律判断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课程自编离心机监测交底教学材料</a:t>
            </a:r>
          </a:p>
          <a:p xmlns:a="http://schemas.openxmlformats.org/drawingml/2006/main">
            <a:r>
              <a:t>local:training/section-11/patent-packet/patent.json</a:t>
            </a:r>
          </a:p>
          <a:p xmlns:a="http://schemas.openxmlformats.org/drawingml/2006/main">
            <a:r>
              <a:t>定位：方案、追问、实施细节及缺口；不是申请人发明成果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专利法第二条说明发明是产品、方法或改进的技术方案；第22条规定新颖性、创造性、实用性；第26条说明充分公开和权利要求以说明书为依据；第64条保护范围以权利要求为准。交底书不是法定申请文件的替代物。发明、实用新型、外观设计对象不同，须依具体成果选择，AI不能直接判断所属类型或授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中华人民共和国专利法（2020年修正），国家知识产权局原文</a:t>
            </a:r>
          </a:p>
          <a:p xmlns:a="http://schemas.openxmlformats.org/drawingml/2006/main">
            <a:r>
              <a:t>https://www.cnipa.gov.cn/art/2020/11/23/art_97_155167.html</a:t>
            </a:r>
          </a:p>
          <a:p xmlns:a="http://schemas.openxmlformats.org/drawingml/2006/main">
            <a:r>
              <a:t>定位：2026-10-18核查相关条款，未对具体方案作法律判断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WIPO，PCT Seminar Presentation，Updated Compilation March 2025</a:t>
            </a:r>
          </a:p>
          <a:p xmlns:a="http://schemas.openxmlformats.org/drawingml/2006/main">
            <a:r>
              <a:t>https://www.wipo.int/pct/en/docs/pct-seminar.pdf</a:t>
            </a:r>
          </a:p>
          <a:p xmlns:a="http://schemas.openxmlformats.org/drawingml/2006/main">
            <a:r>
              <a:t>定位：已查看PDF物理页16、24、94、96；采用24说明书组织、94检索范围记录、96意见非最终授权的区分，不照搬外国程序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O原文EP4636367A1，2025年10月22日公开。第17页图2包含样品处理部件、驱动、振动传感器和处理器。第14页权利要求1、3、4依次涉及至少两个自由度数据、训练模型及特征表示；第15页权利要求11涉及依据运行状态停止设备。本页只解释公开内容，不确认当前法律状态或据此分析侵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EP4636367A1，Vibration detection in a laboratory instrument，公开日2025-10-22</a:t>
            </a:r>
          </a:p>
          <a:p xmlns:a="http://schemas.openxmlformats.org/drawingml/2006/main">
            <a:r>
              <a:t>https://data.epo.org/publication-server/rest/v1.2/publication-dates/2025-10-22/patents/EP4636367NWA1/document.pdf</a:t>
            </a:r>
          </a:p>
          <a:p xmlns:a="http://schemas.openxmlformats.org/drawingml/2006/main">
            <a:r>
              <a:t>定位：PDF第1页元数据，第14至15页权利要求1、3、4、11，第17页图2，说明书[0035]；附图仅作公开技术阅读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本次实际网络检索centrifuge imbalance sensor controller stop，找到US7255669B2及EP4636367A1。后者有EPO原文；前者读取Google Patents的授权文献说明书、权利要求与公开日期。检索非查全，未系统覆盖全部数据库、同族、引证和法律状态。分类B04B9/14来自EP首页，可作为扩展线索。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EP4636367A1，Vibration detection in a laboratory instrument，公开日2025-10-22</a:t>
            </a:r>
          </a:p>
          <a:p xmlns:a="http://schemas.openxmlformats.org/drawingml/2006/main">
            <a:r>
              <a:t>https://data.epo.org/publication-server/rest/v1.2/publication-dates/2025-10-22/patents/EP4636367NWA1/document.pdf</a:t>
            </a:r>
          </a:p>
          <a:p xmlns:a="http://schemas.openxmlformats.org/drawingml/2006/main">
            <a:r>
              <a:t>定位：PDF第1页元数据，第14至15页权利要求1、3、4、11，第17页图2，说明书[0035]；附图仅作公开技术阅读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US7255669B2，Centrifuge with imbalance detector，文献公布日2007-08-14</a:t>
            </a:r>
          </a:p>
          <a:p xmlns:a="http://schemas.openxmlformats.org/drawingml/2006/main">
            <a:r>
              <a:t>https://patents.google.com/patent/US7255669B2/en</a:t>
            </a:r>
          </a:p>
          <a:p xmlns:a="http://schemas.openxmlformats.org/drawingml/2006/main">
            <a:r>
              <a:t>定位：Google Patents承载公开专利原文；读取说明书FIG7步骤与权利要求15；未核实当前法律状态，不作实施自由结论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WIPO，PCT Seminar Presentation，Updated Compilation March 2025</a:t>
            </a:r>
          </a:p>
          <a:p xmlns:a="http://schemas.openxmlformats.org/drawingml/2006/main">
            <a:r>
              <a:t>https://www.wipo.int/pct/en/docs/pct-seminar.pdf</a:t>
            </a:r>
          </a:p>
          <a:p xmlns:a="http://schemas.openxmlformats.org/drawingml/2006/main">
            <a:r>
              <a:t>定位：已查看PDF物理页16、24、94、96；采用24说明书组织、94检索范围记录、96意见非最终授权的区分，不照搬外国程序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重读US7255669B2完整权利要求15，补上机架、阻尼支撑、驱动与转动件，以及超幅振动造成部件接触并检测冲击的结构限定。该项是独立权利要求；表中只是已读部分，不是完整保护范围解释。EP权利要求1不要求必须采用机器学习，权3引用前项并加训练模型，权4引用3并加特征表示，权11引用前述任一项并增加停止操作，不能说所有权11组合都要求训练模型。未作法律状态、侵权或专利性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EP4636367A1，Vibration detection in a laboratory instrument，公开日2025-10-22</a:t>
            </a:r>
          </a:p>
          <a:p xmlns:a="http://schemas.openxmlformats.org/drawingml/2006/main">
            <a:r>
              <a:t>https://data.epo.org/publication-server/rest/v1.2/publication-dates/2025-10-22/patents/EP4636367NWA1/document.pdf</a:t>
            </a:r>
          </a:p>
          <a:p xmlns:a="http://schemas.openxmlformats.org/drawingml/2006/main">
            <a:r>
              <a:t>定位：PDF第1页元数据，第14至15页权利要求1、3、4、11，第17页图2，说明书[0035]；附图仅作公开技术阅读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US7255669B2，Centrifuge with imbalance detector，文献公布日2007-08-14</a:t>
            </a:r>
          </a:p>
          <a:p xmlns:a="http://schemas.openxmlformats.org/drawingml/2006/main">
            <a:r>
              <a:t>https://patents.google.com/patent/US7255669B2/en</a:t>
            </a:r>
          </a:p>
          <a:p xmlns:a="http://schemas.openxmlformats.org/drawingml/2006/main">
            <a:r>
              <a:t>定位：Google Patents承载公开专利原文；读取说明书FIG7步骤与权利要求15；未核实当前法律状态，不作实施自由结论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拟讨论传感器丢帧或饱和时的有效性检查；这只是追问方向，未核验是否已有公开，不称新发明点。追问安装位置和连接、时间标记、失效门槛、控制请求、恢复策略、区别和证据。未知信息保留待补，不由AI生成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课程自编离心机监测交底教学材料</a:t>
            </a:r>
          </a:p>
          <a:p xmlns:a="http://schemas.openxmlformats.org/drawingml/2006/main">
            <a:r>
              <a:t>local:training/section-11/patent-packet/patent.json</a:t>
            </a:r>
          </a:p>
          <a:p xmlns:a="http://schemas.openxmlformats.org/drawingml/2006/main">
            <a:r>
              <a:t>定位：方案、追问、实施细节及缺口；不是申请人发明成果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中华人民共和国专利法（2020年修正），国家知识产权局原文</a:t>
            </a:r>
          </a:p>
          <a:p xmlns:a="http://schemas.openxmlformats.org/drawingml/2006/main">
            <a:r>
              <a:t>https://www.cnipa.gov.cn/art/2020/11/23/art_97_155167.html</a:t>
            </a:r>
          </a:p>
          <a:p xmlns:a="http://schemas.openxmlformats.org/drawingml/2006/main">
            <a:r>
              <a:t>定位：2026-10-18核查相关条款，未对具体方案作法律判断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从patent-packet/diagrams/flow.json读取6个节点及6条连接。S1读取传感数据与时间标记，S2判断有效性，有效路径S3识别运行状态，异常路径S4记录传感故障；两条路径汇入处理请求。如何响应、制动和恢复尚待设备设计和试验。PPT为原生对象，Word嵌入同源PNG，draw.io、SVG和JSON另附。标记对应实施说明，没有硬件或控制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课程自编离心机监测交底教学材料</a:t>
            </a:r>
          </a:p>
          <a:p xmlns:a="http://schemas.openxmlformats.org/drawingml/2006/main">
            <a:r>
              <a:t>local:training/section-11/patent-packet/patent.json</a:t>
            </a:r>
          </a:p>
          <a:p xmlns:a="http://schemas.openxmlformats.org/drawingml/2006/main">
            <a:r>
              <a:t>定位：方案、追问、实施细节及缺口；不是申请人发明成果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读取、S2有效性、S3正常识别、S4故障记录，与第7页节点逐项对应；两条路径均形成控制处理请求。安装位置、采样、时间窗口、判断门槛、接口和制动恢复均没有实际材料，故不补造参数。图文一致只是整理检查，教学稿尚不能据此实现真实设备，也不声称符合充分公开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中华人民共和国专利法（2020年修正），国家知识产权局原文</a:t>
            </a:r>
          </a:p>
          <a:p xmlns:a="http://schemas.openxmlformats.org/drawingml/2006/main">
            <a:r>
              <a:t>https://www.cnipa.gov.cn/art/2020/11/23/art_97_155167.html</a:t>
            </a:r>
          </a:p>
          <a:p xmlns:a="http://schemas.openxmlformats.org/drawingml/2006/main">
            <a:r>
              <a:t>定位：2026-10-18核查相关条款，未对具体方案作法律判断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课程自编离心机监测交底教学材料</a:t>
            </a:r>
          </a:p>
          <a:p xmlns:a="http://schemas.openxmlformats.org/drawingml/2006/main">
            <a:r>
              <a:t>local:training/section-11/patent-packet/patent.json</a:t>
            </a:r>
          </a:p>
          <a:p xmlns:a="http://schemas.openxmlformats.org/drawingml/2006/main">
            <a:r>
              <a:t>定位：方案、追问、实施细节及缺口；不是申请人发明成果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列出传感故障识别、误报漏报、处理延迟等应讨论的证据维度，全部待提供。未设计或实施实际台架实验。不把预计改善写成已证明性能，也不将其他专利的试验结果归给本例。Humanizer可把“显著提升”改成拟检查的具体问题，不能造数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课程自编离心机监测交底教学材料</a:t>
            </a:r>
          </a:p>
          <a:p xmlns:a="http://schemas.openxmlformats.org/drawingml/2006/main">
            <a:r>
              <a:t>local:training/section-11/patent-packet/patent.json</a:t>
            </a:r>
          </a:p>
          <a:p xmlns:a="http://schemas.openxmlformats.org/drawingml/2006/main">
            <a:r>
              <a:t>定位：方案、追问、实施细节及缺口；不是申请人发明成果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本页用真实EP4636367A1权利要求1、3、4演示选定引用链。权3原文引用any preceding claim，即1或2；此图只画其引用1的路径，未画2。权4明确引用3并加特征表示。权11引用前述任一项，即1至10；图下文字只说明它加上停止动作，没有把它画成必须依赖4。图是公开文本的中文阅读节选，不是本教学方案的权利要求草案。所有拟写特征还需在说明书和附图找到实现依据；本例未起草正式权利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EP4636367A1，Vibration detection in a laboratory instrument，公开日2025-10-22</a:t>
            </a:r>
          </a:p>
          <a:p xmlns:a="http://schemas.openxmlformats.org/drawingml/2006/main">
            <a:r>
              <a:t>https://data.epo.org/publication-server/rest/v1.2/publication-dates/2025-10-22/patents/EP4636367NWA1/document.pdf</a:t>
            </a:r>
          </a:p>
          <a:p xmlns:a="http://schemas.openxmlformats.org/drawingml/2006/main">
            <a:r>
              <a:t>定位：PDF第1页元数据，第14至15页权利要求1、3、4、11，第17页图2，说明书[0035]；附图仅作公开技术阅读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中华人民共和国专利法（2020年修正），国家知识产权局原文</a:t>
            </a:r>
          </a:p>
          <a:p xmlns:a="http://schemas.openxmlformats.org/drawingml/2006/main">
            <a:r>
              <a:t>https://www.cnipa.gov.cn/art/2020/11/23/art_97_155167.html</a:t>
            </a:r>
          </a:p>
          <a:p xmlns:a="http://schemas.openxmlformats.org/drawingml/2006/main">
            <a:r>
              <a:t>定位：2026-10-18核查相关条款，未对具体方案作法律判断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WIPO，PCT Seminar Presentation，Updated Compilation March 2025</a:t>
            </a:r>
          </a:p>
          <a:p xmlns:a="http://schemas.openxmlformats.org/drawingml/2006/main">
            <a:r>
              <a:t>https://www.wipo.int/pct/en/docs/pct-seminar.pdf</a:t>
            </a:r>
          </a:p>
          <a:p xmlns:a="http://schemas.openxmlformats.org/drawingml/2006/main">
            <a:r>
              <a:t>定位：已查看PDF物理页16、24、94、96；采用24说明书组织、94检索范围记录、96意见非最终授权的区分，不照搬外国程序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Codex重读两份既有公开专利的指定条款和WIPO课件具体页面，不冒称进行了新的全面检索。本地重新运行脚本，读取已编写JSON与自编Word模板，核对结构、填充现成文字并附同源流程图，保存来源、问题、图和Word哈希。没有外部模型调用或专利性审查，同名Skill说明也不是独立自主进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Section11实际本地文件执行记录</a:t>
            </a:r>
          </a:p>
          <a:p xmlns:a="http://schemas.openxmlformats.org/drawingml/2006/main">
            <a:r>
              <a:t>local:training/section-11/execution-evidence.json</a:t>
            </a:r>
          </a:p>
          <a:p xmlns:a="http://schemas.openxmlformats.org/drawingml/2006/main">
            <a:r>
              <a:t>定位：run_demo.py、来源账本、问题清单、Word与哈希；脚本只做结构检查及填充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课程自编离心机监测交底教学材料</a:t>
            </a:r>
          </a:p>
          <a:p xmlns:a="http://schemas.openxmlformats.org/drawingml/2006/main">
            <a:r>
              <a:t>local:training/section-11/patent-packet/patent.json</a:t>
            </a:r>
          </a:p>
          <a:p xmlns:a="http://schemas.openxmlformats.org/drawingml/2006/main">
            <a:r>
              <a:t>定位：方案、追问、实施细节及缺口；不是申请人发明成果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专利法第6条涉及职务发明，第22条涉及现有技术，第24条例外适用有条件，不是所有公开都有六个月通用宽限期。课堂不作个案权属或期限建议。实际发明材料先在授权范围内整理，向单位成果转化部门和专业人员提供真实贡献、合同与公开时间线。下一节项目执行与结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中华人民共和国专利法（2020年修正），国家知识产权局原文</a:t>
            </a:r>
          </a:p>
          <a:p xmlns:a="http://schemas.openxmlformats.org/drawingml/2006/main">
            <a:r>
              <a:t>https://www.cnipa.gov.cn/art/2020/11/23/art_97_155167.html</a:t>
            </a:r>
          </a:p>
          <a:p xmlns:a="http://schemas.openxmlformats.org/drawingml/2006/main">
            <a:r>
              <a:t>定位：2026-10-18核查相关条款，未对具体方案作法律判断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课程自编离心机监测交底教学材料</a:t>
            </a:r>
          </a:p>
          <a:p xmlns:a="http://schemas.openxmlformats.org/drawingml/2006/main">
            <a:r>
              <a:t>local:training/section-11/patent-packet/patent.json</a:t>
            </a:r>
          </a:p>
          <a:p xmlns:a="http://schemas.openxmlformats.org/drawingml/2006/main">
            <a:r>
              <a:t>定位：方案、追问、实施细节及缺口；不是申请人发明成果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结题理解为对原定工作逐项交代。先定位项目实际采用的任务书、获批变更和当期填报要求，再检查过程及成果。贯穿案例借企鹅公开数据演示三项材料核对要求，不能说是国家自然科学基金项目、先验注册研究或本课程野外采集。材料核对、科学解释和正式验收分别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HaDEA，REPA Reporting and Payment Webinar，26 March 2025</a:t>
            </a:r>
          </a:p>
          <a:p xmlns:a="http://schemas.openxmlformats.org/drawingml/2006/main">
            <a:r>
              <a:t>https://hadea.ec.europa.eu/document/download/1e773e0c-f2ab-44db-9f80-c7a02cc75bb4_en?filename=REPA+-+Webinar+-+March+2025.pdf</a:t>
            </a:r>
          </a:p>
          <a:p xmlns:a="http://schemas.openxmlformats.org/drawingml/2006/main">
            <a:r>
              <a:t>定位：已逐页查看PDF物理页75、97、98、102、104；采用持续记录、材料分工与报告汇总讲法，不照搬CEF制度或截图作为中国系统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本节自编材料核对任务书</a:t>
            </a:r>
          </a:p>
          <a:p xmlns:a="http://schemas.openxmlformats.org/drawingml/2006/main">
            <a:r>
              <a:t>local:training/section-12/closeout-packet/input/taskbook.json</a:t>
            </a:r>
          </a:p>
          <a:p xmlns:a="http://schemas.openxmlformats.org/drawingml/2006/main">
            <a:r>
              <a:t>定位：M1来源与筛选，M2分组均值，M3个体与抽样资料；借现成数据演示，不是预注册研究目标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data、License、References；简化CSV344条。input/source.json保留原始下载URL、CC0许可和哈希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采用2026年1月14日通告二（一）和五（二）。负责人须保证内容真实、数据准确，注意知识产权；正式报告不能直接复制论文。成果需核对与项目的关联、参与者、时间、发表及资助标注，避免把未正式或在线发表论文等列作成果。不得使用生成式AI直接生成的申请、进展、结题报告，也不能使用未核实内容。因此这里演示检索定位、复算、证据检查与目录整理，不将AI文字包装成正式报送正文。通告对成果和生成内容的要求均需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国家自然科学基金委员会，关于2026年度项目申请与结题等有关事项的通告，2026-01-14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定位：二（一）1至6与二（二）：报告、附件、成果范围、决算和依托单位；五（二）：生成式AI直接生成报告限制。通告的2026集中期日期不作为下一年度时间要求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项目以获批任务书及变更版本为基准，执行中保存数据、方法与进度记录，按项目规定报送年度或阶段进展。中期检查如适用，应比较计划、实际成果和仍有的偏差，明确下一步处理及责任，涉及变更的按适用规定办理。结题前逐项整理证据。HaDEA课件97页用时间关系说明持续记录与阶段报告，98页强调里程碑及交付物更新；这里仅借讲法，不照搬CEF周期。NSFC2026通告第三（一）涉及项目进展报告。教学案例目前M1来源筛选和M2分组统计已核，M3抽样依据待补，未虚构负责人、期限、中期审批或实际基金项目。完成判据指用什么材料和方法核对一项工作，后续证据表给出M1至M3的具体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HaDEA，REPA Reporting and Payment Webinar，26 March 2025</a:t>
            </a:r>
          </a:p>
          <a:p xmlns:a="http://schemas.openxmlformats.org/drawingml/2006/main">
            <a:r>
              <a:t>https://hadea.ec.europa.eu/document/download/1e773e0c-f2ab-44db-9f80-c7a02cc75bb4_en?filename=REPA+-+Webinar+-+March+2025.pdf</a:t>
            </a:r>
          </a:p>
          <a:p xmlns:a="http://schemas.openxmlformats.org/drawingml/2006/main">
            <a:r>
              <a:t>定位：已逐页查看PDF物理页75、97、98、102、104；采用持续记录、材料分工与报告汇总讲法，不照搬CEF制度或截图作为中国系统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国家自然科学基金委员会，关于2026年度项目申请与结题等有关事项的通告，2026-01-14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定位：二（一）1至6与二（二）：报告、附件、成果范围、决算和依托单位；五（二）：生成式AI直接生成报告限制。通告的2026集中期日期不作为下一年度时间要求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本节自编材料核对任务书</a:t>
            </a:r>
          </a:p>
          <a:p xmlns:a="http://schemas.openxmlformats.org/drawingml/2006/main">
            <a:r>
              <a:t>local:training/section-12/closeout-packet/input/taskbook.json</a:t>
            </a:r>
          </a:p>
          <a:p xmlns:a="http://schemas.openxmlformats.org/drawingml/2006/main">
            <a:r>
              <a:t>定位：M1来源与筛选，M2分组均值，M3个体与抽样资料；借现成数据演示，不是预注册研究目标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输入为palmerpenguins的简化CSV。按species选Adelie，再保留sex为female或male且flipper_length_mm非缺失的记录。152中排除6条，原CSV物理行号5、10、11、12、13、49，其中第1行是表头，行号不等于个体编号。必须保留原文件和来源哈希，不能覆盖。此处只做缺失字段筛选，不按结果好坏删除数据，也未因异常值筛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data、License、References；简化CSV344条。input/source.json保留原始下载URL、CC0许可和哈希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本节实际数据复算和材料执行记录</a:t>
            </a:r>
          </a:p>
          <a:p xmlns:a="http://schemas.openxmlformats.org/drawingml/2006/main">
            <a:r>
              <a:t>local:training/section-12/execution-evidence.json</a:t>
            </a:r>
          </a:p>
          <a:p xmlns:a="http://schemas.openxmlformats.org/drawingml/2006/main">
            <a:r>
              <a:t>定位：run_closeout.py；output/calculation.json、evidence-matrix.json、issues.json、run.json；非科研验收或Cloudflare功能验证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地程序实际读CSV并复算，不只检查文件是否存在。M1和M2为VERIFIED，中文材料已核；M3为PENDING，中文待补资料。UNSUPPORTED指某个说法没有证据支持，例如把公开数据说成自己采集。材料存在、内容可复算和结论有效是不同层面。证据表随CSV及JSON保留，定位可回到源文件与计算字段。 本轮附件目录登记9个实际文件的路径、大小及SHA-256；A01为自编要求，A02来源，A03原CSV，A04执行器，A05纳入行，A06计算，A07证据表，A08问题，A09排除主张。编号用于定位，不表示证据充分。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本节自编材料核对任务书</a:t>
            </a:r>
          </a:p>
          <a:p xmlns:a="http://schemas.openxmlformats.org/drawingml/2006/main">
            <a:r>
              <a:t>local:training/section-12/closeout-packet/input/taskbook.json</a:t>
            </a:r>
          </a:p>
          <a:p xmlns:a="http://schemas.openxmlformats.org/drawingml/2006/main">
            <a:r>
              <a:t>定位：M1来源与筛选，M2分组均值，M3个体与抽样资料；借现成数据演示，不是预注册研究目标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本节实际数据复算和材料执行记录</a:t>
            </a:r>
          </a:p>
          <a:p xmlns:a="http://schemas.openxmlformats.org/drawingml/2006/main">
            <a:r>
              <a:t>local:training/section-12/execution-evidence.json</a:t>
            </a:r>
          </a:p>
          <a:p xmlns:a="http://schemas.openxmlformats.org/drawingml/2006/main">
            <a:r>
              <a:t>定位：run_closeout.py；output/calculation.json、evidence-matrix.json、issues.json、run.json；非科研验收或Cloudflare功能验证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独立复算：146条Adelie记录，雌雄各73。平均鳍长雌性187.7945205毫米，雄性192.4109589毫米，雄减雌4.6164384毫米，显示两位小数。图采用0起点避免夸大均值比例。该描述限于当前筛选记录，不能推断性别的因果机制，不能把简化记录的独立性当成已确认。这里的例句用于教学说明数据表达，不作为国自然正式报告的AI正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data、License、References；简化CSV344条。input/source.json保留原始下载URL、CC0许可和哈希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本节实际数据复算和材料执行记录</a:t>
            </a:r>
          </a:p>
          <a:p xmlns:a="http://schemas.openxmlformats.org/drawingml/2006/main">
            <a:r>
              <a:t>local:training/section-12/execution-evidence.json</a:t>
            </a:r>
          </a:p>
          <a:p xmlns:a="http://schemas.openxmlformats.org/drawingml/2006/main">
            <a:r>
              <a:t>定位：run_closeout.py；output/calculation.json、evidence-matrix.json、issues.json、run.json；非科研验收或Cloudflare功能验证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3缺口来自简化CSV没有个体标识与抽样设计，不等于原项目没有这些资料。后续需回原始数据和采样说明核对重复测量与独立性，必要时调整分析。当前保留PENDING。若有人提出课程自采数据或已证因果机制，则标UNSUPPORTED并从成果叙述排除。实际项目如发生目标、人员、合作或技术路线等变更，按适用规定查批复与版本，不能靠改结题文字消除偏差。 图中前三步表示材料核对顺序。文件哈希固定版本，数值复算核对计算；个体重复、采样依赖与科学外推需另外审查，当前未通过该项。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本节自编材料核对任务书</a:t>
            </a:r>
          </a:p>
          <a:p xmlns:a="http://schemas.openxmlformats.org/drawingml/2006/main">
            <a:r>
              <a:t>local:training/section-12/closeout-packet/input/taskbook.json</a:t>
            </a:r>
          </a:p>
          <a:p xmlns:a="http://schemas.openxmlformats.org/drawingml/2006/main">
            <a:r>
              <a:t>定位：M1来源与筛选，M2分组均值，M3个体与抽样资料；借现成数据演示，不是预注册研究目标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本节实际数据复算和材料执行记录</a:t>
            </a:r>
          </a:p>
          <a:p xmlns:a="http://schemas.openxmlformats.org/drawingml/2006/main">
            <a:r>
              <a:t>local:training/section-12/execution-evidence.json</a:t>
            </a:r>
          </a:p>
          <a:p xmlns:a="http://schemas.openxmlformats.org/drawingml/2006/main">
            <a:r>
              <a:t>定位：run_closeout.py；output/calculation.json、evidence-matrix.json、issues.json、run.json；非科研验收或Cloudflare功能验证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HaDEA，REPA Reporting and Payment Webinar，26 March 2025</a:t>
            </a:r>
          </a:p>
          <a:p xmlns:a="http://schemas.openxmlformats.org/drawingml/2006/main">
            <a:r>
              <a:t>https://hadea.ec.europa.eu/document/download/1e773e0c-f2ab-44db-9f80-c7a02cc75bb4_en?filename=REPA+-+Webinar+-+March+2025.pdf</a:t>
            </a:r>
          </a:p>
          <a:p xmlns:a="http://schemas.openxmlformats.org/drawingml/2006/main">
            <a:r>
              <a:t>定位：已逐页查看PDF物理页75、97、98、102、104；采用持续记录、材料分工与报告汇总讲法，不照搬CEF制度或截图作为中国系统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本页SW01取自课程Section 7描述统计脚本，按本轮快照实际执行，输入344条、纳入146条、雌雄各73；代码、输入、输出和哈希在software-packet。教学快照不作为软件开发完成日期、著作权人或登记软件版本认定。贡献与权属材料尚缺，不补填人员或单位，不将Codex写为法律作者。本页借国家版权局办法第九至十一条说明申请表、程序及文档、相关证明三类材料；实际只提供短脚本和教学功能说明，未填官方申请表或制作正式交存页。没有申请、登记号或证书。成果台账另区分外部Gorman论文与Section 11交底教学草稿，均不计为本人的论文或专利成果。内部整理和软件登记结果不同，项目关联、本人贡献及成果计入要求另按真实材料确认。经费与资产仍须由负责人会同科研、财务、资产部门核对，账目、决算、合作单位和资产材料不被软件台账代替。本案例无实际经费，不填写金额或宣称财务审核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HaDEA，REPA Reporting and Payment Webinar，26 March 2025</a:t>
            </a:r>
          </a:p>
          <a:p xmlns:a="http://schemas.openxmlformats.org/drawingml/2006/main">
            <a:r>
              <a:t>https://hadea.ec.europa.eu/document/download/1e773e0c-f2ab-44db-9f80-c7a02cc75bb4_en?filename=REPA+-+Webinar+-+March+2025.pdf</a:t>
            </a:r>
          </a:p>
          <a:p xmlns:a="http://schemas.openxmlformats.org/drawingml/2006/main">
            <a:r>
              <a:t>定位：已逐页查看PDF物理页75、97、98、102、104；采用持续记录、材料分工与报告汇总讲法，不照搬CEF制度或截图作为中国系统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国家版权局《计算机软件著作权登记办法》</a:t>
            </a:r>
          </a:p>
          <a:p xmlns:a="http://schemas.openxmlformats.org/drawingml/2006/main">
            <a:r>
              <a:t>https://www.ncac.gov.cn/xxfb/flfg/bmgz/202410/t20241015_869486.html</a:t>
            </a:r>
          </a:p>
          <a:p xmlns:a="http://schemas.openxmlformats.org/drawingml/2006/main">
            <a:r>
              <a:t>定位：2026-10-19读第四、七至十一、二十条；材料类别和状态区分，不判断本例适格性、贡献或权属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本轮软件教学快照与实际执行</a:t>
            </a:r>
          </a:p>
          <a:p xmlns:a="http://schemas.openxmlformats.org/drawingml/2006/main">
            <a:r>
              <a:t>local:training/section-12/software-packet/snapshot.json</a:t>
            </a:r>
          </a:p>
          <a:p xmlns:a="http://schemas.openxmlformats.org/drawingml/2006/main">
            <a:r>
              <a:t>定位：代码与数据哈希、source/python-output、成果台账、登记材料核对；无登记申请或证书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国家自然科学基金委员会，关于2026年度项目申请与结题等有关事项的通告，2026-01-14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定位：二（一）1至6与二（二）：报告、附件、成果范围、决算和依托单位；五（二）：生成式AI直接生成报告限制。通告的2026集中期日期不作为下一年度时间要求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为本次实际DOCX经LibreOffice渲染的第一页，不是模拟界面或Agent执行截图。程序解析JSON与CSV，校验来源哈希、复算统计和对应条目，保存计算、证据矩阵、问题及运行记录。没有任意PDF/OCR接入、云端模型调用、自动正式提交或科研签核。Closeout技能定义和本节脚本能力分别说明。Word是AI编写的教学材料核对示例，当前状态materials_review_required。 本轮Word第三页为实际附件目录，完整哈希保存在JSON和CSV。纳入表的csv_physical_line可返回原CSV定位，不能视作个体编号。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本节实际数据复算和材料执行记录</a:t>
            </a:r>
          </a:p>
          <a:p xmlns:a="http://schemas.openxmlformats.org/drawingml/2006/main">
            <a:r>
              <a:t>local:training/section-12/execution-evidence.json</a:t>
            </a:r>
          </a:p>
          <a:p xmlns:a="http://schemas.openxmlformats.org/drawingml/2006/main">
            <a:r>
              <a:t>定位：run_closeout.py；output/calculation.json、evidence-matrix.json、issues.json、run.json；非科研验收或Cloudflare功能验证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本节自编材料核对任务书</a:t>
            </a:r>
          </a:p>
          <a:p xmlns:a="http://schemas.openxmlformats.org/drawingml/2006/main">
            <a:r>
              <a:t>local:training/section-12/closeout-packet/input/taskbook.json</a:t>
            </a:r>
          </a:p>
          <a:p xmlns:a="http://schemas.openxmlformats.org/drawingml/2006/main">
            <a:r>
              <a:t>定位：M1来源与筛选，M2分组均值，M3个体与抽样资料；借现成数据演示，不是预注册研究目标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通告的流程为线上提交报告与附件，基金委审核后下载最终PDF，负责人签字向单位提交纸质原件并保证版本一致，依托单位还须按要求审核和报送。这里压缩成责任与版本关系图，具体系统步骤、纸质要求和日期以适用通知为准，不将2026集中期日期当成下一年度要求。AI可检查文件版本与附件缺失，不能代替负责人和依托单位作出正式确认。本例文件未报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国家自然科学基金委员会，关于2026年度项目申请与结题等有关事项的通告，2026-01-14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定位：二（一）1至6与二（二）：报告、附件、成果范围、决算和依托单位；五（二）：生成式AI直接生成报告限制。通告的2026集中期日期不作为下一年度时间要求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本节实际数据复算和材料执行记录</a:t>
            </a:r>
          </a:p>
          <a:p xmlns:a="http://schemas.openxmlformats.org/drawingml/2006/main">
            <a:r>
              <a:t>local:training/section-12/execution-evidence.json</a:t>
            </a:r>
          </a:p>
          <a:p xmlns:a="http://schemas.openxmlformats.org/drawingml/2006/main">
            <a:r>
              <a:t>定位：run_closeout.py；output/calculation.json、evidence-matrix.json、issues.json、run.json；非科研验收或Cloudflare功能验证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HaDEA，REPA Reporting and Payment Webinar，26 March 2025</a:t>
            </a:r>
          </a:p>
          <a:p xmlns:a="http://schemas.openxmlformats.org/drawingml/2006/main">
            <a:r>
              <a:t>https://hadea.ec.europa.eu/document/download/1e773e0c-f2ab-44db-9f80-c7a02cc75bb4_en?filename=REPA+-+Webinar+-+March+2025.pdf</a:t>
            </a:r>
          </a:p>
          <a:p xmlns:a="http://schemas.openxmlformats.org/drawingml/2006/main">
            <a:r>
              <a:t>定位：已逐页查看PDF物理页75、97、98、102、104；采用持续记录、材料分工与报告汇总讲法，不照搬CEF制度或截图作为中国系统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行想理解证据和方法，评审人员需要核对工作及缺口，普通读者需要知道比较了什么以及能说明什么。这些是本课程的表达组织建议，不是对所有读者的固定分类。贯穿案例来自公开数据二次计算，无新论文、现场采集或获批项目主张。AI可以协助调整语言与图示，作者仍需核对事实和发布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Desika Narayanan，Giving Scientific Presentations，SURF/UF REUs 2025，University of Florida</a:t>
            </a:r>
          </a:p>
          <a:p xmlns:a="http://schemas.openxmlformats.org/drawingml/2006/main">
            <a:r>
              <a:t>https://www.eng.ufl.edu/surf/wp-content/uploads/sites/243/2025/07/Narayanan_Scientific_PresentationsCopressed.pdf</a:t>
            </a:r>
          </a:p>
          <a:p xmlns:a="http://schemas.openxmlformats.org/drawingml/2006/main">
            <a:r>
              <a:t>定位：已逐页查看PDF第3、14、20、23、27、29、31页；采用问题与证据组织、术语解释、图示与可读性。第23页原图仅供讲图示范，非本课程研究结果；未采用第20页拼合宣传图或第31页反例中的统计值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本节自编科研汇报与传播教学表达</a:t>
            </a:r>
          </a:p>
          <a:p xmlns:a="http://schemas.openxmlformats.org/drawingml/2006/main">
            <a:r>
              <a:t>local:training/section-13/communication-packet/input/brief.json</a:t>
            </a:r>
          </a:p>
          <a:p xmlns:a="http://schemas.openxmlformats.org/drawingml/2006/main">
            <a:r>
              <a:t>定位：三个读者版本、错误表述与修订、事实限定；不代表原作者对外表达或正式项目报告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data、License、References；原CSV与来源哈希在communication-packet/input，结果为本节重新计算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UF2025第3页的报告组织，而非逐页照读论文。问题是公开数据中Adelie所选记录的雌雄鳍长怎样分布；方法是限定物种、保留性别和鳍长字段完整记录后作描述统计；结果是分布与均值；解释须保留数据归属、个体重复和采样依赖的缺口。背景内容以听众理解这个问题为准，详细清洗和统计可留备份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Desika Narayanan，Giving Scientific Presentations，SURF/UF REUs 2025，University of Florida</a:t>
            </a:r>
          </a:p>
          <a:p xmlns:a="http://schemas.openxmlformats.org/drawingml/2006/main">
            <a:r>
              <a:t>https://www.eng.ufl.edu/surf/wp-content/uploads/sites/243/2025/07/Narayanan_Scientific_PresentationsCopressed.pdf</a:t>
            </a:r>
          </a:p>
          <a:p xmlns:a="http://schemas.openxmlformats.org/drawingml/2006/main">
            <a:r>
              <a:t>定位：已逐页查看PDF第3、14、20、23、27、29、31页；采用问题与证据组织、术语解释、图示与可读性。第23页原图仅供讲图示范，非本课程研究结果；未采用第20页拼合宣传图或第31页反例中的统计值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data、License、References；原CSV与来源哈希在communication-packet/input，结果为本节重新计算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本节自编科研汇报与传播教学表达</a:t>
            </a:r>
          </a:p>
          <a:p xmlns:a="http://schemas.openxmlformats.org/drawingml/2006/main">
            <a:r>
              <a:t>local:training/section-13/communication-packet/input/brief.json</a:t>
            </a:r>
          </a:p>
          <a:p xmlns:a="http://schemas.openxmlformats.org/drawingml/2006/main">
            <a:r>
              <a:t>定位：三个读者版本、错误表述与修订、事实限定；不代表原作者对外表达或正式项目报告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课件第23页用左右分支、条件和连接图解释尘埃粒径演化的示意过程。本课程只分析可见的讲图方式：条件放在分支上，颜色及连接帮助追踪过程，底部保留作者与年份。没有复核其2019和2024论文的全部模型或物理结论，不将图作为本课程科研结果。第20页的冲浪拼合宣传图不作为科学证据采用，第31页的过密反例也不搬入我们的统计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Desika Narayanan，Giving Scientific Presentations，SURF/UF REUs 2025，University of Florida</a:t>
            </a:r>
          </a:p>
          <a:p xmlns:a="http://schemas.openxmlformats.org/drawingml/2006/main">
            <a:r>
              <a:t>https://www.eng.ufl.edu/surf/wp-content/uploads/sites/243/2025/07/Narayanan_Scientific_PresentationsCopressed.pdf</a:t>
            </a:r>
          </a:p>
          <a:p xmlns:a="http://schemas.openxmlformats.org/drawingml/2006/main">
            <a:r>
              <a:t>定位：已逐页查看PDF第3、14、20、23、27、29、31页；采用问题与证据组织、术语解释、图示与可读性。第23页原图仅供讲图示范，非本课程研究结果；未采用第20页拼合宣传图或第31页反例中的统计值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为本节重新计算的分组频数。横轴为鳍长区间，纵轴为记录数，组别各73条，分箱宽5毫米，左闭右开，最后一箱右端包含。均值差4.6164毫米显示4.62；雌雄分布有重叠，均值差不表示每只雄性都更长。n是保留记录数，未确认独立个体数。没有误差线或显著性标记，因为本页只作描述，不把未确认的独立性藏在推断符号中。 讲图时先读190至195毫米这一档：雌性21条，雄性24条，左闭右开。均值差4.62毫米约0.46厘米；这不是每个个体之间的差值。完整讲图稿及3条预设问答见figure-narration.json和图表讲述稿.md，未作计时彩排。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data、License、References；原CSV与来源哈希在communication-packet/input，结果为本节重新计算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本节实际复算和文件整理记录</a:t>
            </a:r>
          </a:p>
          <a:p xmlns:a="http://schemas.openxmlformats.org/drawingml/2006/main">
            <a:r>
              <a:t>local:training/section-13/execution-evidence.json</a:t>
            </a:r>
          </a:p>
          <a:p xmlns:a="http://schemas.openxmlformats.org/drawingml/2006/main">
            <a:r>
              <a:t>定位：make_packet.py、facts.json、expression-check.json及Word；无外部模型调用，无平台账号操作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个段落分别面向同行、项目评审和普通读者。同行版保留筛选与方法，评审版强调已完成的材料和缺口，普通读者版把4.62毫米解释为不到半厘米，并说明没有测量游泳快慢。三个版本均写146条、雌雄各73条、4.62毫米和公开数据来源。没有把描述差异改成因果，也没有把二次计算写成亲自采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本节自编科研汇报与传播教学表达</a:t>
            </a:r>
          </a:p>
          <a:p xmlns:a="http://schemas.openxmlformats.org/drawingml/2006/main">
            <a:r>
              <a:t>local:training/section-13/communication-packet/input/brief.json</a:t>
            </a:r>
          </a:p>
          <a:p xmlns:a="http://schemas.openxmlformats.org/drawingml/2006/main">
            <a:r>
              <a:t>定位：三个读者版本、错误表述与修订、事实限定；不代表原作者对外表达或正式项目报告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data、License、References；原CSV与来源哈希在communication-packet/input，结果为本节重新计算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本节实际复算和文件整理记录</a:t>
            </a:r>
          </a:p>
          <a:p xmlns:a="http://schemas.openxmlformats.org/drawingml/2006/main">
            <a:r>
              <a:t>local:training/section-13/execution-evidence.json</a:t>
            </a:r>
          </a:p>
          <a:p xmlns:a="http://schemas.openxmlformats.org/drawingml/2006/main">
            <a:r>
              <a:t>定位：make_packet.py、facts.json、expression-check.json及Word；无外部模型调用，无平台账号操作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反例中的显著突破和性别决定鳍长机制均没有证据。修订把评价删掉，将因果改回描述统计，补回公开来源、146条记录、雌雄各73条、雄减雌4.62毫米和未说明因果机制。表达修订时锁定这些内容，再读句子是否顺畅。脚本只核对固定数字字段，不把数字匹配说成语义审查或检测无AI痕迹的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本节自编科研汇报与传播教学表达</a:t>
            </a:r>
          </a:p>
          <a:p xmlns:a="http://schemas.openxmlformats.org/drawingml/2006/main">
            <a:r>
              <a:t>local:training/section-13/communication-packet/input/brief.json</a:t>
            </a:r>
          </a:p>
          <a:p xmlns:a="http://schemas.openxmlformats.org/drawingml/2006/main">
            <a:r>
              <a:t>定位：三个读者版本、错误表述与修订、事实限定；不代表原作者对外表达或正式项目报告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data、License、References；原CSV与来源哈希在communication-packet/input，结果为本节重新计算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本节实际复算和文件整理记录</a:t>
            </a:r>
          </a:p>
          <a:p xmlns:a="http://schemas.openxmlformats.org/drawingml/2006/main">
            <a:r>
              <a:t>local:training/section-13/execution-evidence.json</a:t>
            </a:r>
          </a:p>
          <a:p xmlns:a="http://schemas.openxmlformats.org/drawingml/2006/main">
            <a:r>
              <a:t>定位：make_packet.py、facts.json、expression-check.json及Word；无外部模型调用，无平台账号操作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CID是持续的人标识，DOI标识具体成果，不能混用。ORCID的成果可通过连接或导入已有系统关联，仍要核对作者、版本、缺失字段和可见性。单位或个人主页可把研究方向、本人贡献、成果稳定链接和联系方式组织在一起，这是课程建议。ResearchGate用于展示研究、贡献与交流，需核对作者匹配，不能因条目自动出现就认领他人成果。平台资料完整不证明研究质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ORCID for Researchers</a:t>
            </a:r>
          </a:p>
          <a:p xmlns:a="http://schemas.openxmlformats.org/drawingml/2006/main">
            <a:r>
              <a:t>https://info.orcid.org/researchers/</a:t>
            </a:r>
          </a:p>
          <a:p xmlns:a="http://schemas.openxmlformats.org/drawingml/2006/main">
            <a:r>
              <a:t>定位：What is ORCID、Why get an ORCID、Optimize your ORCID；持续身份标识、成果关联和可见性，未操作真实账号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ORCID Help，Add works using an identifier</a:t>
            </a:r>
          </a:p>
          <a:p xmlns:a="http://schemas.openxmlformats.org/drawingml/2006/main">
            <a:r>
              <a:t>https://support.orcid.org/hc/en-us/articles/360022298153-Add-works-using-an-identifier</a:t>
            </a:r>
          </a:p>
          <a:p xmlns:a="http://schemas.openxmlformats.org/drawingml/2006/main">
            <a:r>
              <a:t>定位：Introduction与步骤4、5：优先通过导入或连接已有系统添加成果，核对字段与可见性；不是自动确认归属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ResearchGate Help，What is my Profile 与 How to add research</a:t>
            </a:r>
          </a:p>
          <a:p xmlns:a="http://schemas.openxmlformats.org/drawingml/2006/main">
            <a:r>
              <a:t>https://help.researchgate.net/profile/what-is-my-profile</a:t>
            </a:r>
          </a:p>
          <a:p xmlns:a="http://schemas.openxmlformats.org/drawingml/2006/main">
            <a:r>
              <a:t>定位：个人资料用于呈现研究及贡献；成果条目另见https://help.researchgate.net/research-and-publications/how-to-add-research；未登录、认领成果或上传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DOI Foundation，What is a DOI?</a:t>
            </a:r>
          </a:p>
          <a:p xmlns:a="http://schemas.openxmlformats.org/drawingml/2006/main">
            <a:r>
              <a:t>https://www.doi.org/the-identifier/what-is-a-doi/</a:t>
            </a:r>
          </a:p>
          <a:p xmlns:a="http://schemas.openxmlformats.org/drawingml/2006/main">
            <a:r>
              <a:t>定位：What is a DOI与persistent identifiers：标识对象并提供可解析的持续引用；本节没有注册或赋予任何新DOI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的预印本、接受稿和出版版本可分享范围可能不同，应查许可及出版社规则。ResearchGate官方说明上传者须确认分享权利，作者身份本身不等于任何版本都可上传。专利及未公开成果另核对单位安排和可披露范围，课件不作个案法律判断。介绍文字保留成果稳定链接、版本及来源；若只可公开元数据，可提供允许的摘要和链接。不得把AI生成图当作观测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ResearchGate Help，Copyright and ResearchGate</a:t>
            </a:r>
          </a:p>
          <a:p xmlns:a="http://schemas.openxmlformats.org/drawingml/2006/main">
            <a:r>
              <a:t>https://help.researchgate.net/copyright/copyright-and-researchgate</a:t>
            </a:r>
          </a:p>
          <a:p xmlns:a="http://schemas.openxmlformats.org/drawingml/2006/main">
            <a:r>
              <a:t>定位：开头版权责任与General principles：预印本、接受稿、出版版本的分享规则可能不同，需核对许可和出版社规则；未对具体论文作法律结论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ResearchGate Help，What is my Profile 与 How to add research</a:t>
            </a:r>
          </a:p>
          <a:p xmlns:a="http://schemas.openxmlformats.org/drawingml/2006/main">
            <a:r>
              <a:t>https://help.researchgate.net/profile/what-is-my-profile</a:t>
            </a:r>
          </a:p>
          <a:p xmlns:a="http://schemas.openxmlformats.org/drawingml/2006/main">
            <a:r>
              <a:t>定位：个人资料用于呈现研究及贡献；成果条目另见https://help.researchgate.net/research-and-publications/how-to-add-research；未登录、认领成果或上传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本节自编科研汇报与传播教学表达</a:t>
            </a:r>
          </a:p>
          <a:p xmlns:a="http://schemas.openxmlformats.org/drawingml/2006/main">
            <a:r>
              <a:t>local:training/section-13/communication-packet/input/brief.json</a:t>
            </a:r>
          </a:p>
          <a:p xmlns:a="http://schemas.openxmlformats.org/drawingml/2006/main">
            <a:r>
              <a:t>定位：三个读者版本、错误表述与修订、事实限定；不代表原作者对外表达或正式项目报告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是本次实际生成的Word第一页，经LibreOffice渲染，不是Agent执行截图或平台界面。源文本brief.json可编辑，原CSV和来源记录随包；facts.json保存实算分布和均值，expression-check只检查锁定数字字段。Word及Markdown保留教学属性和限制。发布、研究者确认、平台账号操作均未进行。 Word第三页为分布图讲述示例，具体区间频数和单位换算由本地程序核对。不是演讲效果实测或真实读者反馈。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本节实际复算和文件整理记录</a:t>
            </a:r>
          </a:p>
          <a:p xmlns:a="http://schemas.openxmlformats.org/drawingml/2006/main">
            <a:r>
              <a:t>local:training/section-13/execution-evidence.json</a:t>
            </a:r>
          </a:p>
          <a:p xmlns:a="http://schemas.openxmlformats.org/drawingml/2006/main">
            <a:r>
              <a:t>定位：make_packet.py、facts.json、expression-check.json及Word；无外部模型调用，无平台账号操作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本节自编科研汇报与传播教学表达</a:t>
            </a:r>
          </a:p>
          <a:p xmlns:a="http://schemas.openxmlformats.org/drawingml/2006/main">
            <a:r>
              <a:t>local:training/section-13/communication-packet/input/brief.json</a:t>
            </a:r>
          </a:p>
          <a:p xmlns:a="http://schemas.openxmlformats.org/drawingml/2006/main">
            <a:r>
              <a:t>定位：三个读者版本、错误表述与修订、事实限定；不代表原作者对外表达或正式项目报告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以同一企鹅公开数据二次分析编排四个相对时点，三个月节奏是课程示例，不是机构规定或已完成活动。四份完整Markdown草稿及CSV/JSON安排在outreach-packet。第1周解释146条记录中雌雄各73、均值差4.62毫米；第1月末说明344至152至146筛选与代码版本；第2月末用预设问答说明未测游泳速度、分布重叠和外推限制；第3月末检查链接、哈希和复算一致性，若需修改则保留旧版和原因。问答由课程设置，不能说成收到的读者反馈。没有平台发布、日历提醒、访问或采纳数据。原第10页的现场问答和反馈区分保留在R3、R4草稿：回答回到已测内容，传播统计、具体问题及后续使用分别留真实证据。正式传播需作者确认素材、署名、版本和公开权限；不为更新频率新增未经证实的发现。下一节转入本地与云端Agent的实际运行范围。 首季度结束后，依据实际问题、资料和可用精力编排下一季度；没有资料变化时也可以暂停更新，不设自动发布循环。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Desika Narayanan，Giving Scientific Presentations，SURF/UF REUs 2025，University of Florida</a:t>
            </a:r>
          </a:p>
          <a:p xmlns:a="http://schemas.openxmlformats.org/drawingml/2006/main">
            <a:r>
              <a:t>https://www.eng.ufl.edu/surf/wp-content/uploads/sites/243/2025/07/Narayanan_Scientific_PresentationsCopressed.pdf</a:t>
            </a:r>
          </a:p>
          <a:p xmlns:a="http://schemas.openxmlformats.org/drawingml/2006/main">
            <a:r>
              <a:t>定位：已逐页查看PDF第3、14、20、23、27、29、31页；采用问题与证据组织、术语解释、图示与可读性。第23页原图仅供讲图示范，非本课程研究结果；未采用第20页拼合宣传图或第31页反例中的统计值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UKRI Guidance on engaging the public with your research</a:t>
            </a:r>
          </a:p>
          <a:p xmlns:a="http://schemas.openxmlformats.org/drawingml/2006/main">
            <a:r>
              <a:t>https://www.ukri.org/manage-your-award/good-research-resource-hub/guidance-on-engaging-the-public-with-your-research/</a:t>
            </a:r>
          </a:p>
          <a:p xmlns:a="http://schemas.openxmlformats.org/drawingml/2006/main">
            <a:r>
              <a:t>定位：2026-10-19读Identify your target group、Listen to the public、Measure success；具体月度安排由课程编写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本节三个月传播安排与四份教学草稿</a:t>
            </a:r>
          </a:p>
          <a:p xmlns:a="http://schemas.openxmlformats.org/drawingml/2006/main">
            <a:r>
              <a:t>local:training/section-13/outreach-packet/plan.json</a:t>
            </a:r>
          </a:p>
          <a:p xmlns:a="http://schemas.openxmlformats.org/drawingml/2006/main">
            <a:r>
              <a:t>定位：四份Markdown、材料状态、CSV与核对；没有实际平台发布、用户反馈或传播指标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将前面讲过的Skill、工作流和Harness放回实际材料中。演示对象是“公开文献筛选与核验流程”的教学申报材料，非真实基金申请。先看本地文件服务如何把给定材料放进模板，再看云端的承载方式、状态记录和工具范围。提醒听众区分写作建议、实际工具动作与生成的文件。页面里的本地与云端不是两套科学结论；它们只是运行位置和可用工具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定位：evidence/local-http.json；demo/input；demo/output；evidence/negative-cases.json；固定材料，无模型调用；course-artifacts/manifest.json为前节五类已有产物快照，本轮未重跑这些前节流程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科研工作台健康检查</a:t>
            </a:r>
          </a:p>
          <a:p xmlns:a="http://schemas.openxmlformats.org/drawingml/2006/main">
            <a:r>
              <a:t>https://ikun.homes/health</a:t>
            </a:r>
          </a:p>
          <a:p xmlns:a="http://schemas.openxmlformats.org/drawingml/2006/main">
            <a:r>
              <a:t>定位：evidence/cloud-health.json、cloud-auth-attempt.json；当前公开配置与一次登录尝试，无本轮模型任务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CMU 2025年Lecture 23物理第30页展示Mind2Web的候选元素、排序模型、预测模型、目标元素和操作。这里只借它说明：任务和前序动作会影响下一步选择，动作必须落到具体环境。课堂用“读模板—填章节—检查文件”替换网页操作细节。不能因课件介绍浏览器Agent，就说本项目已经有自主浏览器；当前Worker的检索、模型和文件生成能力必须分别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Aran Nayebi &amp; Matt Gormley, Code Generation + LLMs / VLMs as Autonomous Agents, Nov. 19, 2025</a:t>
            </a:r>
          </a:p>
          <a:p xmlns:a="http://schemas.openxmlformats.org/drawingml/2006/main">
            <a:r>
              <a:t>https://www.cs.cmu.edu/~mgormley/courses/10423-f25/slides/lecture23-code.pdf</a:t>
            </a:r>
          </a:p>
          <a:p xmlns:a="http://schemas.openxmlformats.org/drawingml/2006/main">
            <a:r>
              <a:t>定位：物理页29、30、31、32、34、37已查看；采用30页（印刷页35）的输入、动作及历史信息组织；不采用旧论文计数和模型排名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打开demo/input/grant可见guide.json、grant.json和template.docx。教学指南要求12个月内形成可复算流程、评价召回与耗时并保留人工判断。材料提供研究目标、六节已有内容及来源编号；模板决定这些内容落到哪里。本地程序不从任意PDF理解指南，也不凭空撰写研究设想。讲师逐项展示输入，让听众知道输出中的句子原先来自哪里。真实申请须换用对应项目当期官方指南及申请人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定位：evidence/local-http.json；demo/input；demo/output；evidence/negative-cases.json；固定材料，无模型调用；course-artifacts/manifest.json为前节五类已有产物快照，本轮未重跑这些前节流程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启动8788服务，点击生成申报草稿，页面由读取材料与模板转为“草稿已生成”，出现可编辑Word链接。配图是浏览器实际截图，没有绘制假的执行界面。后续另通过HTTP下载检查了文件哈希。本地演示主要帮助老师理解文件到文件的执行链，不能说它已经自主提出科学问题或查完文献。课程包保留了本轮输入、输出、运行事件和问题清单，课前可重新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定位：evidence/local-http.json；demo/input；demo/output；evidence/negative-cases.json；固定材料，无模型调用；course-artifacts/manifest.json为前节五类已有产物快照，本轮未重跑这些前节流程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ant的run.json记录intake、constraints、outline和docx四个事件。其含义依次是读取输入，检查指南和章节，记录仍需研究者审阅，写入Word。outline的状态为human_review_required，不能改讲成研究者已签核。另一个route.mmd描述教学研究方案中的“材料准入—独立参考答案—固定任务比较—错误分析—人工复核—报告”，它是拟开展研究的路线，不能当成本次程序已完成这些研究步骤的日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定位：evidence/local-http.json；demo/input；demo/output；evidence/negative-cases.json；固定材料，无模型调用；course-artifacts/manifest.json为前节五类已有产物快照，本轮未重跑这些前节流程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地程序比较指南和材料中的requirements是否一致，并检查每项要求是否关联已有目标，是否写明产物及检验方式。本例R1关联G1，交付代码、依赖、输入和日志；R2关联G2，保存逐条筛选记录及统计报告；R3关联G3，交付Word草稿、来源账本和审核记录。指南中“12个月”是模拟项目安排，不是已经完成12个月研究。程序核对的是对应关系存在与内容一致，没有验证研究设计一定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定位：evidence/local-http.json；demo/input；demo/output；evidence/negative-cases.json；固定材料，无模型调用；course-artifacts/manifest.json为前节五类已有产物快照，本轮未重跑这些前节流程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实际生成的Word第一页和issues.json。六节内容按模板填入，每节带材料来源，文末保留来源与未决问题。本例缺口有：未提供真实团队基础，未完成真实文献查新与科学可行性审查，未获得研究者签核。技术路线和考核指标可以先组织成草稿，但缺口不能靠润色消失。这里的来源账本只保存给定身份和定位；它没有自动读取所有原始论文来证明每一句科学主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定位：evidence/local-http.json；demo/input；demo/output；evidence/negative-cases.json；固定材料，无模型调用；course-artifacts/manifest.json为前节五类已有产物快照，本轮未重跑这些前节流程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本轮读取University-Skills、工作区安装目录、Agent仓库安装目录及生成的Worker Skill包，统一换行后逐份比较完整内容和SHA256，24份全部一致。云端健康接口返回的包指纹也与skills-lock一致。Skill是办事规则，可带脚本和资源；本课程这24份主要是指令规范。指令里写“查文献”不会自动增加浏览器或数据库账号，写“绘图”也不等于云端已执行绘图代码。同源是可核对的文件事实，不是能力等同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Skills / Build skills</a:t>
            </a:r>
          </a:p>
          <a:p xmlns:a="http://schemas.openxmlformats.org/drawingml/2006/main">
            <a:r>
              <a:t>https://developers.openai.com/plugins/concepts/skills</a:t>
            </a:r>
          </a:p>
          <a:p xmlns:a="http://schemas.openxmlformats.org/drawingml/2006/main">
            <a:r>
              <a:t>定位：Skill由SKILL.md和可选脚本、资源组成；实际安装和完整内容比较见evidence/same-skills.json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科研工作台健康检查</a:t>
            </a:r>
          </a:p>
          <a:p xmlns:a="http://schemas.openxmlformats.org/drawingml/2006/main">
            <a:r>
              <a:t>https://ikun.homes/health</a:t>
            </a:r>
          </a:p>
          <a:p xmlns:a="http://schemas.openxmlformats.org/drawingml/2006/main">
            <a:r>
              <a:t>定位：evidence/cloud-health.json、cloud-auth-attempt.json；当前公开配置与一次登录尝试，无本轮模型任务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“执行管理”解释Harness：研究者给目标和材料，模型决定或按工作流处理当前步骤，工具实际读取或写入文件，管理程序保存结果并选择继续、重试或结束。模型本身不会因为写出“已保存”就真的在硬盘产生文件。本地Codex可以使用当前授权的文件和代码工具；本项目Worker只使用已接入的接口与导出工具。讲师指着回路解释每次反馈来自哪里，避免把Harness讲成另一个神秘大模型。 本地8788走固定规则，不调用模型。图中的“模型或规则”表示运行端采用的处理方式，不能把本地写文件理解为模型自主决策。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Aran Nayebi &amp; Matt Gormley, Code Generation + LLMs / VLMs as Autonomous Agents, Nov. 19, 2025</a:t>
            </a:r>
          </a:p>
          <a:p xmlns:a="http://schemas.openxmlformats.org/drawingml/2006/main">
            <a:r>
              <a:t>https://www.cs.cmu.edu/~mgormley/courses/10423-f25/slides/lecture23-code.pdf</a:t>
            </a:r>
          </a:p>
          <a:p xmlns:a="http://schemas.openxmlformats.org/drawingml/2006/main">
            <a:r>
              <a:t>定位：物理页29、30、31、32、34、37已查看；采用30页（印刷页35）的输入、动作及历史信息组织；不采用旧论文计数和模型排名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项目工作流、模型、编辑与导出实现</a:t>
            </a:r>
          </a:p>
          <a:p xmlns:a="http://schemas.openxmlformats.org/drawingml/2006/main">
            <a:r>
              <a:t>evidence/source-snapshot/</a:t>
            </a:r>
          </a:p>
          <a:p xmlns:a="http://schemas.openxmlformats.org/drawingml/2006/main">
            <a:r>
              <a:t>定位：automatic.js、model.js、workflows.js、writing.js、projects.js；targeted-tests.tap。工作区有未提交应用修改，快照哈希见provenance.json；测试模型与存储使用夹具，不能当作云端联调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Cloudflare Worker承载入口和接口；Durable Object在这里可以理解为每个任务的持久档案与执行状态。浏览器读取进度，后台alarm唤醒后继续下一节点。模型服务返回文字，项目代码另做检查与文件生成；Worker本身不是模型。图中云端模型按本轮健康接口显示为DeepSeek deepseek-flash，MiniMax只保留旧配置且停用，不参与执行或回退。图的箭头说明当前实现关系，不代表本轮已经完整重跑了云端任务。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What are Durable Objects? / Alarms</a:t>
            </a:r>
          </a:p>
          <a:p xmlns:a="http://schemas.openxmlformats.org/drawingml/2006/main">
            <a:r>
              <a:t>https://developers.cloudflare.com/durable-objects/api/alarms/</a:t>
            </a:r>
          </a:p>
          <a:p xmlns:a="http://schemas.openxmlformats.org/drawingml/2006/main">
            <a:r>
              <a:t>定位：Background及alarm：持久状态与后台唤醒；应用层重试次数另据本项目代码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项目工作流、模型、编辑与导出实现</a:t>
            </a:r>
          </a:p>
          <a:p xmlns:a="http://schemas.openxmlformats.org/drawingml/2006/main">
            <a:r>
              <a:t>evidence/source-snapshot/</a:t>
            </a:r>
          </a:p>
          <a:p xmlns:a="http://schemas.openxmlformats.org/drawingml/2006/main">
            <a:r>
              <a:t>定位：automatic.js、model.js、workflows.js、writing.js、projects.js；targeted-tests.tap。工作区有未提交应用修改，快照哈希见provenance.json；测试模型与存储使用夹具，不能当作云端联调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分别请求公开health和项目登录接口。health返回HTTP200，报告deepseek-flash已配置、persistence_bound为true且MiniMax停用；随后用现有项目专用访问配置发起一次登录，返回HTTP401，没有取得会话，未创建任务或调用模型。证据中不保存凭据、请求体或含凭据的头。未改变密码、全局密钥、模型或部署。2026年10月17日的云端执行属于历史记录，不能作为本轮模型执行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科研工作台健康检查</a:t>
            </a:r>
          </a:p>
          <a:p xmlns:a="http://schemas.openxmlformats.org/drawingml/2006/main">
            <a:r>
              <a:t>https://ikun.homes/health</a:t>
            </a:r>
          </a:p>
          <a:p xmlns:a="http://schemas.openxmlformats.org/drawingml/2006/main">
            <a:r>
              <a:t>定位：evidence/cloud-health.json、cloud-auth-attempt.json；当前公开配置与一次登录尝试，无本轮模型任务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自动流程先处理需要的检索，再依次执行节点，最后导出文件。每一步结束后保存输出，并安排下一次alarm；页面轮询读取状态。应用代码对失败节点自动重试一次，再失败则停止并显示错误；这与Cloudflare平台alarm抛异常的重试机制不同，不混讲次数。由于已完成结果在任务存储中，关闭页面不应等同取消任务。这个行为本轮通过夹具测试检查，没有通过本轮真实云端模型任务再次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What are Durable Objects? / Alarms</a:t>
            </a:r>
          </a:p>
          <a:p xmlns:a="http://schemas.openxmlformats.org/drawingml/2006/main">
            <a:r>
              <a:t>https://developers.cloudflare.com/durable-objects/api/alarms/</a:t>
            </a:r>
          </a:p>
          <a:p xmlns:a="http://schemas.openxmlformats.org/drawingml/2006/main">
            <a:r>
              <a:t>定位：Background及alarm：持久状态与后台唤醒；应用层重试次数另据本项目代码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项目工作流、模型、编辑与导出实现</a:t>
            </a:r>
          </a:p>
          <a:p xmlns:a="http://schemas.openxmlformats.org/drawingml/2006/main">
            <a:r>
              <a:t>evidence/source-snapshot/</a:t>
            </a:r>
          </a:p>
          <a:p xmlns:a="http://schemas.openxmlformats.org/drawingml/2006/main">
            <a:r>
              <a:t>定位：automatic.js、model.js、workflows.js、writing.js、projects.js；targeted-tests.tap。工作区有未提交应用修改，快照哈希见provenance.json；测试模型与存储使用夹具，不能当作云端联调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当前代码先生成节点内容，再自动修订表达，并检查数字、来源和章节。定向测试用342条记录与均值3700.7 g验证数字改变会被拒绝，用D1变成D2验证来源改变会被拒绝。它们是自编测试夹具，不是科研结果。数字完全一样时，也可能把相关性改成因果，或把拟开展写成已完成，因此还要逐句读。Humanizer的目标是让具体读者读懂对象、动作和结论，不是给文字一个“绝无AI味”的程序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项目工作流、模型、编辑与导出实现</a:t>
            </a:r>
          </a:p>
          <a:p xmlns:a="http://schemas.openxmlformats.org/drawingml/2006/main">
            <a:r>
              <a:t>evidence/source-snapshot/</a:t>
            </a:r>
          </a:p>
          <a:p xmlns:a="http://schemas.openxmlformats.org/drawingml/2006/main">
            <a:r>
              <a:t>定位：automatic.js、model.js、workflows.js、writing.js、projects.js；targeted-tests.tap。工作区有未提交应用修改，快照哈希见provenance.json；测试模型与存储使用夹具，不能当作云端联调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复制教学输入并作三种小改动，分别运行真实文件执行器。来源改成NOT-A-SOURCE，返回unknown_source；修改指南对应要求，返回guide_requirement_mismatch；直接要求final而未签核，返回final_export_blocked。错误记录在每个案例的run.json中保存。这里检查的是本地固定材料执行器；网页自动草稿无需逐节点人工确认，二者不是同一个提交关口。不能为了看起来流程完整而编造人名、批准事件或把失败节点涂成绿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定位：evidence/local-http.json；demo/input；demo/output；evidence/negative-cases.json；固定材料，无模型调用；course-artifacts/manifest.json为前节五类已有产物快照，本轮未重跑这些前节流程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中本地产物分别来自第8至12节，course-artifacts保留18项文件及来源、字节与哈希。它们是前节实际产物的快照，本轮未重新运行五类完整任务。第9节有清稿、字体增删标记稿和逐条回复Word，标记稿不等于Word原生修订模式。第8节包含7幅原生数据图与工作簿的PPT和两份draw.io；第10、11节Word中已有技术路线或教学流程附图；第12节Word、证据表和9项附件目录继续保留待补状态。8788本轮实际重跑的是固定申报、论文、专利三份Word，不包含Figure和Closeout入口。Worker的前三类导出Word，Figure整理绘图方案Markdown，Closeout导出Markdown。本轮登录失败，未验证真实云端模型任务；Nano Banana未接入。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定位：evidence/local-http.json；demo/input；demo/output；evidence/negative-cases.json；固定材料，无模型调用；course-artifacts/manifest.json为前节五类已有产物快照，本轮未重跑这些前节流程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项目工作流、模型、编辑与导出实现</a:t>
            </a:r>
          </a:p>
          <a:p xmlns:a="http://schemas.openxmlformats.org/drawingml/2006/main">
            <a:r>
              <a:t>evidence/source-snapshot/</a:t>
            </a:r>
          </a:p>
          <a:p xmlns:a="http://schemas.openxmlformats.org/drawingml/2006/main">
            <a:r>
              <a:t>定位：automatic.js、model.js、workflows.js、writing.js、projects.js；targeted-tests.tap。工作区有未提交应用修改，快照哈希见provenance.json；测试模型与存储使用夹具，不能当作云端联调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沿本例档案回看：输入有指南、材料和模板；规则有Skill版本和程序快照；过程有本地事件、HTTP与失败记录；结果有Word、来源账本和问题清单。下次改模板或输入，应生成新记录并重新检查。示范本地时无需登录云账户；示范云端时应明确公开教学材料的传输范围，并查看当天节点和结果。对真实科研资料另按授权处理。课程帮助教师判断AI做了什么、证据在哪里，科学问题、事实核对与正式提交仍由研究者负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定位：evidence/local-http.json；demo/input；demo/output；evidence/negative-cases.json；固定材料，无模型调用；course-artifacts/manifest.json为前节五类已有产物快照，本轮未重跑这些前节流程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科研工作台健康检查</a:t>
            </a:r>
          </a:p>
          <a:p xmlns:a="http://schemas.openxmlformats.org/drawingml/2006/main">
            <a:r>
              <a:t>https://ikun.homes/health</a:t>
            </a:r>
          </a:p>
          <a:p xmlns:a="http://schemas.openxmlformats.org/drawingml/2006/main">
            <a:r>
              <a:t>定位：evidence/cloud-health.json、cloud-auth-attempt.json；当前公开配置与一次登录尝试，无本轮模型任务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项目工作流、模型、编辑与导出实现</a:t>
            </a:r>
          </a:p>
          <a:p xmlns:a="http://schemas.openxmlformats.org/drawingml/2006/main">
            <a:r>
              <a:t>evidence/source-snapshot/</a:t>
            </a:r>
          </a:p>
          <a:p xmlns:a="http://schemas.openxmlformats.org/drawingml/2006/main">
            <a:r>
              <a:t>定位：automatic.js、model.js、workflows.js、writing.js、projects.js；targeted-tests.tap。工作区有未提交应用修改，快照哈希见provenance.json；测试模型与存储使用夹具，不能当作云端联调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../slideMasters/slideMaster1.xml" Id="Rac61e529c9a849cc"/></Relationships>
</file>

<file path=ppt/slideLayouts/_rels/slideLayout2.xml.rels><?xml version="1.0" encoding="utf-8"?><Relationships xmlns="http://schemas.openxmlformats.org/package/2006/relationships"><Relationship Type="http://schemas.openxmlformats.org/officeDocument/2006/relationships/slideMaster" Target="../slideMasters/slideMaster1.xml" Id="Rfdb1a42612f544d7"/></Relationships>
</file>

<file path=ppt/slideLayouts/_rels/slideLayout3.xml.rels><?xml version="1.0" encoding="utf-8"?><Relationships xmlns="http://schemas.openxmlformats.org/package/2006/relationships"><Relationship Type="http://schemas.openxmlformats.org/officeDocument/2006/relationships/slideMaster" Target="../slideMasters/slideMaster1.xml" Id="R5b16cd09d87341e1"/></Relationships>
</file>

<file path=ppt/slideLayouts/_rels/slideLayout4.xml.rels><?xml version="1.0" encoding="utf-8"?><Relationships xmlns="http://schemas.openxmlformats.org/package/2006/relationships"><Relationship Type="http://schemas.openxmlformats.org/officeDocument/2006/relationships/slideMaster" Target="../slideMasters/slideMaster1.xml" Id="R4d38eebfc4054096"/></Relationships>
</file>

<file path=ppt/slideLayouts/_rels/slideLayout5.xml.rels><?xml version="1.0" encoding="utf-8"?><Relationships xmlns="http://schemas.openxmlformats.org/package/2006/relationships"><Relationship Type="http://schemas.openxmlformats.org/officeDocument/2006/relationships/slideMaster" Target="../slideMasters/slideMaster1.xml" Id="R96ee464adf824a85"/></Relationships>
</file>

<file path=ppt/slideLayouts/_rels/slideLayout6.xml.rels><?xml version="1.0" encoding="utf-8"?><Relationships xmlns="http://schemas.openxmlformats.org/package/2006/relationships"><Relationship Type="http://schemas.openxmlformats.org/officeDocument/2006/relationships/slideMaster" Target="../slideMasters/slideMaster1.xml" Id="R7e3e8456056b436e"/></Relationships>
</file>

<file path=ppt/slideLayouts/_rels/slideLayout7.xml.rels><?xml version="1.0" encoding="utf-8"?><Relationships xmlns="http://schemas.openxmlformats.org/package/2006/relationships"><Relationship Type="http://schemas.openxmlformats.org/officeDocument/2006/relationships/slideMaster" Target="../slideMasters/slideMaster2.xml" Id="R76a643e422904a69"/></Relationships>
</file>

<file path=ppt/slideLayouts/_rels/slideLayout8.xml.rels><?xml version="1.0" encoding="utf-8"?><Relationships xmlns="http://schemas.openxmlformats.org/package/2006/relationships"><Relationship Type="http://schemas.openxmlformats.org/officeDocument/2006/relationships/slideMaster" Target="../slideMasters/slideMaster2.xml" Id="R25732741ddf7415b"/></Relationships>
</file>

<file path=ppt/slideLayouts/_rels/slideLayout9.xml.rels><?xml version="1.0" encoding="utf-8"?><Relationships xmlns="http://schemas.openxmlformats.org/package/2006/relationships"><Relationship Type="http://schemas.openxmlformats.org/officeDocument/2006/relationships/slideMaster" Target="../slideMasters/slideMaster2.xml" Id="Rbb4f31df92d74276"/></Relationships>
</file>

<file path=ppt/slideLayouts/_rels/slideLayout10.xml.rels><?xml version="1.0" encoding="utf-8"?><Relationships xmlns="http://schemas.openxmlformats.org/package/2006/relationships"><Relationship Type="http://schemas.openxmlformats.org/officeDocument/2006/relationships/slideMaster" Target="../slideMasters/slideMaster2.xml" Id="R09944f79effd426e"/></Relationships>
</file>

<file path=ppt/slideLayouts/_rels/slideLayout11.xml.rels><?xml version="1.0" encoding="utf-8"?><Relationships xmlns="http://schemas.openxmlformats.org/package/2006/relationships"><Relationship Type="http://schemas.openxmlformats.org/officeDocument/2006/relationships/slideMaster" Target="../slideMasters/slideMaster2.xml" Id="R89840ca3eab1444d"/></Relationships>
</file>

<file path=ppt/slideLayouts/_rels/slideLayout12.xml.rels><?xml version="1.0" encoding="utf-8"?><Relationships xmlns="http://schemas.openxmlformats.org/package/2006/relationships"><Relationship Type="http://schemas.openxmlformats.org/officeDocument/2006/relationships/slideMaster" Target="../slideMasters/slideMaster2.xml" Id="Rce1e12968de944a1"/></Relationships>
</file>

<file path=ppt/slideLayouts/_rels/slideLayout13.xml.rels><?xml version="1.0" encoding="utf-8"?><Relationships xmlns="http://schemas.openxmlformats.org/package/2006/relationships"><Relationship Type="http://schemas.openxmlformats.org/officeDocument/2006/relationships/slideMaster" Target="../slideMasters/slideMaster3.xml" Id="R9e366c99af974527"/></Relationships>
</file>

<file path=ppt/slideLayouts/_rels/slideLayout14.xml.rels><?xml version="1.0" encoding="utf-8"?><Relationships xmlns="http://schemas.openxmlformats.org/package/2006/relationships"><Relationship Type="http://schemas.openxmlformats.org/officeDocument/2006/relationships/slideMaster" Target="../slideMasters/slideMaster3.xml" Id="R05707a630aca468c"/></Relationships>
</file>

<file path=ppt/slideLayouts/_rels/slideLayout15.xml.rels><?xml version="1.0" encoding="utf-8"?><Relationships xmlns="http://schemas.openxmlformats.org/package/2006/relationships"><Relationship Type="http://schemas.openxmlformats.org/officeDocument/2006/relationships/slideMaster" Target="../slideMasters/slideMaster3.xml" Id="R31a888822024419b"/></Relationships>
</file>

<file path=ppt/slideLayouts/_rels/slideLayout16.xml.rels><?xml version="1.0" encoding="utf-8"?><Relationships xmlns="http://schemas.openxmlformats.org/package/2006/relationships"><Relationship Type="http://schemas.openxmlformats.org/officeDocument/2006/relationships/slideMaster" Target="../slideMasters/slideMaster3.xml" Id="R7e3ff6126706420d"/></Relationships>
</file>

<file path=ppt/slideLayouts/_rels/slideLayout17.xml.rels><?xml version="1.0" encoding="utf-8"?><Relationships xmlns="http://schemas.openxmlformats.org/package/2006/relationships"><Relationship Type="http://schemas.openxmlformats.org/officeDocument/2006/relationships/slideMaster" Target="../slideMasters/slideMaster3.xml" Id="R4a1b12d7b43a4980"/></Relationships>
</file>

<file path=ppt/slideLayouts/_rels/slideLayout18.xml.rels><?xml version="1.0" encoding="utf-8"?><Relationships xmlns="http://schemas.openxmlformats.org/package/2006/relationships"><Relationship Type="http://schemas.openxmlformats.org/officeDocument/2006/relationships/slideMaster" Target="../slideMasters/slideMaster3.xml" Id="Rea5ca934cd414956"/></Relationships>
</file>

<file path=ppt/slideLayouts/_rels/slideLayout19.xml.rels><?xml version="1.0" encoding="utf-8"?><Relationships xmlns="http://schemas.openxmlformats.org/package/2006/relationships"><Relationship Type="http://schemas.openxmlformats.org/officeDocument/2006/relationships/slideMaster" Target="../slideMasters/slideMaster4.xml" Id="R4d7b1c7908a04fb6"/></Relationships>
</file>

<file path=ppt/slideLayouts/_rels/slideLayout20.xml.rels><?xml version="1.0" encoding="utf-8"?><Relationships xmlns="http://schemas.openxmlformats.org/package/2006/relationships"><Relationship Type="http://schemas.openxmlformats.org/officeDocument/2006/relationships/slideMaster" Target="../slideMasters/slideMaster4.xml" Id="R873165f8fe054dd3"/></Relationships>
</file>

<file path=ppt/slideLayouts/_rels/slideLayout21.xml.rels><?xml version="1.0" encoding="utf-8"?><Relationships xmlns="http://schemas.openxmlformats.org/package/2006/relationships"><Relationship Type="http://schemas.openxmlformats.org/officeDocument/2006/relationships/slideMaster" Target="../slideMasters/slideMaster4.xml" Id="R1530617663d348d8"/></Relationships>
</file>

<file path=ppt/slideLayouts/_rels/slideLayout22.xml.rels><?xml version="1.0" encoding="utf-8"?><Relationships xmlns="http://schemas.openxmlformats.org/package/2006/relationships"><Relationship Type="http://schemas.openxmlformats.org/officeDocument/2006/relationships/slideMaster" Target="../slideMasters/slideMaster4.xml" Id="R0a2656b988dd40be"/></Relationships>
</file>

<file path=ppt/slideLayouts/_rels/slideLayout23.xml.rels><?xml version="1.0" encoding="utf-8"?><Relationships xmlns="http://schemas.openxmlformats.org/package/2006/relationships"><Relationship Type="http://schemas.openxmlformats.org/officeDocument/2006/relationships/slideMaster" Target="../slideMasters/slideMaster4.xml" Id="R47a36af067cc4c44"/></Relationships>
</file>

<file path=ppt/slideLayouts/_rels/slideLayout24.xml.rels><?xml version="1.0" encoding="utf-8"?><Relationships xmlns="http://schemas.openxmlformats.org/package/2006/relationships"><Relationship Type="http://schemas.openxmlformats.org/officeDocument/2006/relationships/slideMaster" Target="../slideMasters/slideMaster4.xml" Id="R2411ab19b5384a6a"/></Relationships>
</file>

<file path=ppt/slideLayouts/_rels/slideLayout25.xml.rels><?xml version="1.0" encoding="utf-8"?><Relationships xmlns="http://schemas.openxmlformats.org/package/2006/relationships"><Relationship Type="http://schemas.openxmlformats.org/officeDocument/2006/relationships/slideMaster" Target="../slideMasters/slideMaster5.xml" Id="Ra56abdc1cbfb43b4"/></Relationships>
</file>

<file path=ppt/slideLayouts/_rels/slideLayout26.xml.rels><?xml version="1.0" encoding="utf-8"?><Relationships xmlns="http://schemas.openxmlformats.org/package/2006/relationships"><Relationship Type="http://schemas.openxmlformats.org/officeDocument/2006/relationships/slideMaster" Target="../slideMasters/slideMaster5.xml" Id="R1c87977a1dee48f1"/></Relationships>
</file>

<file path=ppt/slideLayouts/_rels/slideLayout27.xml.rels><?xml version="1.0" encoding="utf-8"?><Relationships xmlns="http://schemas.openxmlformats.org/package/2006/relationships"><Relationship Type="http://schemas.openxmlformats.org/officeDocument/2006/relationships/slideMaster" Target="../slideMasters/slideMaster5.xml" Id="Ra7249acc027c493f"/></Relationships>
</file>

<file path=ppt/slideLayouts/_rels/slideLayout28.xml.rels><?xml version="1.0" encoding="utf-8"?><Relationships xmlns="http://schemas.openxmlformats.org/package/2006/relationships"><Relationship Type="http://schemas.openxmlformats.org/officeDocument/2006/relationships/slideMaster" Target="../slideMasters/slideMaster5.xml" Id="R19ccc2cfe1bf46d2"/></Relationships>
</file>

<file path=ppt/slideLayouts/_rels/slideLayout29.xml.rels><?xml version="1.0" encoding="utf-8"?><Relationships xmlns="http://schemas.openxmlformats.org/package/2006/relationships"><Relationship Type="http://schemas.openxmlformats.org/officeDocument/2006/relationships/slideMaster" Target="../slideMasters/slideMaster5.xml" Id="R4c2b30130f1c42d9"/></Relationships>
</file>

<file path=ppt/slideLayouts/_rels/slideLayout30.xml.rels><?xml version="1.0" encoding="utf-8"?><Relationships xmlns="http://schemas.openxmlformats.org/package/2006/relationships"><Relationship Type="http://schemas.openxmlformats.org/officeDocument/2006/relationships/slideMaster" Target="../slideMasters/slideMaster5.xml" Id="R1d8b2b4f5c5b457d"/></Relationships>
</file>

<file path=ppt/slideLayouts/_rels/slideLayout31.xml.rels><?xml version="1.0" encoding="utf-8"?><Relationships xmlns="http://schemas.openxmlformats.org/package/2006/relationships"><Relationship Type="http://schemas.openxmlformats.org/officeDocument/2006/relationships/slideMaster" Target="../slideMasters/slideMaster6.xml" Id="R2dee540a58444b0d"/></Relationships>
</file>

<file path=ppt/slideLayouts/_rels/slideLayout32.xml.rels><?xml version="1.0" encoding="utf-8"?><Relationships xmlns="http://schemas.openxmlformats.org/package/2006/relationships"><Relationship Type="http://schemas.openxmlformats.org/officeDocument/2006/relationships/slideMaster" Target="../slideMasters/slideMaster6.xml" Id="R133cb9bdc10e4809"/></Relationships>
</file>

<file path=ppt/slideLayouts/_rels/slideLayout33.xml.rels><?xml version="1.0" encoding="utf-8"?><Relationships xmlns="http://schemas.openxmlformats.org/package/2006/relationships"><Relationship Type="http://schemas.openxmlformats.org/officeDocument/2006/relationships/slideMaster" Target="../slideMasters/slideMaster6.xml" Id="R6ef8495cc7e647b7"/></Relationships>
</file>

<file path=ppt/slideLayouts/_rels/slideLayout34.xml.rels><?xml version="1.0" encoding="utf-8"?><Relationships xmlns="http://schemas.openxmlformats.org/package/2006/relationships"><Relationship Type="http://schemas.openxmlformats.org/officeDocument/2006/relationships/slideMaster" Target="../slideMasters/slideMaster6.xml" Id="R2b49db1777754a50"/></Relationships>
</file>

<file path=ppt/slideLayouts/_rels/slideLayout35.xml.rels><?xml version="1.0" encoding="utf-8"?><Relationships xmlns="http://schemas.openxmlformats.org/package/2006/relationships"><Relationship Type="http://schemas.openxmlformats.org/officeDocument/2006/relationships/slideMaster" Target="../slideMasters/slideMaster6.xml" Id="R2970c03c3fad4271"/></Relationships>
</file>

<file path=ppt/slideLayouts/_rels/slideLayout36.xml.rels><?xml version="1.0" encoding="utf-8"?><Relationships xmlns="http://schemas.openxmlformats.org/package/2006/relationships"><Relationship Type="http://schemas.openxmlformats.org/officeDocument/2006/relationships/slideMaster" Target="../slideMasters/slideMaster6.xml" Id="Rcfd232ed3abe4d01"/></Relationships>
</file>

<file path=ppt/slideLayouts/_rels/slideLayout37.xml.rels><?xml version="1.0" encoding="utf-8"?><Relationships xmlns="http://schemas.openxmlformats.org/package/2006/relationships"><Relationship Type="http://schemas.openxmlformats.org/officeDocument/2006/relationships/slideMaster" Target="../slideMasters/slideMaster7.xml" Id="Rd69ab3a5e822494c"/></Relationships>
</file>

<file path=ppt/slideLayouts/_rels/slideLayout38.xml.rels><?xml version="1.0" encoding="utf-8"?><Relationships xmlns="http://schemas.openxmlformats.org/package/2006/relationships"><Relationship Type="http://schemas.openxmlformats.org/officeDocument/2006/relationships/slideMaster" Target="../slideMasters/slideMaster7.xml" Id="R670aa5c5783c4bdb"/></Relationships>
</file>

<file path=ppt/slideLayouts/_rels/slideLayout39.xml.rels><?xml version="1.0" encoding="utf-8"?><Relationships xmlns="http://schemas.openxmlformats.org/package/2006/relationships"><Relationship Type="http://schemas.openxmlformats.org/officeDocument/2006/relationships/slideMaster" Target="../slideMasters/slideMaster7.xml" Id="Rfd11c5c8b4664f89"/></Relationships>
</file>

<file path=ppt/slideLayouts/_rels/slideLayout40.xml.rels><?xml version="1.0" encoding="utf-8"?><Relationships xmlns="http://schemas.openxmlformats.org/package/2006/relationships"><Relationship Type="http://schemas.openxmlformats.org/officeDocument/2006/relationships/slideMaster" Target="../slideMasters/slideMaster7.xml" Id="R68c1de72ac6c4c1f"/></Relationships>
</file>

<file path=ppt/slideLayouts/_rels/slideLayout41.xml.rels><?xml version="1.0" encoding="utf-8"?><Relationships xmlns="http://schemas.openxmlformats.org/package/2006/relationships"><Relationship Type="http://schemas.openxmlformats.org/officeDocument/2006/relationships/slideMaster" Target="../slideMasters/slideMaster7.xml" Id="R4d17129b24e048ba"/></Relationships>
</file>

<file path=ppt/slideLayouts/_rels/slideLayout42.xml.rels><?xml version="1.0" encoding="utf-8"?><Relationships xmlns="http://schemas.openxmlformats.org/package/2006/relationships"><Relationship Type="http://schemas.openxmlformats.org/officeDocument/2006/relationships/slideMaster" Target="../slideMasters/slideMaster7.xml" Id="Recabbe7f5ecb49ab"/></Relationships>
</file>

<file path=ppt/slideLayouts/_rels/slideLayout43.xml.rels><?xml version="1.0" encoding="utf-8"?><Relationships xmlns="http://schemas.openxmlformats.org/package/2006/relationships"><Relationship Type="http://schemas.openxmlformats.org/officeDocument/2006/relationships/slideMaster" Target="../slideMasters/slideMaster8.xml" Id="R2b9a09e8dbc84698"/></Relationships>
</file>

<file path=ppt/slideLayouts/_rels/slideLayout44.xml.rels><?xml version="1.0" encoding="utf-8"?><Relationships xmlns="http://schemas.openxmlformats.org/package/2006/relationships"><Relationship Type="http://schemas.openxmlformats.org/officeDocument/2006/relationships/slideMaster" Target="../slideMasters/slideMaster8.xml" Id="Rea82d83726ef4e4e"/></Relationships>
</file>

<file path=ppt/slideLayouts/_rels/slideLayout45.xml.rels><?xml version="1.0" encoding="utf-8"?><Relationships xmlns="http://schemas.openxmlformats.org/package/2006/relationships"><Relationship Type="http://schemas.openxmlformats.org/officeDocument/2006/relationships/slideMaster" Target="../slideMasters/slideMaster8.xml" Id="Rdf0fc6b21a3e4701"/></Relationships>
</file>

<file path=ppt/slideLayouts/_rels/slideLayout46.xml.rels><?xml version="1.0" encoding="utf-8"?><Relationships xmlns="http://schemas.openxmlformats.org/package/2006/relationships"><Relationship Type="http://schemas.openxmlformats.org/officeDocument/2006/relationships/slideMaster" Target="../slideMasters/slideMaster8.xml" Id="R41c668febc594125"/></Relationships>
</file>

<file path=ppt/slideLayouts/_rels/slideLayout47.xml.rels><?xml version="1.0" encoding="utf-8"?><Relationships xmlns="http://schemas.openxmlformats.org/package/2006/relationships"><Relationship Type="http://schemas.openxmlformats.org/officeDocument/2006/relationships/slideMaster" Target="../slideMasters/slideMaster8.xml" Id="Ra9da6cf9fa2b4cfe"/></Relationships>
</file>

<file path=ppt/slideLayouts/_rels/slideLayout48.xml.rels><?xml version="1.0" encoding="utf-8"?><Relationships xmlns="http://schemas.openxmlformats.org/package/2006/relationships"><Relationship Type="http://schemas.openxmlformats.org/officeDocument/2006/relationships/slideMaster" Target="../slideMasters/slideMaster8.xml" Id="R2ff0e6d1a07a4216"/></Relationships>
</file>

<file path=ppt/slideLayouts/_rels/slideLayout49.xml.rels><?xml version="1.0" encoding="utf-8"?><Relationships xmlns="http://schemas.openxmlformats.org/package/2006/relationships"><Relationship Type="http://schemas.openxmlformats.org/officeDocument/2006/relationships/slideMaster" Target="../slideMasters/slideMaster9.xml" Id="Rea94ee4044bd4671"/></Relationships>
</file>

<file path=ppt/slideLayouts/_rels/slideLayout50.xml.rels><?xml version="1.0" encoding="utf-8"?><Relationships xmlns="http://schemas.openxmlformats.org/package/2006/relationships"><Relationship Type="http://schemas.openxmlformats.org/officeDocument/2006/relationships/slideMaster" Target="../slideMasters/slideMaster9.xml" Id="R9d4363f1106e49a5"/></Relationships>
</file>

<file path=ppt/slideLayouts/_rels/slideLayout51.xml.rels><?xml version="1.0" encoding="utf-8"?><Relationships xmlns="http://schemas.openxmlformats.org/package/2006/relationships"><Relationship Type="http://schemas.openxmlformats.org/officeDocument/2006/relationships/slideMaster" Target="../slideMasters/slideMaster9.xml" Id="R8e1820e482764ae6"/></Relationships>
</file>

<file path=ppt/slideLayouts/_rels/slideLayout52.xml.rels><?xml version="1.0" encoding="utf-8"?><Relationships xmlns="http://schemas.openxmlformats.org/package/2006/relationships"><Relationship Type="http://schemas.openxmlformats.org/officeDocument/2006/relationships/slideMaster" Target="../slideMasters/slideMaster9.xml" Id="Rd5a14e5c2b21446e"/></Relationships>
</file>

<file path=ppt/slideLayouts/_rels/slideLayout53.xml.rels><?xml version="1.0" encoding="utf-8"?><Relationships xmlns="http://schemas.openxmlformats.org/package/2006/relationships"><Relationship Type="http://schemas.openxmlformats.org/officeDocument/2006/relationships/slideMaster" Target="../slideMasters/slideMaster9.xml" Id="R09518482fb6f4fa3"/></Relationships>
</file>

<file path=ppt/slideLayouts/_rels/slideLayout54.xml.rels><?xml version="1.0" encoding="utf-8"?><Relationships xmlns="http://schemas.openxmlformats.org/package/2006/relationships"><Relationship Type="http://schemas.openxmlformats.org/officeDocument/2006/relationships/slideMaster" Target="../slideMasters/slideMaster9.xml" Id="R1cbb5cb7f6d84291"/></Relationships>
</file>

<file path=ppt/slideLayouts/_rels/slideLayout55.xml.rels><?xml version="1.0" encoding="utf-8"?><Relationships xmlns="http://schemas.openxmlformats.org/package/2006/relationships"><Relationship Type="http://schemas.openxmlformats.org/officeDocument/2006/relationships/slideMaster" Target="../slideMasters/slideMaster10.xml" Id="R367d99f2c05543dd"/></Relationships>
</file>

<file path=ppt/slideLayouts/_rels/slideLayout56.xml.rels><?xml version="1.0" encoding="utf-8"?><Relationships xmlns="http://schemas.openxmlformats.org/package/2006/relationships"><Relationship Type="http://schemas.openxmlformats.org/officeDocument/2006/relationships/slideMaster" Target="../slideMasters/slideMaster10.xml" Id="Rbd047102b5aa4c6f"/></Relationships>
</file>

<file path=ppt/slideLayouts/_rels/slideLayout57.xml.rels><?xml version="1.0" encoding="utf-8"?><Relationships xmlns="http://schemas.openxmlformats.org/package/2006/relationships"><Relationship Type="http://schemas.openxmlformats.org/officeDocument/2006/relationships/slideMaster" Target="../slideMasters/slideMaster10.xml" Id="R19e45601d40744e5"/></Relationships>
</file>

<file path=ppt/slideLayouts/_rels/slideLayout58.xml.rels><?xml version="1.0" encoding="utf-8"?><Relationships xmlns="http://schemas.openxmlformats.org/package/2006/relationships"><Relationship Type="http://schemas.openxmlformats.org/officeDocument/2006/relationships/slideMaster" Target="../slideMasters/slideMaster10.xml" Id="R2ed04172fa144014"/></Relationships>
</file>

<file path=ppt/slideLayouts/_rels/slideLayout59.xml.rels><?xml version="1.0" encoding="utf-8"?><Relationships xmlns="http://schemas.openxmlformats.org/package/2006/relationships"><Relationship Type="http://schemas.openxmlformats.org/officeDocument/2006/relationships/slideMaster" Target="../slideMasters/slideMaster10.xml" Id="R154caaa3686747a1"/></Relationships>
</file>

<file path=ppt/slideLayouts/_rels/slideLayout60.xml.rels><?xml version="1.0" encoding="utf-8"?><Relationships xmlns="http://schemas.openxmlformats.org/package/2006/relationships"><Relationship Type="http://schemas.openxmlformats.org/officeDocument/2006/relationships/slideMaster" Target="../slideMasters/slideMaster10.xml" Id="R409911817c244a3a"/></Relationships>
</file>

<file path=ppt/slideLayouts/_rels/slideLayout61.xml.rels><?xml version="1.0" encoding="utf-8"?><Relationships xmlns="http://schemas.openxmlformats.org/package/2006/relationships"><Relationship Type="http://schemas.openxmlformats.org/officeDocument/2006/relationships/slideMaster" Target="../slideMasters/slideMaster11.xml" Id="R9d1e39ee761b4e4d"/></Relationships>
</file>

<file path=ppt/slideLayouts/_rels/slideLayout62.xml.rels><?xml version="1.0" encoding="utf-8"?><Relationships xmlns="http://schemas.openxmlformats.org/package/2006/relationships"><Relationship Type="http://schemas.openxmlformats.org/officeDocument/2006/relationships/slideMaster" Target="../slideMasters/slideMaster11.xml" Id="R7e7925df82714e6a"/></Relationships>
</file>

<file path=ppt/slideLayouts/_rels/slideLayout63.xml.rels><?xml version="1.0" encoding="utf-8"?><Relationships xmlns="http://schemas.openxmlformats.org/package/2006/relationships"><Relationship Type="http://schemas.openxmlformats.org/officeDocument/2006/relationships/slideMaster" Target="../slideMasters/slideMaster11.xml" Id="R02f0c3f76e144f73"/></Relationships>
</file>

<file path=ppt/slideLayouts/_rels/slideLayout64.xml.rels><?xml version="1.0" encoding="utf-8"?><Relationships xmlns="http://schemas.openxmlformats.org/package/2006/relationships"><Relationship Type="http://schemas.openxmlformats.org/officeDocument/2006/relationships/slideMaster" Target="../slideMasters/slideMaster11.xml" Id="Re2c2e6422ed84716"/></Relationships>
</file>

<file path=ppt/slideLayouts/_rels/slideLayout65.xml.rels><?xml version="1.0" encoding="utf-8"?><Relationships xmlns="http://schemas.openxmlformats.org/package/2006/relationships"><Relationship Type="http://schemas.openxmlformats.org/officeDocument/2006/relationships/slideMaster" Target="../slideMasters/slideMaster11.xml" Id="Reb415a22cc624b02"/></Relationships>
</file>

<file path=ppt/slideLayouts/_rels/slideLayout66.xml.rels><?xml version="1.0" encoding="utf-8"?><Relationships xmlns="http://schemas.openxmlformats.org/package/2006/relationships"><Relationship Type="http://schemas.openxmlformats.org/officeDocument/2006/relationships/slideMaster" Target="../slideMasters/slideMaster11.xml" Id="R36049b62a28f45cc"/></Relationships>
</file>

<file path=ppt/slideLayouts/_rels/slideLayout67.xml.rels><?xml version="1.0" encoding="utf-8"?><Relationships xmlns="http://schemas.openxmlformats.org/package/2006/relationships"><Relationship Type="http://schemas.openxmlformats.org/officeDocument/2006/relationships/slideMaster" Target="../slideMasters/slideMaster12.xml" Id="R7cb5ce89c7cc43d3"/></Relationships>
</file>

<file path=ppt/slideLayouts/_rels/slideLayout68.xml.rels><?xml version="1.0" encoding="utf-8"?><Relationships xmlns="http://schemas.openxmlformats.org/package/2006/relationships"><Relationship Type="http://schemas.openxmlformats.org/officeDocument/2006/relationships/slideMaster" Target="../slideMasters/slideMaster12.xml" Id="R09eb46561fa54616"/></Relationships>
</file>

<file path=ppt/slideLayouts/_rels/slideLayout69.xml.rels><?xml version="1.0" encoding="utf-8"?><Relationships xmlns="http://schemas.openxmlformats.org/package/2006/relationships"><Relationship Type="http://schemas.openxmlformats.org/officeDocument/2006/relationships/slideMaster" Target="../slideMasters/slideMaster12.xml" Id="R929629b938f34b1d"/></Relationships>
</file>

<file path=ppt/slideLayouts/_rels/slideLayout70.xml.rels><?xml version="1.0" encoding="utf-8"?><Relationships xmlns="http://schemas.openxmlformats.org/package/2006/relationships"><Relationship Type="http://schemas.openxmlformats.org/officeDocument/2006/relationships/slideMaster" Target="../slideMasters/slideMaster12.xml" Id="R6bffec8cf46046a1"/></Relationships>
</file>

<file path=ppt/slideLayouts/_rels/slideLayout71.xml.rels><?xml version="1.0" encoding="utf-8"?><Relationships xmlns="http://schemas.openxmlformats.org/package/2006/relationships"><Relationship Type="http://schemas.openxmlformats.org/officeDocument/2006/relationships/slideMaster" Target="../slideMasters/slideMaster12.xml" Id="R843ec16c504b42bc"/></Relationships>
</file>

<file path=ppt/slideLayouts/_rels/slideLayout72.xml.rels><?xml version="1.0" encoding="utf-8"?><Relationships xmlns="http://schemas.openxmlformats.org/package/2006/relationships"><Relationship Type="http://schemas.openxmlformats.org/officeDocument/2006/relationships/slideMaster" Target="../slideMasters/slideMaster12.xml" Id="R99eb036facab4adb"/></Relationships>
</file>

<file path=ppt/slideLayouts/_rels/slideLayout73.xml.rels><?xml version="1.0" encoding="utf-8"?><Relationships xmlns="http://schemas.openxmlformats.org/package/2006/relationships"><Relationship Type="http://schemas.openxmlformats.org/officeDocument/2006/relationships/slideMaster" Target="../slideMasters/slideMaster13.xml" Id="Rf3f4c4005e4a4014"/></Relationships>
</file>

<file path=ppt/slideLayouts/_rels/slideLayout74.xml.rels><?xml version="1.0" encoding="utf-8"?><Relationships xmlns="http://schemas.openxmlformats.org/package/2006/relationships"><Relationship Type="http://schemas.openxmlformats.org/officeDocument/2006/relationships/slideMaster" Target="../slideMasters/slideMaster13.xml" Id="R16e86a3a4849489a"/></Relationships>
</file>

<file path=ppt/slideLayouts/_rels/slideLayout75.xml.rels><?xml version="1.0" encoding="utf-8"?><Relationships xmlns="http://schemas.openxmlformats.org/package/2006/relationships"><Relationship Type="http://schemas.openxmlformats.org/officeDocument/2006/relationships/slideMaster" Target="../slideMasters/slideMaster13.xml" Id="Ref22ed46e8e74927"/></Relationships>
</file>

<file path=ppt/slideLayouts/_rels/slideLayout76.xml.rels><?xml version="1.0" encoding="utf-8"?><Relationships xmlns="http://schemas.openxmlformats.org/package/2006/relationships"><Relationship Type="http://schemas.openxmlformats.org/officeDocument/2006/relationships/slideMaster" Target="../slideMasters/slideMaster13.xml" Id="R122c6e34440049bc"/></Relationships>
</file>

<file path=ppt/slideLayouts/_rels/slideLayout77.xml.rels><?xml version="1.0" encoding="utf-8"?><Relationships xmlns="http://schemas.openxmlformats.org/package/2006/relationships"><Relationship Type="http://schemas.openxmlformats.org/officeDocument/2006/relationships/slideMaster" Target="../slideMasters/slideMaster13.xml" Id="Re0289fe3673b4f8b"/></Relationships>
</file>

<file path=ppt/slideLayouts/_rels/slideLayout78.xml.rels><?xml version="1.0" encoding="utf-8"?><Relationships xmlns="http://schemas.openxmlformats.org/package/2006/relationships"><Relationship Type="http://schemas.openxmlformats.org/officeDocument/2006/relationships/slideMaster" Target="../slideMasters/slideMaster13.xml" Id="R90c3ae2560af495b"/></Relationships>
</file>

<file path=ppt/slideLayouts/_rels/slideLayout79.xml.rels><?xml version="1.0" encoding="utf-8"?><Relationships xmlns="http://schemas.openxmlformats.org/package/2006/relationships"><Relationship Type="http://schemas.openxmlformats.org/officeDocument/2006/relationships/slideMaster" Target="../slideMasters/slideMaster14.xml" Id="R27a2d2acf70743e7"/></Relationships>
</file>

<file path=ppt/slideLayouts/_rels/slideLayout80.xml.rels><?xml version="1.0" encoding="utf-8"?><Relationships xmlns="http://schemas.openxmlformats.org/package/2006/relationships"><Relationship Type="http://schemas.openxmlformats.org/officeDocument/2006/relationships/slideMaster" Target="../slideMasters/slideMaster14.xml" Id="Rf66520d630f447fb"/></Relationships>
</file>

<file path=ppt/slideLayouts/_rels/slideLayout81.xml.rels><?xml version="1.0" encoding="utf-8"?><Relationships xmlns="http://schemas.openxmlformats.org/package/2006/relationships"><Relationship Type="http://schemas.openxmlformats.org/officeDocument/2006/relationships/slideMaster" Target="../slideMasters/slideMaster14.xml" Id="Rb67113bdb261458a"/></Relationships>
</file>

<file path=ppt/slideLayouts/_rels/slideLayout82.xml.rels><?xml version="1.0" encoding="utf-8"?><Relationships xmlns="http://schemas.openxmlformats.org/package/2006/relationships"><Relationship Type="http://schemas.openxmlformats.org/officeDocument/2006/relationships/slideMaster" Target="../slideMasters/slideMaster14.xml" Id="R7243aa7b35784f5b"/></Relationships>
</file>

<file path=ppt/slideLayouts/_rels/slideLayout83.xml.rels><?xml version="1.0" encoding="utf-8"?><Relationships xmlns="http://schemas.openxmlformats.org/package/2006/relationships"><Relationship Type="http://schemas.openxmlformats.org/officeDocument/2006/relationships/slideMaster" Target="../slideMasters/slideMaster14.xml" Id="R20aca65af38b4383"/></Relationships>
</file>

<file path=ppt/slideLayouts/_rels/slideLayout84.xml.rels><?xml version="1.0" encoding="utf-8"?><Relationships xmlns="http://schemas.openxmlformats.org/package/2006/relationships"><Relationship Type="http://schemas.openxmlformats.org/officeDocument/2006/relationships/slideMaster" Target="../slideMasters/slideMaster14.xml" Id="Rd55ecc9506274532"/></Relationships>
</file>

<file path=ppt/slideLayouts/_rels/slideLayout85.xml.rels><?xml version="1.0" encoding="utf-8"?><Relationships xmlns="http://schemas.openxmlformats.org/package/2006/relationships"><Relationship Type="http://schemas.openxmlformats.org/officeDocument/2006/relationships/slideMaster" Target="../slideMasters/slideMaster15.xml" Id="Rc79dbddfb9384376"/></Relationships>
</file>

<file path=ppt/slideLayouts/_rels/slideLayout86.xml.rels><?xml version="1.0" encoding="utf-8"?><Relationships xmlns="http://schemas.openxmlformats.org/package/2006/relationships"><Relationship Type="http://schemas.openxmlformats.org/officeDocument/2006/relationships/slideMaster" Target="../slideMasters/slideMaster15.xml" Id="R8082783df8fb4835"/></Relationships>
</file>

<file path=ppt/slideLayouts/_rels/slideLayout87.xml.rels><?xml version="1.0" encoding="utf-8"?><Relationships xmlns="http://schemas.openxmlformats.org/package/2006/relationships"><Relationship Type="http://schemas.openxmlformats.org/officeDocument/2006/relationships/slideMaster" Target="../slideMasters/slideMaster15.xml" Id="R9da2aab10b1843a1"/></Relationships>
</file>

<file path=ppt/slideLayouts/_rels/slideLayout88.xml.rels><?xml version="1.0" encoding="utf-8"?><Relationships xmlns="http://schemas.openxmlformats.org/package/2006/relationships"><Relationship Type="http://schemas.openxmlformats.org/officeDocument/2006/relationships/slideMaster" Target="../slideMasters/slideMaster15.xml" Id="R1b06ede329e04d9a"/></Relationships>
</file>

<file path=ppt/slideLayouts/_rels/slideLayout89.xml.rels><?xml version="1.0" encoding="utf-8"?><Relationships xmlns="http://schemas.openxmlformats.org/package/2006/relationships"><Relationship Type="http://schemas.openxmlformats.org/officeDocument/2006/relationships/slideMaster" Target="../slideMasters/slideMaster15.xml" Id="R55f0636bc63d47a0"/></Relationships>
</file>

<file path=ppt/slideLayouts/_rels/slideLayout90.xml.rels><?xml version="1.0" encoding="utf-8"?><Relationships xmlns="http://schemas.openxmlformats.org/package/2006/relationships"><Relationship Type="http://schemas.openxmlformats.org/officeDocument/2006/relationships/slideMaster" Target="../slideMasters/slideMaster15.xml" Id="R6be43c39f1304d75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F238E2-675F-4B5B-A6EC-A4E3D56AAA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6EE0AF1-31BC-4C96-A470-B9E8F46B1CB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378B181-7C6C-46F4-9A71-0C88177F14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D230D4-78BB-4FF2-A19F-7D1E616650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28C9CD9-A756-4F98-96FA-A33915B012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A65EB5F-0118-497C-9575-D0E243F64F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987E910-A170-41AD-BAD0-D3F14A2C25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F4873A1-8380-4B29-9FE9-98D4FA9C3A5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4DA7A4-0FDE-481B-BE65-E6A238D4EB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115C58D-B4D9-4FC9-977C-BCACEEE6F6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D662F8-2D85-43CA-8950-6964C3D03C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3FABC75-10E2-4F6A-8E04-3FF90313BFA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320B9BE-F81E-4B7E-9AF0-F44FF3E29B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FD8170-2533-492A-8478-7FA0EDC03F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A3CEBE0-9C17-427A-875D-B0D4825B74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2048B83-8E70-4961-8F2E-28CFAF5F1F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B5F9F4-41FC-449A-9944-F190223188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668D60C-8620-4151-9D14-7103A97FBC7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CD5D54-B040-4480-B958-7F002ADE20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549D12A-4FF2-4A4C-83F9-98688D7086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F5CF14-5D6A-41BE-92EE-75FCD34CCE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34F46F9-FCFF-4097-8C6C-5E6AD91A4C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3442886-3CFD-4209-90C6-8925A762D0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5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737DF4-84D6-4656-A710-AD3FB5D1C5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AAFCC73-56A4-4B8D-B806-CB1C542385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B149926-205D-4EED-A6A7-46685163BF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1DA049-726E-4110-B809-7831CAC9C9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F103E3F-5523-4A73-9CA3-6FC77F120B2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E68C10-9B73-4100-8CAF-91CE366A8D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34B15D3-0A87-415D-989B-9C2F170295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9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4DBCFD-553A-404E-8113-E9E8E1E3D6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33942D1-A915-40FE-9266-0242D4181AA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0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6AD4A2D-64D8-401E-8A70-58F8568C6F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1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13AE14-28F2-42D5-9534-C9EA37AF2D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B3AC610-A729-489E-A631-A86AD147A0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2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E507DCA-1269-46E3-A914-6287E8FCE7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8C42A7E-28B0-4097-AFD2-875A2B8433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F54A26E-3152-4914-B21C-FD4BE5967E8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3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A63B31-9431-4806-A9E4-5BFF728FA8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A43AF88-6563-499D-A99B-C27284A8C4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4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5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B3C860-951E-453F-8AB8-66663F5936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10C0F78-6467-4BA4-905A-CD8A06A9D38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6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AFDA680-FB22-4D4C-96D3-10B7DACC5C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7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F4829D-31D9-468C-AF5D-6979A0E311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8CD0EF0-19E1-430E-8D30-3025F6A24D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8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004A1FA-3877-4EA4-87E5-55C065494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59E7C92-4BB6-45D2-9EE3-7490D15A4E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588798D-C5C9-45A0-B748-24A4897031C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9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8C26C3-2F38-4BC9-8640-B23E01D4D0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CFC004-4E0C-4E81-AB03-F52CD8D04D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0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AB9296-FE39-4F81-8ABF-085FF459A6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6A800D2-5CB4-45B0-9801-3C8E361D847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9C7C2F8-908F-462C-846D-45FFF12653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2D0B4C-A420-4EB6-BD13-833AA7C26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E702784-6EB6-4303-A762-2A3E46E990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9DE0429-901E-4A94-9359-57ECFF0C87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18E8AD-766D-453F-B471-DD3101571A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22339BD-E910-4A7C-8F18-55BD85170AD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200E95-1BC2-4AD7-9ABE-7E01D76CFD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C5E8AA1-C2C8-46A9-8668-B343A2B163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7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9E84F8-AFA0-4755-807F-E600432629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C08005E-48DB-482E-B33E-8B839EB2E5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8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2FC76F3-BB71-4B27-8626-A1E86993DD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9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AF1857-CEA1-47CC-B26E-08FBE2AEC0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41FE87D-F336-493D-991E-6E2784A16B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0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9623B59-8FBB-485D-93E5-9FC9C4090B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B86F7E2-E37B-4634-B304-BEC8020D15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79070E5-CDD2-42B6-AE19-66B9102A880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1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A47085-C948-41D6-9191-4D1865F535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B4764AA-7F34-42CA-A65B-99FBB8063B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2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3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B0C4F8-00B3-4B15-BE2E-365523CCC7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0D0ED7C-36A6-4395-96F9-A83A0D8A2AE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4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B2EE7F2-5C2C-4397-993E-4212F9AF5B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5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88F682-DA0B-42B0-84FF-BB810800A4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D69E4A0-3554-45B8-B5DA-CFBBCF6BD7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6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168E67B-6703-4E99-8749-DE6821DFB9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D1D118-6849-4B57-8BA5-0593FDF086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713CBA3-6BD0-44AE-84D2-EC00240D9E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7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1AB837-6E9F-4990-A0F3-50D0CAF917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E952657-7742-4E07-A22A-DA41F2DF68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8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9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8AE121-56EB-408E-BA6B-748DBF3ED5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9B12EB9-8A14-43FF-8C9E-55DF796B9A9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0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D692828-2392-4757-AAD3-501D0DAD54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1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4D765C-7362-47B8-A2C3-161AB57EC7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1495AF9-AF4D-47FB-A338-536D5980D0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2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B233296-0E8D-4FD8-B921-892320B4C2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92BE28-2925-4E6D-A05F-D3FDE00AD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FD95C51-69B8-4B2D-B5E4-4D9BDD7DE1B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3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DA4D77-F601-4EA4-B61D-D868A541EC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3FBF067-5ACF-425F-A02B-3274D1A923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4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5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D65137-73DD-4137-8A06-8B862C03C0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40FB00C-945C-46F8-AB1E-0BC27004F4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6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F4D7193-D730-477F-A375-4BF9659D28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7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B54CC6-90EA-4FA0-BBB2-EC0693F84C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D5FC910-9886-4C06-84A4-CB7FB80BEF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8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5B34A97-A00F-4072-86C9-4381778BDD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E2C6105-0A3A-46D1-B398-6521B3779A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D34898F-A146-4F7B-AB01-D3E0302881D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9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38478A-CEA6-40E8-9979-2D06CED438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34D11FE-282A-4FA4-977D-D0887CE12C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0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6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4C31F5-C8BF-4F62-BE26-17C7A269BB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934D657-C905-4D94-9A3B-3E4F57553C8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74B286A-2CB2-4F38-9B8D-B57B2F1C2E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54FD6C-2652-43C1-AC63-FBEF39B8EF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65D7AE2-269E-4971-9F5A-CB407C8146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07AE8C3-B7CD-4BF9-A0A4-A995DC6BF8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FA8C6C7-9AA0-4073-9114-5AB55C5633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B323BB3-EE1A-4432-A8E1-708EC01A5C9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428621-20B6-4121-86CC-CF6661BE26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A72960C-724E-4F1F-92F5-B218203CD0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67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A543FE-36FA-4F6D-B494-A629223D9A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7944315-3ECD-493D-B67D-EDCF5E0CAB4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8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FED46BD-7035-43AB-9EA1-30B3C43189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9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B2F22B-95C9-4B26-9754-BCD17A8E1B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4066DBF-6913-4C61-9863-1E4017D441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70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FC65E1F-14BA-48FC-856D-2D34C87B7A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9AA138C-9123-4021-935D-9C5BBCA69F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B7E7509-F2D6-4200-AD1F-CFFDAB38408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71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7575FE-6A4F-424B-A842-BDEA0262FD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02498E-127E-4F9C-BD66-3DD3E8559D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72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3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72344E9-65CF-4518-8A68-615B0CC3F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4F01744-1296-4504-80F7-0B0435A218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74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12169D6-7E9D-4AB9-B7FC-CD074A627F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75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0BF512-FF55-4695-84A1-684414694B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0191F05-96D7-4E1B-B660-2B960B7304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76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033BE9D-AF58-4802-8B83-14AE573B64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05BF25D-A9DC-4318-ACCA-7A236063B2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D0036B5-D5D4-4EAC-8579-FB1FB133729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77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5206FF-1311-446E-B416-B818B08EF9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708CAB8-82E8-4616-B52B-7E7BFBF611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78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9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9AB0295-88A0-4D1A-A6E6-E7B03F1960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252A5CF-45F3-407F-8A63-550A4FBBFA9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0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B8FAA2B-D247-4F6C-B385-1468D6D670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1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BB0590-7FAB-40F9-9998-54330BBA10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20260D2-94A0-4FD4-9AE5-D68C4D4EC5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2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CB0D35F-D461-4AE8-BEED-22ADF03D97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A88DA23-515A-456C-B221-7293EA8912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584C733-6B75-439F-AED4-4C9FE6B871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3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6263CC-3242-48F4-8C7D-5F88A714EB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ABE6367-2EAF-4C70-9FEE-13737B3D7B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4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5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705F1F-9BF0-4D5C-B780-A0BB1A39FB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202725F-2F92-4362-AC5E-FE6D7AD8302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6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0DF85A6-E992-4E74-B370-BE450273C5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7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3185BC-9D08-47C7-8F72-B4FB51A0BE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6ED04C4-7B8B-4994-9547-9E39D97D4E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8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820ABA2-BFCA-4621-81CB-551C024401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C50FFEA-BB7A-4294-91BB-A84413AA33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B121E9A-AFFB-4415-A990-658853FF45A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9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111664-7F46-4F05-AF58-0F9C9EC593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9750293-4A7D-4F1E-86F4-BBD33715C0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90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theme/s00-theme2.xml" Id="R9d63ac80370648fe"/><Relationship Type="http://schemas.openxmlformats.org/officeDocument/2006/relationships/slideLayout" Target="../slideLayouts/slideLayout1.xml" Id="R55112bdfc9ea4354"/><Relationship Type="http://schemas.openxmlformats.org/officeDocument/2006/relationships/slideLayout" Target="../slideLayouts/slideLayout2.xml" Id="R18c1a84417ee4bcc"/><Relationship Type="http://schemas.openxmlformats.org/officeDocument/2006/relationships/slideLayout" Target="../slideLayouts/slideLayout3.xml" Id="R7c9b5c82e6fb44be"/><Relationship Type="http://schemas.openxmlformats.org/officeDocument/2006/relationships/slideLayout" Target="../slideLayouts/slideLayout4.xml" Id="R19954ec689eb45f0"/><Relationship Type="http://schemas.openxmlformats.org/officeDocument/2006/relationships/slideLayout" Target="../slideLayouts/slideLayout5.xml" Id="R61038b1b8a8c41f4"/><Relationship Type="http://schemas.openxmlformats.org/officeDocument/2006/relationships/slideLayout" Target="../slideLayouts/slideLayout6.xml" Id="R13f4429bae7c4423"/></Relationships>
</file>

<file path=ppt/slideMasters/_rels/slideMaster2.xml.rels><?xml version="1.0" encoding="utf-8"?><Relationships xmlns="http://schemas.openxmlformats.org/package/2006/relationships"><Relationship Type="http://schemas.openxmlformats.org/officeDocument/2006/relationships/theme" Target="theme/s01-theme2.xml" Id="Rda4f6e9140cc404e"/><Relationship Type="http://schemas.openxmlformats.org/officeDocument/2006/relationships/slideLayout" Target="../slideLayouts/slideLayout7.xml" Id="R311a4554e1e646c0"/><Relationship Type="http://schemas.openxmlformats.org/officeDocument/2006/relationships/slideLayout" Target="../slideLayouts/slideLayout8.xml" Id="Rd535e4be4f3a427d"/><Relationship Type="http://schemas.openxmlformats.org/officeDocument/2006/relationships/slideLayout" Target="../slideLayouts/slideLayout9.xml" Id="Ra74a8bc211054da2"/><Relationship Type="http://schemas.openxmlformats.org/officeDocument/2006/relationships/slideLayout" Target="../slideLayouts/slideLayout10.xml" Id="R82f3421153084656"/><Relationship Type="http://schemas.openxmlformats.org/officeDocument/2006/relationships/slideLayout" Target="../slideLayouts/slideLayout11.xml" Id="R2ffd7b94958a4ecb"/><Relationship Type="http://schemas.openxmlformats.org/officeDocument/2006/relationships/slideLayout" Target="../slideLayouts/slideLayout12.xml" Id="R245aa57dac5146ef"/></Relationships>
</file>

<file path=ppt/slideMasters/_rels/slideMaster3.xml.rels><?xml version="1.0" encoding="utf-8"?><Relationships xmlns="http://schemas.openxmlformats.org/package/2006/relationships"><Relationship Type="http://schemas.openxmlformats.org/officeDocument/2006/relationships/theme" Target="theme/s02-theme2.xml" Id="R4594808ff9804160"/><Relationship Type="http://schemas.openxmlformats.org/officeDocument/2006/relationships/slideLayout" Target="../slideLayouts/slideLayout13.xml" Id="Rcc5050b2c62f44b4"/><Relationship Type="http://schemas.openxmlformats.org/officeDocument/2006/relationships/slideLayout" Target="../slideLayouts/slideLayout14.xml" Id="R1e11934117a54ed9"/><Relationship Type="http://schemas.openxmlformats.org/officeDocument/2006/relationships/slideLayout" Target="../slideLayouts/slideLayout15.xml" Id="Rcdb7030d34374af2"/><Relationship Type="http://schemas.openxmlformats.org/officeDocument/2006/relationships/slideLayout" Target="../slideLayouts/slideLayout16.xml" Id="Rd6dabb12c10945a7"/><Relationship Type="http://schemas.openxmlformats.org/officeDocument/2006/relationships/slideLayout" Target="../slideLayouts/slideLayout17.xml" Id="R3a80a845fbca40b5"/><Relationship Type="http://schemas.openxmlformats.org/officeDocument/2006/relationships/slideLayout" Target="../slideLayouts/slideLayout18.xml" Id="Rfcd18b4f6c754a39"/></Relationships>
</file>

<file path=ppt/slideMasters/_rels/slideMaster4.xml.rels><?xml version="1.0" encoding="utf-8"?><Relationships xmlns="http://schemas.openxmlformats.org/package/2006/relationships"><Relationship Type="http://schemas.openxmlformats.org/officeDocument/2006/relationships/theme" Target="theme/s03-theme2.xml" Id="Rad2e78b0af94423b"/><Relationship Type="http://schemas.openxmlformats.org/officeDocument/2006/relationships/slideLayout" Target="../slideLayouts/slideLayout19.xml" Id="R1d42e9b5849a46d1"/><Relationship Type="http://schemas.openxmlformats.org/officeDocument/2006/relationships/slideLayout" Target="../slideLayouts/slideLayout20.xml" Id="R5d97795b7ce147c5"/><Relationship Type="http://schemas.openxmlformats.org/officeDocument/2006/relationships/slideLayout" Target="../slideLayouts/slideLayout21.xml" Id="R3b8e579cc7654ed1"/><Relationship Type="http://schemas.openxmlformats.org/officeDocument/2006/relationships/slideLayout" Target="../slideLayouts/slideLayout22.xml" Id="Rc7d69e4b89cc46f3"/><Relationship Type="http://schemas.openxmlformats.org/officeDocument/2006/relationships/slideLayout" Target="../slideLayouts/slideLayout23.xml" Id="R6540beaaef2b4a17"/><Relationship Type="http://schemas.openxmlformats.org/officeDocument/2006/relationships/slideLayout" Target="../slideLayouts/slideLayout24.xml" Id="R5a4cd1f7bea5418f"/></Relationships>
</file>

<file path=ppt/slideMasters/_rels/slideMaster5.xml.rels><?xml version="1.0" encoding="utf-8"?><Relationships xmlns="http://schemas.openxmlformats.org/package/2006/relationships"><Relationship Type="http://schemas.openxmlformats.org/officeDocument/2006/relationships/theme" Target="theme/s04-theme2.xml" Id="R1125e02db980411d"/><Relationship Type="http://schemas.openxmlformats.org/officeDocument/2006/relationships/slideLayout" Target="../slideLayouts/slideLayout25.xml" Id="Rd7ef268886e041b1"/><Relationship Type="http://schemas.openxmlformats.org/officeDocument/2006/relationships/slideLayout" Target="../slideLayouts/slideLayout26.xml" Id="Rf81f9165822d41c0"/><Relationship Type="http://schemas.openxmlformats.org/officeDocument/2006/relationships/slideLayout" Target="../slideLayouts/slideLayout27.xml" Id="Raa9d3d19d7314171"/><Relationship Type="http://schemas.openxmlformats.org/officeDocument/2006/relationships/slideLayout" Target="../slideLayouts/slideLayout28.xml" Id="R2492d58e84564b03"/><Relationship Type="http://schemas.openxmlformats.org/officeDocument/2006/relationships/slideLayout" Target="../slideLayouts/slideLayout29.xml" Id="Re9419bfb95bd4565"/><Relationship Type="http://schemas.openxmlformats.org/officeDocument/2006/relationships/slideLayout" Target="../slideLayouts/slideLayout30.xml" Id="Rcd6858d237c94934"/></Relationships>
</file>

<file path=ppt/slideMasters/_rels/slideMaster6.xml.rels><?xml version="1.0" encoding="utf-8"?><Relationships xmlns="http://schemas.openxmlformats.org/package/2006/relationships"><Relationship Type="http://schemas.openxmlformats.org/officeDocument/2006/relationships/theme" Target="theme/s05-theme2.xml" Id="R3589eaca54684c40"/><Relationship Type="http://schemas.openxmlformats.org/officeDocument/2006/relationships/slideLayout" Target="../slideLayouts/slideLayout31.xml" Id="Rff2b46c365844f0d"/><Relationship Type="http://schemas.openxmlformats.org/officeDocument/2006/relationships/slideLayout" Target="../slideLayouts/slideLayout32.xml" Id="R6ae671297bd7419a"/><Relationship Type="http://schemas.openxmlformats.org/officeDocument/2006/relationships/slideLayout" Target="../slideLayouts/slideLayout33.xml" Id="R5384d2ddba134d43"/><Relationship Type="http://schemas.openxmlformats.org/officeDocument/2006/relationships/slideLayout" Target="../slideLayouts/slideLayout34.xml" Id="R9658d23d8dc0449d"/><Relationship Type="http://schemas.openxmlformats.org/officeDocument/2006/relationships/slideLayout" Target="../slideLayouts/slideLayout35.xml" Id="R301d84fd05e544f5"/><Relationship Type="http://schemas.openxmlformats.org/officeDocument/2006/relationships/slideLayout" Target="../slideLayouts/slideLayout36.xml" Id="Ra853d78459c94f18"/></Relationships>
</file>

<file path=ppt/slideMasters/_rels/slideMaster7.xml.rels><?xml version="1.0" encoding="utf-8"?><Relationships xmlns="http://schemas.openxmlformats.org/package/2006/relationships"><Relationship Type="http://schemas.openxmlformats.org/officeDocument/2006/relationships/theme" Target="theme/s06-theme2.xml" Id="R253b12a1d733488f"/><Relationship Type="http://schemas.openxmlformats.org/officeDocument/2006/relationships/slideLayout" Target="../slideLayouts/slideLayout37.xml" Id="Rc0317f1fc660409b"/><Relationship Type="http://schemas.openxmlformats.org/officeDocument/2006/relationships/slideLayout" Target="../slideLayouts/slideLayout38.xml" Id="R3d1adc33d6c94ab9"/><Relationship Type="http://schemas.openxmlformats.org/officeDocument/2006/relationships/slideLayout" Target="../slideLayouts/slideLayout39.xml" Id="R13a8bdd6b50e44fe"/><Relationship Type="http://schemas.openxmlformats.org/officeDocument/2006/relationships/slideLayout" Target="../slideLayouts/slideLayout40.xml" Id="Rae83464734ab4636"/><Relationship Type="http://schemas.openxmlformats.org/officeDocument/2006/relationships/slideLayout" Target="../slideLayouts/slideLayout41.xml" Id="R27f6ecae223d4694"/><Relationship Type="http://schemas.openxmlformats.org/officeDocument/2006/relationships/slideLayout" Target="../slideLayouts/slideLayout42.xml" Id="R3d1efc8de6e4413a"/></Relationships>
</file>

<file path=ppt/slideMasters/_rels/slideMaster8.xml.rels><?xml version="1.0" encoding="utf-8"?><Relationships xmlns="http://schemas.openxmlformats.org/package/2006/relationships"><Relationship Type="http://schemas.openxmlformats.org/officeDocument/2006/relationships/theme" Target="theme/s07-theme2.xml" Id="R04a2f38a815a43a4"/><Relationship Type="http://schemas.openxmlformats.org/officeDocument/2006/relationships/slideLayout" Target="../slideLayouts/slideLayout43.xml" Id="R9299a52efa604405"/><Relationship Type="http://schemas.openxmlformats.org/officeDocument/2006/relationships/slideLayout" Target="../slideLayouts/slideLayout44.xml" Id="R0c9b63c9a3cb445f"/><Relationship Type="http://schemas.openxmlformats.org/officeDocument/2006/relationships/slideLayout" Target="../slideLayouts/slideLayout45.xml" Id="Rd6cd89a4946d436b"/><Relationship Type="http://schemas.openxmlformats.org/officeDocument/2006/relationships/slideLayout" Target="../slideLayouts/slideLayout46.xml" Id="Rcf5f00b687554305"/><Relationship Type="http://schemas.openxmlformats.org/officeDocument/2006/relationships/slideLayout" Target="../slideLayouts/slideLayout47.xml" Id="R0151063b50884f91"/><Relationship Type="http://schemas.openxmlformats.org/officeDocument/2006/relationships/slideLayout" Target="../slideLayouts/slideLayout48.xml" Id="R044e9c773b7f4aed"/></Relationships>
</file>

<file path=ppt/slideMasters/_rels/slideMaster9.xml.rels><?xml version="1.0" encoding="utf-8"?><Relationships xmlns="http://schemas.openxmlformats.org/package/2006/relationships"><Relationship Type="http://schemas.openxmlformats.org/officeDocument/2006/relationships/theme" Target="theme/s08-theme2.xml" Id="Rb0938ad1ce4c4bbb"/><Relationship Type="http://schemas.openxmlformats.org/officeDocument/2006/relationships/slideLayout" Target="../slideLayouts/slideLayout49.xml" Id="R1567c3a10fe244c3"/><Relationship Type="http://schemas.openxmlformats.org/officeDocument/2006/relationships/slideLayout" Target="../slideLayouts/slideLayout50.xml" Id="Rd3eb7896fee14947"/><Relationship Type="http://schemas.openxmlformats.org/officeDocument/2006/relationships/slideLayout" Target="../slideLayouts/slideLayout51.xml" Id="R0258889146854266"/><Relationship Type="http://schemas.openxmlformats.org/officeDocument/2006/relationships/slideLayout" Target="../slideLayouts/slideLayout52.xml" Id="R8512d5054cf54d29"/><Relationship Type="http://schemas.openxmlformats.org/officeDocument/2006/relationships/slideLayout" Target="../slideLayouts/slideLayout53.xml" Id="R738938f1d93c4172"/><Relationship Type="http://schemas.openxmlformats.org/officeDocument/2006/relationships/slideLayout" Target="../slideLayouts/slideLayout54.xml" Id="R8d6a683546cd4954"/></Relationships>
</file>

<file path=ppt/slideMasters/_rels/slideMaster10.xml.rels><?xml version="1.0" encoding="utf-8"?><Relationships xmlns="http://schemas.openxmlformats.org/package/2006/relationships"><Relationship Type="http://schemas.openxmlformats.org/officeDocument/2006/relationships/theme" Target="theme/s09-theme2.xml" Id="R59a4c0e15b6c4095"/><Relationship Type="http://schemas.openxmlformats.org/officeDocument/2006/relationships/slideLayout" Target="../slideLayouts/slideLayout55.xml" Id="R1534d4126a634a2a"/><Relationship Type="http://schemas.openxmlformats.org/officeDocument/2006/relationships/slideLayout" Target="../slideLayouts/slideLayout56.xml" Id="R69c2d56ab2174ea8"/><Relationship Type="http://schemas.openxmlformats.org/officeDocument/2006/relationships/slideLayout" Target="../slideLayouts/slideLayout57.xml" Id="R7900fa15dd334ebd"/><Relationship Type="http://schemas.openxmlformats.org/officeDocument/2006/relationships/slideLayout" Target="../slideLayouts/slideLayout58.xml" Id="Rc494868d752d4720"/><Relationship Type="http://schemas.openxmlformats.org/officeDocument/2006/relationships/slideLayout" Target="../slideLayouts/slideLayout59.xml" Id="R6a6810008e25448b"/><Relationship Type="http://schemas.openxmlformats.org/officeDocument/2006/relationships/slideLayout" Target="../slideLayouts/slideLayout60.xml" Id="Rd678ccfa693a4b9e"/></Relationships>
</file>

<file path=ppt/slideMasters/_rels/slideMaster11.xml.rels><?xml version="1.0" encoding="utf-8"?><Relationships xmlns="http://schemas.openxmlformats.org/package/2006/relationships"><Relationship Type="http://schemas.openxmlformats.org/officeDocument/2006/relationships/theme" Target="theme/s10-theme2.xml" Id="R639eb421fd8c4e41"/><Relationship Type="http://schemas.openxmlformats.org/officeDocument/2006/relationships/slideLayout" Target="../slideLayouts/slideLayout61.xml" Id="R900a11853d52477e"/><Relationship Type="http://schemas.openxmlformats.org/officeDocument/2006/relationships/slideLayout" Target="../slideLayouts/slideLayout62.xml" Id="Re5f8ba6f454e4614"/><Relationship Type="http://schemas.openxmlformats.org/officeDocument/2006/relationships/slideLayout" Target="../slideLayouts/slideLayout63.xml" Id="Rb4e78b371d13450d"/><Relationship Type="http://schemas.openxmlformats.org/officeDocument/2006/relationships/slideLayout" Target="../slideLayouts/slideLayout64.xml" Id="R4859a9700f3d44d8"/><Relationship Type="http://schemas.openxmlformats.org/officeDocument/2006/relationships/slideLayout" Target="../slideLayouts/slideLayout65.xml" Id="Rb525bb4a8d21415c"/><Relationship Type="http://schemas.openxmlformats.org/officeDocument/2006/relationships/slideLayout" Target="../slideLayouts/slideLayout66.xml" Id="R20679110f923425a"/></Relationships>
</file>

<file path=ppt/slideMasters/_rels/slideMaster12.xml.rels><?xml version="1.0" encoding="utf-8"?><Relationships xmlns="http://schemas.openxmlformats.org/package/2006/relationships"><Relationship Type="http://schemas.openxmlformats.org/officeDocument/2006/relationships/theme" Target="theme/s11-theme2.xml" Id="R71f8a5e652924c30"/><Relationship Type="http://schemas.openxmlformats.org/officeDocument/2006/relationships/slideLayout" Target="../slideLayouts/slideLayout67.xml" Id="Re0ea1b277be84790"/><Relationship Type="http://schemas.openxmlformats.org/officeDocument/2006/relationships/slideLayout" Target="../slideLayouts/slideLayout68.xml" Id="R3b2f640ec9524bb6"/><Relationship Type="http://schemas.openxmlformats.org/officeDocument/2006/relationships/slideLayout" Target="../slideLayouts/slideLayout69.xml" Id="Rb67c40eb1d5d4f54"/><Relationship Type="http://schemas.openxmlformats.org/officeDocument/2006/relationships/slideLayout" Target="../slideLayouts/slideLayout70.xml" Id="R847f36dc2d6640e7"/><Relationship Type="http://schemas.openxmlformats.org/officeDocument/2006/relationships/slideLayout" Target="../slideLayouts/slideLayout71.xml" Id="Ra663c202ff4d4ad1"/><Relationship Type="http://schemas.openxmlformats.org/officeDocument/2006/relationships/slideLayout" Target="../slideLayouts/slideLayout72.xml" Id="Rfa3faa73c36f41a8"/></Relationships>
</file>

<file path=ppt/slideMasters/_rels/slideMaster13.xml.rels><?xml version="1.0" encoding="utf-8"?><Relationships xmlns="http://schemas.openxmlformats.org/package/2006/relationships"><Relationship Type="http://schemas.openxmlformats.org/officeDocument/2006/relationships/theme" Target="theme/s12-theme2.xml" Id="R6fcea5bdedc54065"/><Relationship Type="http://schemas.openxmlformats.org/officeDocument/2006/relationships/slideLayout" Target="../slideLayouts/slideLayout73.xml" Id="R216bee3abd364cfb"/><Relationship Type="http://schemas.openxmlformats.org/officeDocument/2006/relationships/slideLayout" Target="../slideLayouts/slideLayout74.xml" Id="Re7e9685bf5dd4344"/><Relationship Type="http://schemas.openxmlformats.org/officeDocument/2006/relationships/slideLayout" Target="../slideLayouts/slideLayout75.xml" Id="R8789bbddfe3f45f6"/><Relationship Type="http://schemas.openxmlformats.org/officeDocument/2006/relationships/slideLayout" Target="../slideLayouts/slideLayout76.xml" Id="Re712f0cca5b34d18"/><Relationship Type="http://schemas.openxmlformats.org/officeDocument/2006/relationships/slideLayout" Target="../slideLayouts/slideLayout77.xml" Id="R47f637acd0524245"/><Relationship Type="http://schemas.openxmlformats.org/officeDocument/2006/relationships/slideLayout" Target="../slideLayouts/slideLayout78.xml" Id="R53aedb7de9af4ed1"/></Relationships>
</file>

<file path=ppt/slideMasters/_rels/slideMaster14.xml.rels><?xml version="1.0" encoding="utf-8"?><Relationships xmlns="http://schemas.openxmlformats.org/package/2006/relationships"><Relationship Type="http://schemas.openxmlformats.org/officeDocument/2006/relationships/theme" Target="theme/s13-theme2.xml" Id="R3ecbb8a8a4d548f7"/><Relationship Type="http://schemas.openxmlformats.org/officeDocument/2006/relationships/slideLayout" Target="../slideLayouts/slideLayout79.xml" Id="R4c360a2e82b44cf3"/><Relationship Type="http://schemas.openxmlformats.org/officeDocument/2006/relationships/slideLayout" Target="../slideLayouts/slideLayout80.xml" Id="Rd2849d68174147b4"/><Relationship Type="http://schemas.openxmlformats.org/officeDocument/2006/relationships/slideLayout" Target="../slideLayouts/slideLayout81.xml" Id="Rad73fac8281b42ea"/><Relationship Type="http://schemas.openxmlformats.org/officeDocument/2006/relationships/slideLayout" Target="../slideLayouts/slideLayout82.xml" Id="Ree96509f68874f51"/><Relationship Type="http://schemas.openxmlformats.org/officeDocument/2006/relationships/slideLayout" Target="../slideLayouts/slideLayout83.xml" Id="R3637c057c0a64dd5"/><Relationship Type="http://schemas.openxmlformats.org/officeDocument/2006/relationships/slideLayout" Target="../slideLayouts/slideLayout84.xml" Id="Ra64f06746b184429"/></Relationships>
</file>

<file path=ppt/slideMasters/_rels/slideMaster15.xml.rels><?xml version="1.0" encoding="utf-8"?><Relationships xmlns="http://schemas.openxmlformats.org/package/2006/relationships"><Relationship Type="http://schemas.openxmlformats.org/officeDocument/2006/relationships/theme" Target="theme/s14-theme2.xml" Id="R76298aaf396341e7"/><Relationship Type="http://schemas.openxmlformats.org/officeDocument/2006/relationships/slideLayout" Target="../slideLayouts/slideLayout85.xml" Id="R492f9048532645f1"/><Relationship Type="http://schemas.openxmlformats.org/officeDocument/2006/relationships/slideLayout" Target="../slideLayouts/slideLayout86.xml" Id="Rf48ad5a5fde14aed"/><Relationship Type="http://schemas.openxmlformats.org/officeDocument/2006/relationships/slideLayout" Target="../slideLayouts/slideLayout87.xml" Id="R871c637fe975401f"/><Relationship Type="http://schemas.openxmlformats.org/officeDocument/2006/relationships/slideLayout" Target="../slideLayouts/slideLayout88.xml" Id="R75aec2105ded4720"/><Relationship Type="http://schemas.openxmlformats.org/officeDocument/2006/relationships/slideLayout" Target="../slideLayouts/slideLayout89.xml" Id="Rca1a722896644643"/><Relationship Type="http://schemas.openxmlformats.org/officeDocument/2006/relationships/slideLayout" Target="../slideLayouts/slideLayout90.xml" Id="R25f72a1bf1f349bd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112bdfc9ea4354"/>
    <p:sldLayoutId xmlns:r="http://schemas.openxmlformats.org/officeDocument/2006/relationships" id="2147483650" r:id="R18c1a84417ee4bcc"/>
    <p:sldLayoutId xmlns:r="http://schemas.openxmlformats.org/officeDocument/2006/relationships" id="2147483651" r:id="R7c9b5c82e6fb44be"/>
    <p:sldLayoutId xmlns:r="http://schemas.openxmlformats.org/officeDocument/2006/relationships" id="2147483652" r:id="R19954ec689eb45f0"/>
    <p:sldLayoutId xmlns:r="http://schemas.openxmlformats.org/officeDocument/2006/relationships" id="2147483653" r:id="R61038b1b8a8c41f4"/>
    <p:sldLayoutId xmlns:r="http://schemas.openxmlformats.org/officeDocument/2006/relationships" id="2147483654" r:id="R13f4429bae7c44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1a4554e1e646c0"/>
    <p:sldLayoutId xmlns:r="http://schemas.openxmlformats.org/officeDocument/2006/relationships" id="2147483650" r:id="Rd535e4be4f3a427d"/>
    <p:sldLayoutId xmlns:r="http://schemas.openxmlformats.org/officeDocument/2006/relationships" id="2147483651" r:id="Ra74a8bc211054da2"/>
    <p:sldLayoutId xmlns:r="http://schemas.openxmlformats.org/officeDocument/2006/relationships" id="2147483652" r:id="R82f3421153084656"/>
    <p:sldLayoutId xmlns:r="http://schemas.openxmlformats.org/officeDocument/2006/relationships" id="2147483653" r:id="R2ffd7b94958a4ecb"/>
    <p:sldLayoutId xmlns:r="http://schemas.openxmlformats.org/officeDocument/2006/relationships" id="2147483654" r:id="R245aa57dac5146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5050b2c62f44b4"/>
    <p:sldLayoutId xmlns:r="http://schemas.openxmlformats.org/officeDocument/2006/relationships" id="2147483650" r:id="R1e11934117a54ed9"/>
    <p:sldLayoutId xmlns:r="http://schemas.openxmlformats.org/officeDocument/2006/relationships" id="2147483651" r:id="Rcdb7030d34374af2"/>
    <p:sldLayoutId xmlns:r="http://schemas.openxmlformats.org/officeDocument/2006/relationships" id="2147483652" r:id="Rd6dabb12c10945a7"/>
    <p:sldLayoutId xmlns:r="http://schemas.openxmlformats.org/officeDocument/2006/relationships" id="2147483653" r:id="R3a80a845fbca40b5"/>
    <p:sldLayoutId xmlns:r="http://schemas.openxmlformats.org/officeDocument/2006/relationships" id="2147483654" r:id="Rfcd18b4f6c754a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42e9b5849a46d1"/>
    <p:sldLayoutId xmlns:r="http://schemas.openxmlformats.org/officeDocument/2006/relationships" id="2147483650" r:id="R5d97795b7ce147c5"/>
    <p:sldLayoutId xmlns:r="http://schemas.openxmlformats.org/officeDocument/2006/relationships" id="2147483651" r:id="R3b8e579cc7654ed1"/>
    <p:sldLayoutId xmlns:r="http://schemas.openxmlformats.org/officeDocument/2006/relationships" id="2147483652" r:id="Rc7d69e4b89cc46f3"/>
    <p:sldLayoutId xmlns:r="http://schemas.openxmlformats.org/officeDocument/2006/relationships" id="2147483653" r:id="R6540beaaef2b4a17"/>
    <p:sldLayoutId xmlns:r="http://schemas.openxmlformats.org/officeDocument/2006/relationships" id="2147483654" r:id="R5a4cd1f7bea541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ef268886e041b1"/>
    <p:sldLayoutId xmlns:r="http://schemas.openxmlformats.org/officeDocument/2006/relationships" id="2147483650" r:id="Rf81f9165822d41c0"/>
    <p:sldLayoutId xmlns:r="http://schemas.openxmlformats.org/officeDocument/2006/relationships" id="2147483651" r:id="Raa9d3d19d7314171"/>
    <p:sldLayoutId xmlns:r="http://schemas.openxmlformats.org/officeDocument/2006/relationships" id="2147483652" r:id="R2492d58e84564b03"/>
    <p:sldLayoutId xmlns:r="http://schemas.openxmlformats.org/officeDocument/2006/relationships" id="2147483653" r:id="Re9419bfb95bd4565"/>
    <p:sldLayoutId xmlns:r="http://schemas.openxmlformats.org/officeDocument/2006/relationships" id="2147483654" r:id="Rcd6858d237c949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2b46c365844f0d"/>
    <p:sldLayoutId xmlns:r="http://schemas.openxmlformats.org/officeDocument/2006/relationships" id="2147483650" r:id="R6ae671297bd7419a"/>
    <p:sldLayoutId xmlns:r="http://schemas.openxmlformats.org/officeDocument/2006/relationships" id="2147483651" r:id="R5384d2ddba134d43"/>
    <p:sldLayoutId xmlns:r="http://schemas.openxmlformats.org/officeDocument/2006/relationships" id="2147483652" r:id="R9658d23d8dc0449d"/>
    <p:sldLayoutId xmlns:r="http://schemas.openxmlformats.org/officeDocument/2006/relationships" id="2147483653" r:id="R301d84fd05e544f5"/>
    <p:sldLayoutId xmlns:r="http://schemas.openxmlformats.org/officeDocument/2006/relationships" id="2147483654" r:id="Ra853d78459c94f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317f1fc660409b"/>
    <p:sldLayoutId xmlns:r="http://schemas.openxmlformats.org/officeDocument/2006/relationships" id="2147483650" r:id="R3d1adc33d6c94ab9"/>
    <p:sldLayoutId xmlns:r="http://schemas.openxmlformats.org/officeDocument/2006/relationships" id="2147483651" r:id="R13a8bdd6b50e44fe"/>
    <p:sldLayoutId xmlns:r="http://schemas.openxmlformats.org/officeDocument/2006/relationships" id="2147483652" r:id="Rae83464734ab4636"/>
    <p:sldLayoutId xmlns:r="http://schemas.openxmlformats.org/officeDocument/2006/relationships" id="2147483653" r:id="R27f6ecae223d4694"/>
    <p:sldLayoutId xmlns:r="http://schemas.openxmlformats.org/officeDocument/2006/relationships" id="2147483654" r:id="R3d1efc8de6e441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99a52efa604405"/>
    <p:sldLayoutId xmlns:r="http://schemas.openxmlformats.org/officeDocument/2006/relationships" id="2147483650" r:id="R0c9b63c9a3cb445f"/>
    <p:sldLayoutId xmlns:r="http://schemas.openxmlformats.org/officeDocument/2006/relationships" id="2147483651" r:id="Rd6cd89a4946d436b"/>
    <p:sldLayoutId xmlns:r="http://schemas.openxmlformats.org/officeDocument/2006/relationships" id="2147483652" r:id="Rcf5f00b687554305"/>
    <p:sldLayoutId xmlns:r="http://schemas.openxmlformats.org/officeDocument/2006/relationships" id="2147483653" r:id="R0151063b50884f91"/>
    <p:sldLayoutId xmlns:r="http://schemas.openxmlformats.org/officeDocument/2006/relationships" id="2147483654" r:id="R044e9c773b7f4a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67c3a10fe244c3"/>
    <p:sldLayoutId xmlns:r="http://schemas.openxmlformats.org/officeDocument/2006/relationships" id="2147483650" r:id="Rd3eb7896fee14947"/>
    <p:sldLayoutId xmlns:r="http://schemas.openxmlformats.org/officeDocument/2006/relationships" id="2147483651" r:id="R0258889146854266"/>
    <p:sldLayoutId xmlns:r="http://schemas.openxmlformats.org/officeDocument/2006/relationships" id="2147483652" r:id="R8512d5054cf54d29"/>
    <p:sldLayoutId xmlns:r="http://schemas.openxmlformats.org/officeDocument/2006/relationships" id="2147483653" r:id="R738938f1d93c4172"/>
    <p:sldLayoutId xmlns:r="http://schemas.openxmlformats.org/officeDocument/2006/relationships" id="2147483654" r:id="R8d6a683546cd49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34d4126a634a2a"/>
    <p:sldLayoutId xmlns:r="http://schemas.openxmlformats.org/officeDocument/2006/relationships" id="2147483650" r:id="R69c2d56ab2174ea8"/>
    <p:sldLayoutId xmlns:r="http://schemas.openxmlformats.org/officeDocument/2006/relationships" id="2147483651" r:id="R7900fa15dd334ebd"/>
    <p:sldLayoutId xmlns:r="http://schemas.openxmlformats.org/officeDocument/2006/relationships" id="2147483652" r:id="Rc494868d752d4720"/>
    <p:sldLayoutId xmlns:r="http://schemas.openxmlformats.org/officeDocument/2006/relationships" id="2147483653" r:id="R6a6810008e25448b"/>
    <p:sldLayoutId xmlns:r="http://schemas.openxmlformats.org/officeDocument/2006/relationships" id="2147483654" r:id="Rd678ccfa693a4b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0a11853d52477e"/>
    <p:sldLayoutId xmlns:r="http://schemas.openxmlformats.org/officeDocument/2006/relationships" id="2147483650" r:id="Re5f8ba6f454e4614"/>
    <p:sldLayoutId xmlns:r="http://schemas.openxmlformats.org/officeDocument/2006/relationships" id="2147483651" r:id="Rb4e78b371d13450d"/>
    <p:sldLayoutId xmlns:r="http://schemas.openxmlformats.org/officeDocument/2006/relationships" id="2147483652" r:id="R4859a9700f3d44d8"/>
    <p:sldLayoutId xmlns:r="http://schemas.openxmlformats.org/officeDocument/2006/relationships" id="2147483653" r:id="Rb525bb4a8d21415c"/>
    <p:sldLayoutId xmlns:r="http://schemas.openxmlformats.org/officeDocument/2006/relationships" id="2147483654" r:id="R20679110f92342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2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ea1b277be84790"/>
    <p:sldLayoutId xmlns:r="http://schemas.openxmlformats.org/officeDocument/2006/relationships" id="2147483650" r:id="R3b2f640ec9524bb6"/>
    <p:sldLayoutId xmlns:r="http://schemas.openxmlformats.org/officeDocument/2006/relationships" id="2147483651" r:id="Rb67c40eb1d5d4f54"/>
    <p:sldLayoutId xmlns:r="http://schemas.openxmlformats.org/officeDocument/2006/relationships" id="2147483652" r:id="R847f36dc2d6640e7"/>
    <p:sldLayoutId xmlns:r="http://schemas.openxmlformats.org/officeDocument/2006/relationships" id="2147483653" r:id="Ra663c202ff4d4ad1"/>
    <p:sldLayoutId xmlns:r="http://schemas.openxmlformats.org/officeDocument/2006/relationships" id="2147483654" r:id="Rfa3faa73c36f41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3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6bee3abd364cfb"/>
    <p:sldLayoutId xmlns:r="http://schemas.openxmlformats.org/officeDocument/2006/relationships" id="2147483650" r:id="Re7e9685bf5dd4344"/>
    <p:sldLayoutId xmlns:r="http://schemas.openxmlformats.org/officeDocument/2006/relationships" id="2147483651" r:id="R8789bbddfe3f45f6"/>
    <p:sldLayoutId xmlns:r="http://schemas.openxmlformats.org/officeDocument/2006/relationships" id="2147483652" r:id="Re712f0cca5b34d18"/>
    <p:sldLayoutId xmlns:r="http://schemas.openxmlformats.org/officeDocument/2006/relationships" id="2147483653" r:id="R47f637acd0524245"/>
    <p:sldLayoutId xmlns:r="http://schemas.openxmlformats.org/officeDocument/2006/relationships" id="2147483654" r:id="R53aedb7de9af4e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4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360a2e82b44cf3"/>
    <p:sldLayoutId xmlns:r="http://schemas.openxmlformats.org/officeDocument/2006/relationships" id="2147483650" r:id="Rd2849d68174147b4"/>
    <p:sldLayoutId xmlns:r="http://schemas.openxmlformats.org/officeDocument/2006/relationships" id="2147483651" r:id="Rad73fac8281b42ea"/>
    <p:sldLayoutId xmlns:r="http://schemas.openxmlformats.org/officeDocument/2006/relationships" id="2147483652" r:id="Ree96509f68874f51"/>
    <p:sldLayoutId xmlns:r="http://schemas.openxmlformats.org/officeDocument/2006/relationships" id="2147483653" r:id="R3637c057c0a64dd5"/>
    <p:sldLayoutId xmlns:r="http://schemas.openxmlformats.org/officeDocument/2006/relationships" id="2147483654" r:id="Ra64f06746b1844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5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2f9048532645f1"/>
    <p:sldLayoutId xmlns:r="http://schemas.openxmlformats.org/officeDocument/2006/relationships" id="2147483650" r:id="Rf48ad5a5fde14aed"/>
    <p:sldLayoutId xmlns:r="http://schemas.openxmlformats.org/officeDocument/2006/relationships" id="2147483651" r:id="R871c637fe975401f"/>
    <p:sldLayoutId xmlns:r="http://schemas.openxmlformats.org/officeDocument/2006/relationships" id="2147483652" r:id="R75aec2105ded4720"/>
    <p:sldLayoutId xmlns:r="http://schemas.openxmlformats.org/officeDocument/2006/relationships" id="2147483653" r:id="Rca1a722896644643"/>
    <p:sldLayoutId xmlns:r="http://schemas.openxmlformats.org/officeDocument/2006/relationships" id="2147483654" r:id="R25f72a1bf1f349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s00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01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02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03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04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05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06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07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08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09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10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11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12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13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14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../slideLayouts/slideLayout6.xml" Id="R62cb1319838e4d36"/><Relationship Type="http://schemas.openxmlformats.org/officeDocument/2006/relationships/notesSlide" Target="../notesSlides/notesSlide1.xml" Id="R923e717eccc140a0"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../slideLayouts/slideLayout6.xml" Id="R8f9fb4281d684fe3"/><Relationship Type="http://schemas.openxmlformats.org/officeDocument/2006/relationships/notesSlide" Target="../notesSlides/notesSlide2.xml" Id="R861b3935e8ff43cf"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../slideLayouts/slideLayout6.xml" Id="Re7b8b0a2646f4c86"/><Relationship Type="http://schemas.openxmlformats.org/officeDocument/2006/relationships/notesSlide" Target="../notesSlides/notesSlide3.xml" Id="R05e4e5a610214cba"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../slideLayouts/slideLayout6.xml" Id="R3a2b22e213ad4787"/><Relationship Type="http://schemas.openxmlformats.org/officeDocument/2006/relationships/notesSlide" Target="../notesSlides/notesSlide4.xml" Id="R736e21b9851a4ca1"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../slideLayouts/slideLayout12.xml" Id="Raea3c8440fd14310"/><Relationship Type="http://schemas.openxmlformats.org/officeDocument/2006/relationships/notesSlide" Target="../notesSlides/notesSlide5.xml" Id="R0d026119bc5c4748"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../slideLayouts/slideLayout12.xml" Id="R49f90a8c780147a7"/><Relationship Type="http://schemas.openxmlformats.org/officeDocument/2006/relationships/notesSlide" Target="../notesSlides/notesSlide6.xml" Id="R37fb3e9993fa49a5"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../slideLayouts/slideLayout12.xml" Id="R395b167e75134a3f"/><Relationship Type="http://schemas.openxmlformats.org/officeDocument/2006/relationships/notesSlide" Target="../notesSlides/notesSlide7.xml" Id="R1d211ad03715477e"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../slideLayouts/slideLayout12.xml" Id="R78f236026eee4602"/><Relationship Type="http://schemas.openxmlformats.org/officeDocument/2006/relationships/notesSlide" Target="../notesSlides/notesSlide8.xml" Id="Re5fa85c76b0d433a"/></Relationships>
</file>

<file path=ppt/slides/_rels/slide9.xml.rels><?xml version="1.0" encoding="utf-8"?><Relationships xmlns="http://schemas.openxmlformats.org/package/2006/relationships"><Relationship Type="http://schemas.openxmlformats.org/officeDocument/2006/relationships/slideLayout" Target="../slideLayouts/slideLayout12.xml" Id="Rfb94a4505ef24ed4"/><Relationship Type="http://schemas.openxmlformats.org/officeDocument/2006/relationships/chart" Target="charts/s01-chart1.xml" Id="Rbb952088e46d4b91"/><Relationship Type="http://schemas.openxmlformats.org/officeDocument/2006/relationships/notesSlide" Target="../notesSlides/notesSlide9.xml" Id="R7e885794fca64217"/></Relationships>
</file>

<file path=ppt/slides/_rels/slide10.xml.rels><?xml version="1.0" encoding="utf-8"?><Relationships xmlns="http://schemas.openxmlformats.org/package/2006/relationships"><Relationship Type="http://schemas.openxmlformats.org/officeDocument/2006/relationships/slideLayout" Target="../slideLayouts/slideLayout12.xml" Id="Rafb2e5f9c37c41dd"/><Relationship Type="http://schemas.openxmlformats.org/officeDocument/2006/relationships/notesSlide" Target="../notesSlides/notesSlide10.xml" Id="R83d12b6ad5e1467f"/></Relationships>
</file>

<file path=ppt/slides/_rels/slide11.xml.rels><?xml version="1.0" encoding="utf-8"?><Relationships xmlns="http://schemas.openxmlformats.org/package/2006/relationships"><Relationship Type="http://schemas.openxmlformats.org/officeDocument/2006/relationships/slideLayout" Target="../slideLayouts/slideLayout12.xml" Id="R79fffafc1c6247ac"/><Relationship Type="http://schemas.openxmlformats.org/officeDocument/2006/relationships/notesSlide" Target="../notesSlides/notesSlide11.xml" Id="R5280c5ff5ac647df"/></Relationships>
</file>

<file path=ppt/slides/_rels/slide12.xml.rels><?xml version="1.0" encoding="utf-8"?><Relationships xmlns="http://schemas.openxmlformats.org/package/2006/relationships"><Relationship Type="http://schemas.openxmlformats.org/officeDocument/2006/relationships/slideLayout" Target="../slideLayouts/slideLayout12.xml" Id="R2293941896514bf5"/><Relationship Type="http://schemas.openxmlformats.org/officeDocument/2006/relationships/notesSlide" Target="../notesSlides/notesSlide12.xml" Id="Rab525932d0a1431d"/></Relationships>
</file>

<file path=ppt/slides/_rels/slide13.xml.rels><?xml version="1.0" encoding="utf-8"?><Relationships xmlns="http://schemas.openxmlformats.org/package/2006/relationships"><Relationship Type="http://schemas.openxmlformats.org/officeDocument/2006/relationships/slideLayout" Target="../slideLayouts/slideLayout12.xml" Id="Red822ca888064631"/><Relationship Type="http://schemas.openxmlformats.org/officeDocument/2006/relationships/notesSlide" Target="../notesSlides/notesSlide13.xml" Id="R7841f225ea444ab6"/></Relationships>
</file>

<file path=ppt/slides/_rels/slide14.xml.rels><?xml version="1.0" encoding="utf-8"?><Relationships xmlns="http://schemas.openxmlformats.org/package/2006/relationships"><Relationship Type="http://schemas.openxmlformats.org/officeDocument/2006/relationships/slideLayout" Target="../slideLayouts/slideLayout12.xml" Id="Ra0d4f5b7638d440d"/><Relationship Type="http://schemas.openxmlformats.org/officeDocument/2006/relationships/notesSlide" Target="../notesSlides/notesSlide14.xml" Id="Redf71008a2c54577"/></Relationships>
</file>

<file path=ppt/slides/_rels/slide15.xml.rels><?xml version="1.0" encoding="utf-8"?><Relationships xmlns="http://schemas.openxmlformats.org/package/2006/relationships"><Relationship Type="http://schemas.openxmlformats.org/officeDocument/2006/relationships/slideLayout" Target="../slideLayouts/slideLayout12.xml" Id="R476e40735ecc4173"/><Relationship Type="http://schemas.openxmlformats.org/officeDocument/2006/relationships/notesSlide" Target="../notesSlides/notesSlide15.xml" Id="R0d451dda6a3d4e02"/></Relationships>
</file>

<file path=ppt/slides/_rels/slide16.xml.rels><?xml version="1.0" encoding="utf-8"?><Relationships xmlns="http://schemas.openxmlformats.org/package/2006/relationships"><Relationship Type="http://schemas.openxmlformats.org/officeDocument/2006/relationships/slideLayout" Target="../slideLayouts/slideLayout12.xml" Id="Rd0321ce7c131498a"/><Relationship Type="http://schemas.openxmlformats.org/officeDocument/2006/relationships/notesSlide" Target="../notesSlides/notesSlide16.xml" Id="R616dffe657754ad1"/></Relationships>
</file>

<file path=ppt/slides/_rels/slide17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4fd5b4f0c2cc4677"/><Relationship Type="http://schemas.openxmlformats.org/officeDocument/2006/relationships/notesSlide" Target="../notesSlides/notesSlide17.xml" Id="R60dd3f7c1d78465e"/></Relationships>
</file>

<file path=ppt/slides/_rels/slide18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69f1713946744a3e"/><Relationship Type="http://schemas.openxmlformats.org/officeDocument/2006/relationships/notesSlide" Target="../notesSlides/notesSlide18.xml" Id="R829094cbfe214190"/></Relationships>
</file>

<file path=ppt/slides/_rels/slide19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f7ce2dec5d934979"/><Relationship Type="http://schemas.openxmlformats.org/officeDocument/2006/relationships/notesSlide" Target="../notesSlides/notesSlide19.xml" Id="Rea30b70d502e4fa5"/></Relationships>
</file>

<file path=ppt/slides/_rels/slide20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fe10349a434a43a9"/><Relationship Type="http://schemas.openxmlformats.org/officeDocument/2006/relationships/notesSlide" Target="../notesSlides/notesSlide20.xml" Id="Rfcd9351f2c934705"/></Relationships>
</file>

<file path=ppt/slides/_rels/slide21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06f22c71960a4963"/><Relationship Type="http://schemas.openxmlformats.org/officeDocument/2006/relationships/notesSlide" Target="../notesSlides/notesSlide21.xml" Id="R2a3349190fab459d"/></Relationships>
</file>

<file path=ppt/slides/_rels/slide22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8cc849542e844e2e"/><Relationship Type="http://schemas.openxmlformats.org/officeDocument/2006/relationships/notesSlide" Target="../notesSlides/notesSlide22.xml" Id="R9988c8379cf2453f"/></Relationships>
</file>

<file path=ppt/slides/_rels/slide23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5f98761e96454733"/><Relationship Type="http://schemas.openxmlformats.org/officeDocument/2006/relationships/notesSlide" Target="../notesSlides/notesSlide23.xml" Id="R3b6820a024bc4190"/></Relationships>
</file>

<file path=ppt/slides/_rels/slide24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1156595d8ab247a6"/><Relationship Type="http://schemas.openxmlformats.org/officeDocument/2006/relationships/notesSlide" Target="../notesSlides/notesSlide24.xml" Id="R9aea837be9aa497f"/></Relationships>
</file>

<file path=ppt/slides/_rels/slide25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d495a9ec2bac4b59"/><Relationship Type="http://schemas.openxmlformats.org/officeDocument/2006/relationships/notesSlide" Target="../notesSlides/notesSlide25.xml" Id="R837b7833ccd741d4"/></Relationships>
</file>

<file path=ppt/slides/_rels/slide26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6526e5e5a47746e6"/><Relationship Type="http://schemas.openxmlformats.org/officeDocument/2006/relationships/notesSlide" Target="../notesSlides/notesSlide26.xml" Id="R76f59548fc304c7f"/></Relationships>
</file>

<file path=ppt/slides/_rels/slide27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d4a6e8d4ab434355"/><Relationship Type="http://schemas.openxmlformats.org/officeDocument/2006/relationships/notesSlide" Target="../notesSlides/notesSlide27.xml" Id="R740343c53b8b4f2c"/></Relationships>
</file>

<file path=ppt/slides/_rels/slide28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a40f6c3e129548c9"/><Relationship Type="http://schemas.openxmlformats.org/officeDocument/2006/relationships/notesSlide" Target="../notesSlides/notesSlide28.xml" Id="Rab73c32c79aa4fd1"/></Relationships>
</file>

<file path=ppt/slides/_rels/slide29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1b2d2178280e4c5b"/><Relationship Type="http://schemas.openxmlformats.org/officeDocument/2006/relationships/notesSlide" Target="../notesSlides/notesSlide29.xml" Id="R297c32b910d74e08"/></Relationships>
</file>

<file path=ppt/slides/_rels/slide30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52d3891c89264987"/><Relationship Type="http://schemas.openxmlformats.org/officeDocument/2006/relationships/notesSlide" Target="../notesSlides/notesSlide30.xml" Id="R627e784bb40648ff"/></Relationships>
</file>

<file path=ppt/slides/_rels/slide31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827c95e1895e4d1a"/><Relationship Type="http://schemas.openxmlformats.org/officeDocument/2006/relationships/notesSlide" Target="../notesSlides/notesSlide31.xml" Id="R5b39c609848e4044"/></Relationships>
</file>

<file path=ppt/slides/_rels/slide32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85cb3b164e834dea"/><Relationship Type="http://schemas.openxmlformats.org/officeDocument/2006/relationships/notesSlide" Target="../notesSlides/notesSlide32.xml" Id="Rcfc3efb3984f4fca"/></Relationships>
</file>

<file path=ppt/slides/_rels/slide33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82feb87bd54e49ff"/><Relationship Type="http://schemas.openxmlformats.org/officeDocument/2006/relationships/notesSlide" Target="../notesSlides/notesSlide33.xml" Id="R04a6782cd7954ffc"/></Relationships>
</file>

<file path=ppt/slides/_rels/slide34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852b1540c67347a0"/><Relationship Type="http://schemas.openxmlformats.org/officeDocument/2006/relationships/notesSlide" Target="../notesSlides/notesSlide34.xml" Id="R6b10e491a1444fa4"/></Relationships>
</file>

<file path=ppt/slides/_rels/slide35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9089ac0f67cb48da"/><Relationship Type="http://schemas.openxmlformats.org/officeDocument/2006/relationships/notesSlide" Target="../notesSlides/notesSlide35.xml" Id="R670e666e6ea342dd"/></Relationships>
</file>

<file path=ppt/slides/_rels/slide36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18ea17cef9564cde"/><Relationship Type="http://schemas.openxmlformats.org/officeDocument/2006/relationships/notesSlide" Target="../notesSlides/notesSlide36.xml" Id="R3536144d340b4415"/></Relationships>
</file>

<file path=ppt/slides/_rels/slide37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a8b64eccafa34fff"/><Relationship Type="http://schemas.openxmlformats.org/officeDocument/2006/relationships/notesSlide" Target="../notesSlides/notesSlide37.xml" Id="R3a1d8486b19643cb"/></Relationships>
</file>

<file path=ppt/slides/_rels/slide38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6e8643b1dd3d4101"/><Relationship Type="http://schemas.openxmlformats.org/officeDocument/2006/relationships/notesSlide" Target="../notesSlides/notesSlide38.xml" Id="R1cfe7912a88b4b3b"/></Relationships>
</file>

<file path=ppt/slides/_rels/slide39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84894b7356124ade"/><Relationship Type="http://schemas.openxmlformats.org/officeDocument/2006/relationships/notesSlide" Target="../notesSlides/notesSlide39.xml" Id="Rb54def6261bd4b2c"/></Relationships>
</file>

<file path=ppt/slides/_rels/slide40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a39b7575fbea491c"/><Relationship Type="http://schemas.openxmlformats.org/officeDocument/2006/relationships/chart" Target="charts/s03-chart1.xml" Id="Rf61624575406468c"/><Relationship Type="http://schemas.openxmlformats.org/officeDocument/2006/relationships/notesSlide" Target="../notesSlides/notesSlide40.xml" Id="R7d306ef26cc34aa0"/></Relationships>
</file>

<file path=ppt/slides/_rels/slide41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2ab1daea5e474a29"/><Relationship Type="http://schemas.openxmlformats.org/officeDocument/2006/relationships/notesSlide" Target="../notesSlides/notesSlide41.xml" Id="Ra7fdf307e77d43da"/></Relationships>
</file>

<file path=ppt/slides/_rels/slide42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52841305cc23401b"/><Relationship Type="http://schemas.openxmlformats.org/officeDocument/2006/relationships/notesSlide" Target="../notesSlides/notesSlide42.xml" Id="Rb550c580f9384167"/></Relationships>
</file>

<file path=ppt/slides/_rels/slide43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4ca0082df26b43f0"/><Relationship Type="http://schemas.openxmlformats.org/officeDocument/2006/relationships/notesSlide" Target="../notesSlides/notesSlide43.xml" Id="R3c9053309d4b4294"/></Relationships>
</file>

<file path=ppt/slides/_rels/slide44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07c772fedb884d18"/><Relationship Type="http://schemas.openxmlformats.org/officeDocument/2006/relationships/notesSlide" Target="../notesSlides/notesSlide44.xml" Id="R50e5b3ce883348e4"/></Relationships>
</file>

<file path=ppt/slides/_rels/slide45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589fa476d9794529"/><Relationship Type="http://schemas.openxmlformats.org/officeDocument/2006/relationships/notesSlide" Target="../notesSlides/notesSlide45.xml" Id="R440e12974213426f"/></Relationships>
</file>

<file path=ppt/slides/_rels/slide46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c7087ea0b293407b"/><Relationship Type="http://schemas.openxmlformats.org/officeDocument/2006/relationships/chart" Target="charts/s03-chart2.xml" Id="R4394e1c8ac734c5c"/><Relationship Type="http://schemas.openxmlformats.org/officeDocument/2006/relationships/notesSlide" Target="../notesSlides/notesSlide46.xml" Id="R3eb68ee4cc804ef9"/></Relationships>
</file>

<file path=ppt/slides/_rels/slide47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0bf93d1d73544268"/><Relationship Type="http://schemas.openxmlformats.org/officeDocument/2006/relationships/notesSlide" Target="../notesSlides/notesSlide47.xml" Id="R337d75d7ccf5406f"/></Relationships>
</file>

<file path=ppt/slides/_rels/slide48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b03041a785f543a8"/><Relationship Type="http://schemas.openxmlformats.org/officeDocument/2006/relationships/notesSlide" Target="../notesSlides/notesSlide48.xml" Id="R947dd6eeae5e4a33"/></Relationships>
</file>

<file path=ppt/slides/_rels/slide49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fbb3c8bad8434f39"/><Relationship Type="http://schemas.openxmlformats.org/officeDocument/2006/relationships/notesSlide" Target="../notesSlides/notesSlide49.xml" Id="R0472e4cba19c4b0d"/></Relationships>
</file>

<file path=ppt/slides/_rels/slide50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08f397b39fba4a48"/><Relationship Type="http://schemas.openxmlformats.org/officeDocument/2006/relationships/notesSlide" Target="../notesSlides/notesSlide50.xml" Id="R55feae5a82304892"/></Relationships>
</file>

<file path=ppt/slides/_rels/slide51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dbaa84cc91ed48e5"/><Relationship Type="http://schemas.openxmlformats.org/officeDocument/2006/relationships/notesSlide" Target="../notesSlides/notesSlide51.xml" Id="Refd46726bd004d4b"/></Relationships>
</file>

<file path=ppt/slides/_rels/slide52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ec207181589b4a8e"/><Relationship Type="http://schemas.openxmlformats.org/officeDocument/2006/relationships/notesSlide" Target="../notesSlides/notesSlide52.xml" Id="Rdb3022780c354fa1"/></Relationships>
</file>

<file path=ppt/slides/_rels/slide53.xml.rels><?xml version="1.0" encoding="utf-8"?><Relationships xmlns="http://schemas.openxmlformats.org/package/2006/relationships"><Relationship Type="http://schemas.openxmlformats.org/officeDocument/2006/relationships/slideLayout" Target="../slideLayouts/slideLayout30.xml" Id="R9952392a748e4300"/><Relationship Type="http://schemas.openxmlformats.org/officeDocument/2006/relationships/notesSlide" Target="../notesSlides/notesSlide53.xml" Id="Rb1ebb8e764114bb1"/></Relationships>
</file>

<file path=ppt/slides/_rels/slide54.xml.rels><?xml version="1.0" encoding="utf-8"?><Relationships xmlns="http://schemas.openxmlformats.org/package/2006/relationships"><Relationship Type="http://schemas.openxmlformats.org/officeDocument/2006/relationships/slideLayout" Target="../slideLayouts/slideLayout30.xml" Id="Re67687d7c1664329"/><Relationship Type="http://schemas.openxmlformats.org/officeDocument/2006/relationships/image" Target="../media/s04-image.jpeg" Id="R22248a25b7fd4261"/><Relationship Type="http://schemas.openxmlformats.org/officeDocument/2006/relationships/notesSlide" Target="../notesSlides/notesSlide54.xml" Id="R6541b4a9376044a9"/></Relationships>
</file>

<file path=ppt/slides/_rels/slide55.xml.rels><?xml version="1.0" encoding="utf-8"?><Relationships xmlns="http://schemas.openxmlformats.org/package/2006/relationships"><Relationship Type="http://schemas.openxmlformats.org/officeDocument/2006/relationships/slideLayout" Target="../slideLayouts/slideLayout30.xml" Id="R3505594d8c9149af"/><Relationship Type="http://schemas.openxmlformats.org/officeDocument/2006/relationships/chart" Target="charts/s04-chart1.xml" Id="R278404b0b8b845fa"/><Relationship Type="http://schemas.openxmlformats.org/officeDocument/2006/relationships/notesSlide" Target="../notesSlides/notesSlide55.xml" Id="R93e3c83be53e4f83"/></Relationships>
</file>

<file path=ppt/slides/_rels/slide56.xml.rels><?xml version="1.0" encoding="utf-8"?><Relationships xmlns="http://schemas.openxmlformats.org/package/2006/relationships"><Relationship Type="http://schemas.openxmlformats.org/officeDocument/2006/relationships/slideLayout" Target="../slideLayouts/slideLayout30.xml" Id="Re55ec3b09a4149ca"/><Relationship Type="http://schemas.openxmlformats.org/officeDocument/2006/relationships/notesSlide" Target="../notesSlides/notesSlide56.xml" Id="Rd8f25137eee84f5e"/></Relationships>
</file>

<file path=ppt/slides/_rels/slide57.xml.rels><?xml version="1.0" encoding="utf-8"?><Relationships xmlns="http://schemas.openxmlformats.org/package/2006/relationships"><Relationship Type="http://schemas.openxmlformats.org/officeDocument/2006/relationships/slideLayout" Target="../slideLayouts/slideLayout30.xml" Id="R124dfc49ec5f44f9"/><Relationship Type="http://schemas.openxmlformats.org/officeDocument/2006/relationships/notesSlide" Target="../notesSlides/notesSlide57.xml" Id="Rd6ef78d4bce545d8"/></Relationships>
</file>

<file path=ppt/slides/_rels/slide58.xml.rels><?xml version="1.0" encoding="utf-8"?><Relationships xmlns="http://schemas.openxmlformats.org/package/2006/relationships"><Relationship Type="http://schemas.openxmlformats.org/officeDocument/2006/relationships/slideLayout" Target="../slideLayouts/slideLayout30.xml" Id="Ra88869bcb81240e7"/><Relationship Type="http://schemas.openxmlformats.org/officeDocument/2006/relationships/notesSlide" Target="../notesSlides/notesSlide58.xml" Id="R72b2482b9d904c42"/></Relationships>
</file>

<file path=ppt/slides/_rels/slide59.xml.rels><?xml version="1.0" encoding="utf-8"?><Relationships xmlns="http://schemas.openxmlformats.org/package/2006/relationships"><Relationship Type="http://schemas.openxmlformats.org/officeDocument/2006/relationships/slideLayout" Target="../slideLayouts/slideLayout30.xml" Id="Re68de9897da3424c"/><Relationship Type="http://schemas.openxmlformats.org/officeDocument/2006/relationships/notesSlide" Target="../notesSlides/notesSlide59.xml" Id="R996e0754ad7441d5"/></Relationships>
</file>

<file path=ppt/slides/_rels/slide60.xml.rels><?xml version="1.0" encoding="utf-8"?><Relationships xmlns="http://schemas.openxmlformats.org/package/2006/relationships"><Relationship Type="http://schemas.openxmlformats.org/officeDocument/2006/relationships/slideLayout" Target="../slideLayouts/slideLayout30.xml" Id="R32d297ef40a74b05"/><Relationship Type="http://schemas.openxmlformats.org/officeDocument/2006/relationships/notesSlide" Target="../notesSlides/notesSlide60.xml" Id="R36b0c9e1ab304c2a"/></Relationships>
</file>

<file path=ppt/slides/_rels/slide61.xml.rels><?xml version="1.0" encoding="utf-8"?><Relationships xmlns="http://schemas.openxmlformats.org/package/2006/relationships"><Relationship Type="http://schemas.openxmlformats.org/officeDocument/2006/relationships/slideLayout" Target="../slideLayouts/slideLayout30.xml" Id="R8e0544cbf71040f3"/><Relationship Type="http://schemas.openxmlformats.org/officeDocument/2006/relationships/notesSlide" Target="../notesSlides/notesSlide61.xml" Id="R32aec3fd70b94cb8"/></Relationships>
</file>

<file path=ppt/slides/_rels/slide62.xml.rels><?xml version="1.0" encoding="utf-8"?><Relationships xmlns="http://schemas.openxmlformats.org/package/2006/relationships"><Relationship Type="http://schemas.openxmlformats.org/officeDocument/2006/relationships/slideLayout" Target="../slideLayouts/slideLayout30.xml" Id="R7d0ae468c8f64303"/><Relationship Type="http://schemas.openxmlformats.org/officeDocument/2006/relationships/image" Target="../media/s04-image.png" Id="Rf7b872a0d1624b87"/><Relationship Type="http://schemas.openxmlformats.org/officeDocument/2006/relationships/notesSlide" Target="../notesSlides/notesSlide62.xml" Id="Rb8554809ea0e4fd7"/></Relationships>
</file>

<file path=ppt/slides/_rels/slide63.xml.rels><?xml version="1.0" encoding="utf-8"?><Relationships xmlns="http://schemas.openxmlformats.org/package/2006/relationships"><Relationship Type="http://schemas.openxmlformats.org/officeDocument/2006/relationships/slideLayout" Target="../slideLayouts/slideLayout30.xml" Id="R184352d5519c431b"/><Relationship Type="http://schemas.openxmlformats.org/officeDocument/2006/relationships/notesSlide" Target="../notesSlides/notesSlide63.xml" Id="R6c383cecb968473d"/></Relationships>
</file>

<file path=ppt/slides/_rels/slide64.xml.rels><?xml version="1.0" encoding="utf-8"?><Relationships xmlns="http://schemas.openxmlformats.org/package/2006/relationships"><Relationship Type="http://schemas.openxmlformats.org/officeDocument/2006/relationships/slideLayout" Target="../slideLayouts/slideLayout30.xml" Id="Rb1c6872db2434663"/><Relationship Type="http://schemas.openxmlformats.org/officeDocument/2006/relationships/notesSlide" Target="../notesSlides/notesSlide64.xml" Id="R4843a9c1a86e4912"/></Relationships>
</file>

<file path=ppt/slides/_rels/slide65.xml.rels><?xml version="1.0" encoding="utf-8"?><Relationships xmlns="http://schemas.openxmlformats.org/package/2006/relationships"><Relationship Type="http://schemas.openxmlformats.org/officeDocument/2006/relationships/slideLayout" Target="../slideLayouts/slideLayout30.xml" Id="Radbffebaf26f447d"/><Relationship Type="http://schemas.openxmlformats.org/officeDocument/2006/relationships/notesSlide" Target="../notesSlides/notesSlide65.xml" Id="Rfb5539c0777b4538"/></Relationships>
</file>

<file path=ppt/slides/_rels/slide66.xml.rels><?xml version="1.0" encoding="utf-8"?><Relationships xmlns="http://schemas.openxmlformats.org/package/2006/relationships"><Relationship Type="http://schemas.openxmlformats.org/officeDocument/2006/relationships/slideLayout" Target="../slideLayouts/slideLayout30.xml" Id="Rb937a84f732f420a"/><Relationship Type="http://schemas.openxmlformats.org/officeDocument/2006/relationships/notesSlide" Target="../notesSlides/notesSlide66.xml" Id="Rc1a58e3821aa4749"/></Relationships>
</file>

<file path=ppt/slides/_rels/slide67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4598452841e84d79"/><Relationship Type="http://schemas.openxmlformats.org/officeDocument/2006/relationships/notesSlide" Target="../notesSlides/notesSlide67.xml" Id="R0acf3fa50c644470"/></Relationships>
</file>

<file path=ppt/slides/_rels/slide68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693e6d9f3d2d4cbf"/><Relationship Type="http://schemas.openxmlformats.org/officeDocument/2006/relationships/notesSlide" Target="../notesSlides/notesSlide68.xml" Id="R5afd6952731f4b4e"/></Relationships>
</file>

<file path=ppt/slides/_rels/slide69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d47c80b40ff64af9"/><Relationship Type="http://schemas.openxmlformats.org/officeDocument/2006/relationships/notesSlide" Target="../notesSlides/notesSlide69.xml" Id="R95f84c4a76b24e61"/></Relationships>
</file>

<file path=ppt/slides/_rels/slide70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df9790c0da6e424b"/><Relationship Type="http://schemas.openxmlformats.org/officeDocument/2006/relationships/notesSlide" Target="../notesSlides/notesSlide70.xml" Id="R21544f0791dc418d"/></Relationships>
</file>

<file path=ppt/slides/_rels/slide71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dcce2dcbbf1f4970"/><Relationship Type="http://schemas.openxmlformats.org/officeDocument/2006/relationships/image" Target="../media/s05-image.png" Id="R1381e9a0928a4465"/><Relationship Type="http://schemas.openxmlformats.org/officeDocument/2006/relationships/notesSlide" Target="../notesSlides/notesSlide71.xml" Id="R9894f1f82a814c8f"/></Relationships>
</file>

<file path=ppt/slides/_rels/slide72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95a14e8494294d9a"/><Relationship Type="http://schemas.openxmlformats.org/officeDocument/2006/relationships/notesSlide" Target="../notesSlides/notesSlide72.xml" Id="R8328f3011fc74f47"/></Relationships>
</file>

<file path=ppt/slides/_rels/slide73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fd32b38465684899"/><Relationship Type="http://schemas.openxmlformats.org/officeDocument/2006/relationships/notesSlide" Target="../notesSlides/notesSlide73.xml" Id="R51e89d5946194b16"/></Relationships>
</file>

<file path=ppt/slides/_rels/slide74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76641c8ba6fc433b"/><Relationship Type="http://schemas.openxmlformats.org/officeDocument/2006/relationships/notesSlide" Target="../notesSlides/notesSlide74.xml" Id="R89950db7d07a4ff5"/></Relationships>
</file>

<file path=ppt/slides/_rels/slide75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da37eae25997449c"/><Relationship Type="http://schemas.openxmlformats.org/officeDocument/2006/relationships/image" Target="../media/s05-image2.png" Id="Rdcfbd6a31ec14e43"/><Relationship Type="http://schemas.openxmlformats.org/officeDocument/2006/relationships/notesSlide" Target="../notesSlides/notesSlide75.xml" Id="R34eedc1ee7d34ede"/></Relationships>
</file>

<file path=ppt/slides/_rels/slide76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77ec50ad6ef346f2"/><Relationship Type="http://schemas.openxmlformats.org/officeDocument/2006/relationships/notesSlide" Target="../notesSlides/notesSlide76.xml" Id="R970169d66f734bfb"/></Relationships>
</file>

<file path=ppt/slides/_rels/slide77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0c2c121cc44d486b"/><Relationship Type="http://schemas.openxmlformats.org/officeDocument/2006/relationships/notesSlide" Target="../notesSlides/notesSlide77.xml" Id="R918ed379c30f4426"/></Relationships>
</file>

<file path=ppt/slides/_rels/slide78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fd5bf8be733e431a"/><Relationship Type="http://schemas.openxmlformats.org/officeDocument/2006/relationships/notesSlide" Target="../notesSlides/notesSlide78.xml" Id="R88e27171c4e642bf"/></Relationships>
</file>

<file path=ppt/slides/_rels/slide79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42777385c0394c2f"/><Relationship Type="http://schemas.openxmlformats.org/officeDocument/2006/relationships/notesSlide" Target="../notesSlides/notesSlide79.xml" Id="R8cf6ab9588774c7d"/></Relationships>
</file>

<file path=ppt/slides/_rels/slide80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e19df94d044c43d8"/><Relationship Type="http://schemas.openxmlformats.org/officeDocument/2006/relationships/notesSlide" Target="../notesSlides/notesSlide80.xml" Id="R147b0d4e5e1544c3"/></Relationships>
</file>

<file path=ppt/slides/_rels/slide81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9d9d625cda254b67"/><Relationship Type="http://schemas.openxmlformats.org/officeDocument/2006/relationships/notesSlide" Target="../notesSlides/notesSlide81.xml" Id="R1c431ffedc744778"/></Relationships>
</file>

<file path=ppt/slides/_rels/slide82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5459727a821947d8"/><Relationship Type="http://schemas.openxmlformats.org/officeDocument/2006/relationships/notesSlide" Target="../notesSlides/notesSlide82.xml" Id="Re9360593e39a4c38"/></Relationships>
</file>

<file path=ppt/slides/_rels/slide83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a4f92cbb6ce44d67"/><Relationship Type="http://schemas.openxmlformats.org/officeDocument/2006/relationships/notesSlide" Target="../notesSlides/notesSlide83.xml" Id="R32029608367b4d9a"/></Relationships>
</file>

<file path=ppt/slides/_rels/slide84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ddd05b8ec0e64c10"/><Relationship Type="http://schemas.openxmlformats.org/officeDocument/2006/relationships/chart" Target="charts/s05-chart1.xml" Id="Rf35c121ebbfb4321"/><Relationship Type="http://schemas.openxmlformats.org/officeDocument/2006/relationships/notesSlide" Target="../notesSlides/notesSlide84.xml" Id="Rd8567d41ec344d71"/></Relationships>
</file>

<file path=ppt/slides/_rels/slide85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a3a1762a34cd4f11"/><Relationship Type="http://schemas.openxmlformats.org/officeDocument/2006/relationships/notesSlide" Target="../notesSlides/notesSlide85.xml" Id="Ra40c2cc175904035"/></Relationships>
</file>

<file path=ppt/slides/_rels/slide86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0ba2ecf9a4dc4d92"/><Relationship Type="http://schemas.openxmlformats.org/officeDocument/2006/relationships/notesSlide" Target="../notesSlides/notesSlide86.xml" Id="R0f653af123e34854"/></Relationships>
</file>

<file path=ppt/slides/_rels/slide87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f0f34fe370b94e83"/><Relationship Type="http://schemas.openxmlformats.org/officeDocument/2006/relationships/notesSlide" Target="../notesSlides/notesSlide87.xml" Id="R7bda16d8f2664a89"/></Relationships>
</file>

<file path=ppt/slides/_rels/slide88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218ee14850214683"/><Relationship Type="http://schemas.openxmlformats.org/officeDocument/2006/relationships/notesSlide" Target="../notesSlides/notesSlide88.xml" Id="R6556d141c6504a14"/></Relationships>
</file>

<file path=ppt/slides/_rels/slide89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1ab3fcedf89245df"/><Relationship Type="http://schemas.openxmlformats.org/officeDocument/2006/relationships/notesSlide" Target="../notesSlides/notesSlide89.xml" Id="R3b43f04aaf4145c4"/></Relationships>
</file>

<file path=ppt/slides/_rels/slide90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737b39a0965e41e8"/><Relationship Type="http://schemas.openxmlformats.org/officeDocument/2006/relationships/notesSlide" Target="../notesSlides/notesSlide90.xml" Id="Rb61e77776e6f46aa"/></Relationships>
</file>

<file path=ppt/slides/_rels/slide91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12f528dc85ea4a4c"/><Relationship Type="http://schemas.openxmlformats.org/officeDocument/2006/relationships/notesSlide" Target="../notesSlides/notesSlide91.xml" Id="Reb6da6e657224617"/></Relationships>
</file>

<file path=ppt/slides/_rels/slide92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2e7ff2bb7fe34684"/><Relationship Type="http://schemas.openxmlformats.org/officeDocument/2006/relationships/notesSlide" Target="../notesSlides/notesSlide92.xml" Id="R9900cc3706de442c"/></Relationships>
</file>

<file path=ppt/slides/_rels/slide93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f2ba6eff92094fb8"/><Relationship Type="http://schemas.openxmlformats.org/officeDocument/2006/relationships/notesSlide" Target="../notesSlides/notesSlide93.xml" Id="R6839dcaa86ce47fa"/></Relationships>
</file>

<file path=ppt/slides/_rels/slide94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8a668b17e3814057"/><Relationship Type="http://schemas.openxmlformats.org/officeDocument/2006/relationships/notesSlide" Target="../notesSlides/notesSlide94.xml" Id="R19cbef1d3185483d"/></Relationships>
</file>

<file path=ppt/slides/_rels/slide95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a8d12d0b9ff746de"/><Relationship Type="http://schemas.openxmlformats.org/officeDocument/2006/relationships/notesSlide" Target="../notesSlides/notesSlide95.xml" Id="R7baaf7d2289a494c"/></Relationships>
</file>

<file path=ppt/slides/_rels/slide96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344ff25663ec4d40"/><Relationship Type="http://schemas.openxmlformats.org/officeDocument/2006/relationships/notesSlide" Target="../notesSlides/notesSlide96.xml" Id="Rc0c2069fd6f9480d"/></Relationships>
</file>

<file path=ppt/slides/_rels/slide97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cbf2dc05adb541a7"/><Relationship Type="http://schemas.openxmlformats.org/officeDocument/2006/relationships/notesSlide" Target="../notesSlides/notesSlide97.xml" Id="R3de5c993b3b342d5"/></Relationships>
</file>

<file path=ppt/slides/_rels/slide98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0a445d2b48c143f1"/><Relationship Type="http://schemas.openxmlformats.org/officeDocument/2006/relationships/notesSlide" Target="../notesSlides/notesSlide98.xml" Id="Rb822efdd3c2b449f"/></Relationships>
</file>

<file path=ppt/slides/_rels/slide99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75e795d9cef5448e"/><Relationship Type="http://schemas.openxmlformats.org/officeDocument/2006/relationships/notesSlide" Target="../notesSlides/notesSlide99.xml" Id="R30fc51642f964543"/></Relationships>
</file>

<file path=ppt/slides/_rels/slide100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aa1681487aef4a08"/><Relationship Type="http://schemas.openxmlformats.org/officeDocument/2006/relationships/chart" Target="charts/s06-chart1.xml" Id="R967e9199fa6b4071"/><Relationship Type="http://schemas.openxmlformats.org/officeDocument/2006/relationships/notesSlide" Target="../notesSlides/notesSlide100.xml" Id="R9b0a61daf5504470"/></Relationships>
</file>

<file path=ppt/slides/_rels/slide101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acbb939b271b445f"/><Relationship Type="http://schemas.openxmlformats.org/officeDocument/2006/relationships/chart" Target="charts/s06-chart2.xml" Id="R7dc2c687cf2045a6"/><Relationship Type="http://schemas.openxmlformats.org/officeDocument/2006/relationships/notesSlide" Target="../notesSlides/notesSlide101.xml" Id="Rf2819c2099594210"/></Relationships>
</file>

<file path=ppt/slides/_rels/slide102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13631c52abb0422e"/><Relationship Type="http://schemas.openxmlformats.org/officeDocument/2006/relationships/notesSlide" Target="../notesSlides/notesSlide102.xml" Id="Re9e2503c069d4cf6"/></Relationships>
</file>

<file path=ppt/slides/_rels/slide103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358b8fcf55f646fe"/><Relationship Type="http://schemas.openxmlformats.org/officeDocument/2006/relationships/notesSlide" Target="../notesSlides/notesSlide103.xml" Id="R23ddab600c374104"/></Relationships>
</file>

<file path=ppt/slides/_rels/slide104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3a1864ac4d0b4231"/><Relationship Type="http://schemas.openxmlformats.org/officeDocument/2006/relationships/notesSlide" Target="../notesSlides/notesSlide104.xml" Id="R5efd1198f4334118"/></Relationships>
</file>

<file path=ppt/slides/_rels/slide105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d0e2a0c8bed042df"/><Relationship Type="http://schemas.openxmlformats.org/officeDocument/2006/relationships/notesSlide" Target="../notesSlides/notesSlide105.xml" Id="R3cba79d426354fd3"/></Relationships>
</file>

<file path=ppt/slides/_rels/slide106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260e89bc43c74aae"/><Relationship Type="http://schemas.openxmlformats.org/officeDocument/2006/relationships/notesSlide" Target="../notesSlides/notesSlide106.xml" Id="R175ee54e64324d13"/></Relationships>
</file>

<file path=ppt/slides/_rels/slide107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8324e706dc8442c8"/><Relationship Type="http://schemas.openxmlformats.org/officeDocument/2006/relationships/notesSlide" Target="../notesSlides/notesSlide107.xml" Id="R394873b7d8544330"/></Relationships>
</file>

<file path=ppt/slides/_rels/slide108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0e86e78e0df240d0"/><Relationship Type="http://schemas.openxmlformats.org/officeDocument/2006/relationships/notesSlide" Target="../notesSlides/notesSlide108.xml" Id="R906bce56a2b34ed1"/></Relationships>
</file>

<file path=ppt/slides/_rels/slide109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e2dde8aed2fb409c"/><Relationship Type="http://schemas.openxmlformats.org/officeDocument/2006/relationships/notesSlide" Target="../notesSlides/notesSlide109.xml" Id="R079c2cc5a30c4a85"/></Relationships>
</file>

<file path=ppt/slides/_rels/slide110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2203317c45f7493e"/><Relationship Type="http://schemas.openxmlformats.org/officeDocument/2006/relationships/notesSlide" Target="../notesSlides/notesSlide110.xml" Id="R691b4458de9a4946"/></Relationships>
</file>

<file path=ppt/slides/_rels/slide111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fbb2af4d218b473e"/><Relationship Type="http://schemas.openxmlformats.org/officeDocument/2006/relationships/chart" Target="charts/s07-chart1.xml" Id="Raae9e80845d44329"/><Relationship Type="http://schemas.openxmlformats.org/officeDocument/2006/relationships/notesSlide" Target="../notesSlides/notesSlide111.xml" Id="R89dce2cd22714d02"/></Relationships>
</file>

<file path=ppt/slides/_rels/slide112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81433e0efe1a4288"/><Relationship Type="http://schemas.openxmlformats.org/officeDocument/2006/relationships/notesSlide" Target="../notesSlides/notesSlide112.xml" Id="R996d660065714c15"/></Relationships>
</file>

<file path=ppt/slides/_rels/slide113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822321808c3b4dc5"/><Relationship Type="http://schemas.openxmlformats.org/officeDocument/2006/relationships/notesSlide" Target="../notesSlides/notesSlide113.xml" Id="Rb458023617904073"/></Relationships>
</file>

<file path=ppt/slides/_rels/slide114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0f65a081b63e46bc"/><Relationship Type="http://schemas.openxmlformats.org/officeDocument/2006/relationships/chart" Target="charts/s07-chart2.xml" Id="Re0502de7b1704ce0"/><Relationship Type="http://schemas.openxmlformats.org/officeDocument/2006/relationships/notesSlide" Target="../notesSlides/notesSlide114.xml" Id="Re47386fe3b054030"/></Relationships>
</file>

<file path=ppt/slides/_rels/slide115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7e992e21fbb247db"/><Relationship Type="http://schemas.openxmlformats.org/officeDocument/2006/relationships/notesSlide" Target="../notesSlides/notesSlide115.xml" Id="R78748d3b7156428d"/></Relationships>
</file>

<file path=ppt/slides/_rels/slide116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7dcf510db52241e8"/><Relationship Type="http://schemas.openxmlformats.org/officeDocument/2006/relationships/notesSlide" Target="../notesSlides/notesSlide116.xml" Id="Re3a73276ab6e45b6"/></Relationships>
</file>

<file path=ppt/slides/_rels/slide117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52390e551dff4a62"/><Relationship Type="http://schemas.openxmlformats.org/officeDocument/2006/relationships/notesSlide" Target="../notesSlides/notesSlide117.xml" Id="R77706bc729684797"/></Relationships>
</file>

<file path=ppt/slides/_rels/slide118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72ea3e5096234bc8"/><Relationship Type="http://schemas.openxmlformats.org/officeDocument/2006/relationships/notesSlide" Target="../notesSlides/notesSlide118.xml" Id="Rae7a5d51d7944c2a"/></Relationships>
</file>

<file path=ppt/slides/_rels/slide119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65b2636f52744bad"/><Relationship Type="http://schemas.openxmlformats.org/officeDocument/2006/relationships/notesSlide" Target="../notesSlides/notesSlide119.xml" Id="Rcc8ec352ba27498a"/></Relationships>
</file>

<file path=ppt/slides/_rels/slide120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c6c51ae38fac4fc2"/><Relationship Type="http://schemas.openxmlformats.org/officeDocument/2006/relationships/chart" Target="charts/s07-chart3.xml" Id="R51aca35aec34496b"/><Relationship Type="http://schemas.openxmlformats.org/officeDocument/2006/relationships/notesSlide" Target="../notesSlides/notesSlide120.xml" Id="R31b7998758d645d6"/></Relationships>
</file>

<file path=ppt/slides/_rels/slide121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c01cc43903b142c7"/><Relationship Type="http://schemas.openxmlformats.org/officeDocument/2006/relationships/notesSlide" Target="../notesSlides/notesSlide121.xml" Id="R0869252612ba4c87"/></Relationships>
</file>

<file path=ppt/slides/_rels/slide122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a657f878c2e94cfe"/><Relationship Type="http://schemas.openxmlformats.org/officeDocument/2006/relationships/notesSlide" Target="../notesSlides/notesSlide122.xml" Id="R3a277bcfec8a4287"/></Relationships>
</file>

<file path=ppt/slides/_rels/slide123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74ee775ec8494b00"/><Relationship Type="http://schemas.openxmlformats.org/officeDocument/2006/relationships/chart" Target="charts/s07-chart4.xml" Id="Rc793077fe8a743ae"/><Relationship Type="http://schemas.openxmlformats.org/officeDocument/2006/relationships/notesSlide" Target="../notesSlides/notesSlide123.xml" Id="Rb9aa6db056674f93"/></Relationships>
</file>

<file path=ppt/slides/_rels/slide124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7d92bd5c793f4dfa"/><Relationship Type="http://schemas.openxmlformats.org/officeDocument/2006/relationships/chart" Target="charts/s07-chart5.xml" Id="R3064a4935a9e43c3"/><Relationship Type="http://schemas.openxmlformats.org/officeDocument/2006/relationships/notesSlide" Target="../notesSlides/notesSlide124.xml" Id="Rb82cb26be8064210"/></Relationships>
</file>

<file path=ppt/slides/_rels/slide125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c553d3efcf1b4c11"/><Relationship Type="http://schemas.openxmlformats.org/officeDocument/2006/relationships/chart" Target="charts/s07-chart6.xml" Id="Rae0bef7aa784420e"/><Relationship Type="http://schemas.openxmlformats.org/officeDocument/2006/relationships/notesSlide" Target="../notesSlides/notesSlide125.xml" Id="R7de7f64cf4284479"/></Relationships>
</file>

<file path=ppt/slides/_rels/slide126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85fd936f704f460c"/><Relationship Type="http://schemas.openxmlformats.org/officeDocument/2006/relationships/notesSlide" Target="../notesSlides/notesSlide126.xml" Id="Rdf463fb882fb4fd6"/></Relationships>
</file>

<file path=ppt/slides/_rels/slide127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48547141eb43495a"/><Relationship Type="http://schemas.openxmlformats.org/officeDocument/2006/relationships/notesSlide" Target="../notesSlides/notesSlide127.xml" Id="Re8eecbc1e5214996"/></Relationships>
</file>

<file path=ppt/slides/_rels/slide128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1086382867de450e"/><Relationship Type="http://schemas.openxmlformats.org/officeDocument/2006/relationships/notesSlide" Target="../notesSlides/notesSlide128.xml" Id="R21a42e3c9d7542ff"/></Relationships>
</file>

<file path=ppt/slides/_rels/slide129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8c4fa53213b24f9a"/><Relationship Type="http://schemas.openxmlformats.org/officeDocument/2006/relationships/notesSlide" Target="../notesSlides/notesSlide129.xml" Id="R9c8bf5fda515469d"/></Relationships>
</file>

<file path=ppt/slides/_rels/slide130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733eec0f531f4ac4"/><Relationship Type="http://schemas.openxmlformats.org/officeDocument/2006/relationships/notesSlide" Target="../notesSlides/notesSlide130.xml" Id="R5fe1088763444fdf"/></Relationships>
</file>

<file path=ppt/slides/_rels/slide131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2cee1cc0fcca4a73"/><Relationship Type="http://schemas.openxmlformats.org/officeDocument/2006/relationships/chart" Target="charts/s08-chart1.xml" Id="Rd2bc957e032f4c83"/><Relationship Type="http://schemas.openxmlformats.org/officeDocument/2006/relationships/chart" Target="charts/s08-chart2.xml" Id="Rc825237fb1a94715"/><Relationship Type="http://schemas.openxmlformats.org/officeDocument/2006/relationships/notesSlide" Target="../notesSlides/notesSlide131.xml" Id="R254110772e8f48a9"/></Relationships>
</file>

<file path=ppt/slides/_rels/slide132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9f5ebf42650946b4"/><Relationship Type="http://schemas.openxmlformats.org/officeDocument/2006/relationships/chart" Target="charts/s08-chart3.xml" Id="R3d1445c784b64034"/><Relationship Type="http://schemas.openxmlformats.org/officeDocument/2006/relationships/chart" Target="charts/s08-chart4.xml" Id="R83f0b5d683974472"/><Relationship Type="http://schemas.openxmlformats.org/officeDocument/2006/relationships/notesSlide" Target="../notesSlides/notesSlide132.xml" Id="Rd284419b112941f8"/></Relationships>
</file>

<file path=ppt/slides/_rels/slide133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3ba0b1cc9eed4a3d"/><Relationship Type="http://schemas.openxmlformats.org/officeDocument/2006/relationships/notesSlide" Target="../notesSlides/notesSlide133.xml" Id="R2ecd23f86d13456a"/></Relationships>
</file>

<file path=ppt/slides/_rels/slide134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08354faaa2e14c63"/><Relationship Type="http://schemas.openxmlformats.org/officeDocument/2006/relationships/chart" Target="charts/s08-chart5.xml" Id="R538223208a944fe7"/><Relationship Type="http://schemas.openxmlformats.org/officeDocument/2006/relationships/notesSlide" Target="../notesSlides/notesSlide134.xml" Id="Rc469fd8e33e14d1f"/></Relationships>
</file>

<file path=ppt/slides/_rels/slide135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605bb8cb6eb049dc"/><Relationship Type="http://schemas.openxmlformats.org/officeDocument/2006/relationships/notesSlide" Target="../notesSlides/notesSlide135.xml" Id="R16be1bfba16246fe"/></Relationships>
</file>

<file path=ppt/slides/_rels/slide136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51b4588fa155437e"/><Relationship Type="http://schemas.openxmlformats.org/officeDocument/2006/relationships/chart" Target="charts/s08-chart6.xml" Id="R0af81bca8b6a4afa"/><Relationship Type="http://schemas.openxmlformats.org/officeDocument/2006/relationships/chart" Target="charts/s08-chart7.xml" Id="Rd77fe55352584877"/><Relationship Type="http://schemas.openxmlformats.org/officeDocument/2006/relationships/notesSlide" Target="../notesSlides/notesSlide136.xml" Id="Rb34da99aaec143c0"/></Relationships>
</file>

<file path=ppt/slides/_rels/slide137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00139d63b4b34664"/><Relationship Type="http://schemas.openxmlformats.org/officeDocument/2006/relationships/notesSlide" Target="../notesSlides/notesSlide137.xml" Id="R72cfd3e673ea4111"/></Relationships>
</file>

<file path=ppt/slides/_rels/slide138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0a1ba727b1204dea"/><Relationship Type="http://schemas.openxmlformats.org/officeDocument/2006/relationships/notesSlide" Target="../notesSlides/notesSlide138.xml" Id="R2e120ba754244358"/></Relationships>
</file>

<file path=ppt/slides/_rels/slide139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65a1868f14b94791"/><Relationship Type="http://schemas.openxmlformats.org/officeDocument/2006/relationships/notesSlide" Target="../notesSlides/notesSlide139.xml" Id="Rba5c6b35ee1c472e"/></Relationships>
</file>

<file path=ppt/slides/_rels/slide140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bdfde6616d914d97"/><Relationship Type="http://schemas.openxmlformats.org/officeDocument/2006/relationships/notesSlide" Target="../notesSlides/notesSlide140.xml" Id="Re01cbdbe895d4a17"/></Relationships>
</file>

<file path=ppt/slides/_rels/slide141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8e8164db8c8b4462"/><Relationship Type="http://schemas.openxmlformats.org/officeDocument/2006/relationships/notesSlide" Target="../notesSlides/notesSlide141.xml" Id="R3b0413abfac54f76"/></Relationships>
</file>

<file path=ppt/slides/_rels/slide142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0bec9ee31b60442e"/><Relationship Type="http://schemas.openxmlformats.org/officeDocument/2006/relationships/notesSlide" Target="../notesSlides/notesSlide142.xml" Id="Rc19e939c96b14057"/></Relationships>
</file>

<file path=ppt/slides/_rels/slide143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0885411949054e6f"/><Relationship Type="http://schemas.openxmlformats.org/officeDocument/2006/relationships/notesSlide" Target="../notesSlides/notesSlide143.xml" Id="R2cdda721c3a942e5"/></Relationships>
</file>

<file path=ppt/slides/_rels/slide144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5eac08b2a8514db0"/><Relationship Type="http://schemas.openxmlformats.org/officeDocument/2006/relationships/notesSlide" Target="../notesSlides/notesSlide144.xml" Id="Re7a01f75ca8e4c65"/></Relationships>
</file>

<file path=ppt/slides/_rels/slide145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d0e0d28130874deb"/><Relationship Type="http://schemas.openxmlformats.org/officeDocument/2006/relationships/notesSlide" Target="../notesSlides/notesSlide145.xml" Id="Rb80cfd551a394cb7"/></Relationships>
</file>

<file path=ppt/slides/_rels/slide146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8c94d66265f14779"/><Relationship Type="http://schemas.openxmlformats.org/officeDocument/2006/relationships/notesSlide" Target="../notesSlides/notesSlide146.xml" Id="R8625deb960e24583"/></Relationships>
</file>

<file path=ppt/slides/_rels/slide147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0e737c6553794926"/><Relationship Type="http://schemas.openxmlformats.org/officeDocument/2006/relationships/notesSlide" Target="../notesSlides/notesSlide147.xml" Id="R8890a1f7c2dd4015"/></Relationships>
</file>

<file path=ppt/slides/_rels/slide148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af6d4c8ddba448aa"/><Relationship Type="http://schemas.openxmlformats.org/officeDocument/2006/relationships/notesSlide" Target="../notesSlides/notesSlide148.xml" Id="R7118319f1bed404d"/></Relationships>
</file>

<file path=ppt/slides/_rels/slide149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918bf3a1d7064d77"/><Relationship Type="http://schemas.openxmlformats.org/officeDocument/2006/relationships/chart" Target="charts/s09-chart1.xml" Id="R1a52b39409ca4544"/><Relationship Type="http://schemas.openxmlformats.org/officeDocument/2006/relationships/notesSlide" Target="../notesSlides/notesSlide149.xml" Id="R12d35a29d6ad44a0"/></Relationships>
</file>

<file path=ppt/slides/_rels/slide150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79e7d1789a414f7b"/><Relationship Type="http://schemas.openxmlformats.org/officeDocument/2006/relationships/notesSlide" Target="../notesSlides/notesSlide150.xml" Id="Rb354b59b595f4e7e"/></Relationships>
</file>

<file path=ppt/slides/_rels/slide151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bc00ffc07eb544c7"/><Relationship Type="http://schemas.openxmlformats.org/officeDocument/2006/relationships/notesSlide" Target="../notesSlides/notesSlide151.xml" Id="R90a656bb35c649ae"/></Relationships>
</file>

<file path=ppt/slides/_rels/slide152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c028bff961ee46c4"/><Relationship Type="http://schemas.openxmlformats.org/officeDocument/2006/relationships/chart" Target="charts/s09-chart2.xml" Id="R8b79732d7fc7476f"/><Relationship Type="http://schemas.openxmlformats.org/officeDocument/2006/relationships/notesSlide" Target="../notesSlides/notesSlide152.xml" Id="Rb37bc12c24ef4b50"/></Relationships>
</file>

<file path=ppt/slides/_rels/slide153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9eec4ce6f9044e67"/><Relationship Type="http://schemas.openxmlformats.org/officeDocument/2006/relationships/notesSlide" Target="../notesSlides/notesSlide153.xml" Id="R3bff0bfc84a6417a"/></Relationships>
</file>

<file path=ppt/slides/_rels/slide154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3f9e4a588e2740a7"/><Relationship Type="http://schemas.openxmlformats.org/officeDocument/2006/relationships/notesSlide" Target="../notesSlides/notesSlide154.xml" Id="Ra9c67f909fe5419c"/></Relationships>
</file>

<file path=ppt/slides/_rels/slide155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668e656f91a34e36"/><Relationship Type="http://schemas.openxmlformats.org/officeDocument/2006/relationships/notesSlide" Target="../notesSlides/notesSlide155.xml" Id="Rdd540eae97614198"/></Relationships>
</file>

<file path=ppt/slides/_rels/slide156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4324f919046d4b42"/><Relationship Type="http://schemas.openxmlformats.org/officeDocument/2006/relationships/notesSlide" Target="../notesSlides/notesSlide156.xml" Id="Rbb4f57fbd716470c"/></Relationships>
</file>

<file path=ppt/slides/_rels/slide157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de05e3087eba4c72"/><Relationship Type="http://schemas.openxmlformats.org/officeDocument/2006/relationships/notesSlide" Target="../notesSlides/notesSlide157.xml" Id="R4be8cae4c53c4f26"/></Relationships>
</file>

<file path=ppt/slides/_rels/slide158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271a3db4dda14c07"/><Relationship Type="http://schemas.openxmlformats.org/officeDocument/2006/relationships/notesSlide" Target="../notesSlides/notesSlide158.xml" Id="R0da319627f0a4512"/></Relationships>
</file>

<file path=ppt/slides/_rels/slide159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48141e0d30e3418c"/><Relationship Type="http://schemas.openxmlformats.org/officeDocument/2006/relationships/notesSlide" Target="../notesSlides/notesSlide159.xml" Id="Raab6fb2e2e8c4abc"/></Relationships>
</file>

<file path=ppt/slides/_rels/slide160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d642704ee46c4daf"/><Relationship Type="http://schemas.openxmlformats.org/officeDocument/2006/relationships/notesSlide" Target="../notesSlides/notesSlide160.xml" Id="Ra5fbe600541443bc"/></Relationships>
</file>

<file path=ppt/slides/_rels/slide161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2e28d8dd71d14893"/><Relationship Type="http://schemas.openxmlformats.org/officeDocument/2006/relationships/notesSlide" Target="../notesSlides/notesSlide161.xml" Id="Rc231b33cd8394203"/></Relationships>
</file>

<file path=ppt/slides/_rels/slide162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7adad26a901a483c"/><Relationship Type="http://schemas.openxmlformats.org/officeDocument/2006/relationships/notesSlide" Target="../notesSlides/notesSlide162.xml" Id="R0018775cf8c841f3"/></Relationships>
</file>

<file path=ppt/slides/_rels/slide163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a09f47916c104ba2"/><Relationship Type="http://schemas.openxmlformats.org/officeDocument/2006/relationships/notesSlide" Target="../notesSlides/notesSlide163.xml" Id="Rb342fa1c55ed450d"/></Relationships>
</file>

<file path=ppt/slides/_rels/slide164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2beabad99c6c45d9"/><Relationship Type="http://schemas.openxmlformats.org/officeDocument/2006/relationships/notesSlide" Target="../notesSlides/notesSlide164.xml" Id="R838ca8d52f3047de"/></Relationships>
</file>

<file path=ppt/slides/_rels/slide165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b6694a81acc24d19"/><Relationship Type="http://schemas.openxmlformats.org/officeDocument/2006/relationships/notesSlide" Target="../notesSlides/notesSlide165.xml" Id="Raa50e455aa684195"/></Relationships>
</file>

<file path=ppt/slides/_rels/slide166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cf02799341314ec2"/><Relationship Type="http://schemas.openxmlformats.org/officeDocument/2006/relationships/notesSlide" Target="../notesSlides/notesSlide166.xml" Id="Rfab0da796181416d"/></Relationships>
</file>

<file path=ppt/slides/_rels/slide167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6a74f2bb4590425a"/><Relationship Type="http://schemas.openxmlformats.org/officeDocument/2006/relationships/notesSlide" Target="../notesSlides/notesSlide167.xml" Id="R7a7d078c3e044be6"/></Relationships>
</file>

<file path=ppt/slides/_rels/slide168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b2679d4cb7774248"/><Relationship Type="http://schemas.openxmlformats.org/officeDocument/2006/relationships/notesSlide" Target="../notesSlides/notesSlide168.xml" Id="R6e79f1550d3a404d"/></Relationships>
</file>

<file path=ppt/slides/_rels/slide169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89596126943b4bcf"/><Relationship Type="http://schemas.openxmlformats.org/officeDocument/2006/relationships/notesSlide" Target="../notesSlides/notesSlide169.xml" Id="R11f6a9c9a5c94ed9"/></Relationships>
</file>

<file path=ppt/slides/_rels/slide170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5c75de49ebf84ba8"/><Relationship Type="http://schemas.openxmlformats.org/officeDocument/2006/relationships/notesSlide" Target="../notesSlides/notesSlide170.xml" Id="Rab533e455b69427d"/></Relationships>
</file>

<file path=ppt/slides/_rels/slide171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b79abb8d2a304c06"/><Relationship Type="http://schemas.openxmlformats.org/officeDocument/2006/relationships/notesSlide" Target="../notesSlides/notesSlide171.xml" Id="Rcbd82224de134bca"/></Relationships>
</file>

<file path=ppt/slides/_rels/slide172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b495982d222b499e"/><Relationship Type="http://schemas.openxmlformats.org/officeDocument/2006/relationships/notesSlide" Target="../notesSlides/notesSlide172.xml" Id="R1f77bc2e3df64c4c"/></Relationships>
</file>

<file path=ppt/slides/_rels/slide173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9a9af83eb0aa4689"/><Relationship Type="http://schemas.openxmlformats.org/officeDocument/2006/relationships/notesSlide" Target="../notesSlides/notesSlide173.xml" Id="Rb0f9e859ec4e49d2"/></Relationships>
</file>

<file path=ppt/slides/_rels/slide174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dcce0dd4aa934f85"/><Relationship Type="http://schemas.openxmlformats.org/officeDocument/2006/relationships/notesSlide" Target="../notesSlides/notesSlide174.xml" Id="R558f68e4f2d64e42"/></Relationships>
</file>

<file path=ppt/slides/_rels/slide175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ff90c916974f4aaa"/><Relationship Type="http://schemas.openxmlformats.org/officeDocument/2006/relationships/notesSlide" Target="../notesSlides/notesSlide175.xml" Id="R3ce255c51dcd40e3"/></Relationships>
</file>

<file path=ppt/slides/_rels/slide176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f27f1d1ddde54281"/><Relationship Type="http://schemas.openxmlformats.org/officeDocument/2006/relationships/notesSlide" Target="../notesSlides/notesSlide176.xml" Id="R864e95f4cee3466d"/></Relationships>
</file>

<file path=ppt/slides/_rels/slide177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6e2482c7fd504fd3"/><Relationship Type="http://schemas.openxmlformats.org/officeDocument/2006/relationships/notesSlide" Target="../notesSlides/notesSlide177.xml" Id="R4eb148d3e62f4424"/></Relationships>
</file>

<file path=ppt/slides/_rels/slide178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e7ba6809f8ae43a0"/><Relationship Type="http://schemas.openxmlformats.org/officeDocument/2006/relationships/notesSlide" Target="../notesSlides/notesSlide178.xml" Id="Rce613e5cd2984cfa"/></Relationships>
</file>

<file path=ppt/slides/_rels/slide179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199d10f5df804df6"/><Relationship Type="http://schemas.openxmlformats.org/officeDocument/2006/relationships/notesSlide" Target="../notesSlides/notesSlide179.xml" Id="R9fa86c775f7049a7"/></Relationships>
</file>

<file path=ppt/slides/_rels/slide180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6f49381d5ab24ede"/><Relationship Type="http://schemas.openxmlformats.org/officeDocument/2006/relationships/notesSlide" Target="../notesSlides/notesSlide180.xml" Id="R207268a2cd5349bd"/></Relationships>
</file>

<file path=ppt/slides/_rels/slide181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4cb7ac4b88004ca7"/><Relationship Type="http://schemas.openxmlformats.org/officeDocument/2006/relationships/notesSlide" Target="../notesSlides/notesSlide181.xml" Id="R200806472667496c"/></Relationships>
</file>

<file path=ppt/slides/_rels/slide182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0da9313b017e4510"/><Relationship Type="http://schemas.openxmlformats.org/officeDocument/2006/relationships/notesSlide" Target="../notesSlides/notesSlide182.xml" Id="R33c7837bd90a4563"/></Relationships>
</file>

<file path=ppt/slides/_rels/slide183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ca803898aa244e4f"/><Relationship Type="http://schemas.openxmlformats.org/officeDocument/2006/relationships/notesSlide" Target="../notesSlides/notesSlide183.xml" Id="R3a5c5d9c6f3d41f2"/></Relationships>
</file>

<file path=ppt/slides/_rels/slide184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03634e8dace74dcc"/><Relationship Type="http://schemas.openxmlformats.org/officeDocument/2006/relationships/notesSlide" Target="../notesSlides/notesSlide184.xml" Id="R9049f41cf35244a9"/></Relationships>
</file>

<file path=ppt/slides/_rels/slide185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e6998783748f43ad"/><Relationship Type="http://schemas.openxmlformats.org/officeDocument/2006/relationships/notesSlide" Target="../notesSlides/notesSlide185.xml" Id="R1018b799c94d456a"/></Relationships>
</file>

<file path=ppt/slides/_rels/slide186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75c8b22ceeb64cf3"/><Relationship Type="http://schemas.openxmlformats.org/officeDocument/2006/relationships/notesSlide" Target="../notesSlides/notesSlide186.xml" Id="Re79c111520594a64"/></Relationships>
</file>

<file path=ppt/slides/_rels/slide187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fb2cf49a9f0d4b0e"/><Relationship Type="http://schemas.openxmlformats.org/officeDocument/2006/relationships/notesSlide" Target="../notesSlides/notesSlide187.xml" Id="R2426fcc174d44114"/></Relationships>
</file>

<file path=ppt/slides/_rels/slide188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8b58fd7e851d4231"/><Relationship Type="http://schemas.openxmlformats.org/officeDocument/2006/relationships/notesSlide" Target="../notesSlides/notesSlide188.xml" Id="Rd5f344ed79394aec"/></Relationships>
</file>

<file path=ppt/slides/_rels/slide189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ee5fba88e0264f31"/><Relationship Type="http://schemas.openxmlformats.org/officeDocument/2006/relationships/notesSlide" Target="../notesSlides/notesSlide189.xml" Id="Rbb77ed6647ba48d9"/></Relationships>
</file>

<file path=ppt/slides/_rels/slide190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c5346f2e1ab14e26"/><Relationship Type="http://schemas.openxmlformats.org/officeDocument/2006/relationships/notesSlide" Target="../notesSlides/notesSlide190.xml" Id="R65f5f199ec6248eb"/></Relationships>
</file>

<file path=ppt/slides/_rels/slide191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58799f0687184703"/><Relationship Type="http://schemas.openxmlformats.org/officeDocument/2006/relationships/image" Target="../media/s10-image.png" Id="R064848795833419e"/><Relationship Type="http://schemas.openxmlformats.org/officeDocument/2006/relationships/notesSlide" Target="../notesSlides/notesSlide191.xml" Id="R4c04a868defd448e"/></Relationships>
</file>

<file path=ppt/slides/_rels/slide192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c27d77296d834f0c"/><Relationship Type="http://schemas.openxmlformats.org/officeDocument/2006/relationships/notesSlide" Target="../notesSlides/notesSlide192.xml" Id="R68017a131e6547c4"/></Relationships>
</file>

<file path=ppt/slides/_rels/slide193.xml.rels><?xml version="1.0" encoding="utf-8"?><Relationships xmlns="http://schemas.openxmlformats.org/package/2006/relationships"><Relationship Type="http://schemas.openxmlformats.org/officeDocument/2006/relationships/slideLayout" Target="../slideLayouts/slideLayout72.xml" Id="R305da77cca944be7"/><Relationship Type="http://schemas.openxmlformats.org/officeDocument/2006/relationships/notesSlide" Target="../notesSlides/notesSlide193.xml" Id="R2fa170fd756b4f06"/></Relationships>
</file>

<file path=ppt/slides/_rels/slide194.xml.rels><?xml version="1.0" encoding="utf-8"?><Relationships xmlns="http://schemas.openxmlformats.org/package/2006/relationships"><Relationship Type="http://schemas.openxmlformats.org/officeDocument/2006/relationships/slideLayout" Target="../slideLayouts/slideLayout72.xml" Id="R1c48cb81c3d145a4"/><Relationship Type="http://schemas.openxmlformats.org/officeDocument/2006/relationships/notesSlide" Target="../notesSlides/notesSlide194.xml" Id="R54214e03c6b24667"/></Relationships>
</file>

<file path=ppt/slides/_rels/slide195.xml.rels><?xml version="1.0" encoding="utf-8"?><Relationships xmlns="http://schemas.openxmlformats.org/package/2006/relationships"><Relationship Type="http://schemas.openxmlformats.org/officeDocument/2006/relationships/slideLayout" Target="../slideLayouts/slideLayout72.xml" Id="R9e5d9c58175d482f"/><Relationship Type="http://schemas.openxmlformats.org/officeDocument/2006/relationships/image" Target="../media/s11-image.png" Id="R621d0fa389b14786"/><Relationship Type="http://schemas.openxmlformats.org/officeDocument/2006/relationships/notesSlide" Target="../notesSlides/notesSlide195.xml" Id="R7c6b8844415d48fe"/></Relationships>
</file>

<file path=ppt/slides/_rels/slide196.xml.rels><?xml version="1.0" encoding="utf-8"?><Relationships xmlns="http://schemas.openxmlformats.org/package/2006/relationships"><Relationship Type="http://schemas.openxmlformats.org/officeDocument/2006/relationships/slideLayout" Target="../slideLayouts/slideLayout72.xml" Id="Rac05b164ca1c465d"/><Relationship Type="http://schemas.openxmlformats.org/officeDocument/2006/relationships/notesSlide" Target="../notesSlides/notesSlide196.xml" Id="R59c27b581b234633"/></Relationships>
</file>

<file path=ppt/slides/_rels/slide197.xml.rels><?xml version="1.0" encoding="utf-8"?><Relationships xmlns="http://schemas.openxmlformats.org/package/2006/relationships"><Relationship Type="http://schemas.openxmlformats.org/officeDocument/2006/relationships/slideLayout" Target="../slideLayouts/slideLayout72.xml" Id="R0ed9868ce0514707"/><Relationship Type="http://schemas.openxmlformats.org/officeDocument/2006/relationships/notesSlide" Target="../notesSlides/notesSlide197.xml" Id="R5d426be920a6456d"/></Relationships>
</file>

<file path=ppt/slides/_rels/slide198.xml.rels><?xml version="1.0" encoding="utf-8"?><Relationships xmlns="http://schemas.openxmlformats.org/package/2006/relationships"><Relationship Type="http://schemas.openxmlformats.org/officeDocument/2006/relationships/slideLayout" Target="../slideLayouts/slideLayout72.xml" Id="R46d5dd460f2a4b63"/><Relationship Type="http://schemas.openxmlformats.org/officeDocument/2006/relationships/notesSlide" Target="../notesSlides/notesSlide198.xml" Id="R23f3009aaba44770"/></Relationships>
</file>

<file path=ppt/slides/_rels/slide199.xml.rels><?xml version="1.0" encoding="utf-8"?><Relationships xmlns="http://schemas.openxmlformats.org/package/2006/relationships"><Relationship Type="http://schemas.openxmlformats.org/officeDocument/2006/relationships/slideLayout" Target="../slideLayouts/slideLayout72.xml" Id="R1598aacf49404059"/><Relationship Type="http://schemas.openxmlformats.org/officeDocument/2006/relationships/notesSlide" Target="../notesSlides/notesSlide199.xml" Id="R0b093e74da7c4093"/></Relationships>
</file>

<file path=ppt/slides/_rels/slide200.xml.rels><?xml version="1.0" encoding="utf-8"?><Relationships xmlns="http://schemas.openxmlformats.org/package/2006/relationships"><Relationship Type="http://schemas.openxmlformats.org/officeDocument/2006/relationships/slideLayout" Target="../slideLayouts/slideLayout72.xml" Id="R837d55ecf3ba4407"/><Relationship Type="http://schemas.openxmlformats.org/officeDocument/2006/relationships/notesSlide" Target="../notesSlides/notesSlide200.xml" Id="R360b3a558f4d4c54"/></Relationships>
</file>

<file path=ppt/slides/_rels/slide201.xml.rels><?xml version="1.0" encoding="utf-8"?><Relationships xmlns="http://schemas.openxmlformats.org/package/2006/relationships"><Relationship Type="http://schemas.openxmlformats.org/officeDocument/2006/relationships/slideLayout" Target="../slideLayouts/slideLayout72.xml" Id="Rdbb59ea98d7f4936"/><Relationship Type="http://schemas.openxmlformats.org/officeDocument/2006/relationships/notesSlide" Target="../notesSlides/notesSlide201.xml" Id="Rcb66b4f8dd4f44d6"/></Relationships>
</file>

<file path=ppt/slides/_rels/slide202.xml.rels><?xml version="1.0" encoding="utf-8"?><Relationships xmlns="http://schemas.openxmlformats.org/package/2006/relationships"><Relationship Type="http://schemas.openxmlformats.org/officeDocument/2006/relationships/slideLayout" Target="../slideLayouts/slideLayout72.xml" Id="R6a33aeecae364cba"/><Relationship Type="http://schemas.openxmlformats.org/officeDocument/2006/relationships/notesSlide" Target="../notesSlides/notesSlide202.xml" Id="R9738babfff404fc2"/></Relationships>
</file>

<file path=ppt/slides/_rels/slide203.xml.rels><?xml version="1.0" encoding="utf-8"?><Relationships xmlns="http://schemas.openxmlformats.org/package/2006/relationships"><Relationship Type="http://schemas.openxmlformats.org/officeDocument/2006/relationships/slideLayout" Target="../slideLayouts/slideLayout72.xml" Id="Rb85b5b6abca14a14"/><Relationship Type="http://schemas.openxmlformats.org/officeDocument/2006/relationships/notesSlide" Target="../notesSlides/notesSlide203.xml" Id="Raa25c81b71f643e3"/></Relationships>
</file>

<file path=ppt/slides/_rels/slide204.xml.rels><?xml version="1.0" encoding="utf-8"?><Relationships xmlns="http://schemas.openxmlformats.org/package/2006/relationships"><Relationship Type="http://schemas.openxmlformats.org/officeDocument/2006/relationships/slideLayout" Target="../slideLayouts/slideLayout72.xml" Id="R26f32dd60740425c"/><Relationship Type="http://schemas.openxmlformats.org/officeDocument/2006/relationships/notesSlide" Target="../notesSlides/notesSlide204.xml" Id="R700cbf9776014c8d"/></Relationships>
</file>

<file path=ppt/slides/_rels/slide205.xml.rels><?xml version="1.0" encoding="utf-8"?><Relationships xmlns="http://schemas.openxmlformats.org/package/2006/relationships"><Relationship Type="http://schemas.openxmlformats.org/officeDocument/2006/relationships/slideLayout" Target="../slideLayouts/slideLayout78.xml" Id="R7c6d6054cdee435a"/><Relationship Type="http://schemas.openxmlformats.org/officeDocument/2006/relationships/notesSlide" Target="../notesSlides/notesSlide205.xml" Id="Rcbe666769f7e4170"/></Relationships>
</file>

<file path=ppt/slides/_rels/slide206.xml.rels><?xml version="1.0" encoding="utf-8"?><Relationships xmlns="http://schemas.openxmlformats.org/package/2006/relationships"><Relationship Type="http://schemas.openxmlformats.org/officeDocument/2006/relationships/slideLayout" Target="../slideLayouts/slideLayout78.xml" Id="R565dbb25c61848ed"/><Relationship Type="http://schemas.openxmlformats.org/officeDocument/2006/relationships/notesSlide" Target="../notesSlides/notesSlide206.xml" Id="Rf2a7687a419543c2"/></Relationships>
</file>

<file path=ppt/slides/_rels/slide207.xml.rels><?xml version="1.0" encoding="utf-8"?><Relationships xmlns="http://schemas.openxmlformats.org/package/2006/relationships"><Relationship Type="http://schemas.openxmlformats.org/officeDocument/2006/relationships/slideLayout" Target="../slideLayouts/slideLayout78.xml" Id="R50a778be7a024a59"/><Relationship Type="http://schemas.openxmlformats.org/officeDocument/2006/relationships/notesSlide" Target="../notesSlides/notesSlide207.xml" Id="R5472d32c307843ad"/></Relationships>
</file>

<file path=ppt/slides/_rels/slide208.xml.rels><?xml version="1.0" encoding="utf-8"?><Relationships xmlns="http://schemas.openxmlformats.org/package/2006/relationships"><Relationship Type="http://schemas.openxmlformats.org/officeDocument/2006/relationships/slideLayout" Target="../slideLayouts/slideLayout78.xml" Id="R0b06a7f254b2405e"/><Relationship Type="http://schemas.openxmlformats.org/officeDocument/2006/relationships/notesSlide" Target="../notesSlides/notesSlide208.xml" Id="R8946ad15ba644a83"/></Relationships>
</file>

<file path=ppt/slides/_rels/slide209.xml.rels><?xml version="1.0" encoding="utf-8"?><Relationships xmlns="http://schemas.openxmlformats.org/package/2006/relationships"><Relationship Type="http://schemas.openxmlformats.org/officeDocument/2006/relationships/slideLayout" Target="../slideLayouts/slideLayout78.xml" Id="R81b994425fa9442d"/><Relationship Type="http://schemas.openxmlformats.org/officeDocument/2006/relationships/notesSlide" Target="../notesSlides/notesSlide209.xml" Id="Rc20554f97f9b470f"/></Relationships>
</file>

<file path=ppt/slides/_rels/slide210.xml.rels><?xml version="1.0" encoding="utf-8"?><Relationships xmlns="http://schemas.openxmlformats.org/package/2006/relationships"><Relationship Type="http://schemas.openxmlformats.org/officeDocument/2006/relationships/slideLayout" Target="../slideLayouts/slideLayout78.xml" Id="R5cd1e13c9712419e"/><Relationship Type="http://schemas.openxmlformats.org/officeDocument/2006/relationships/chart" Target="charts/s12-chart1.xml" Id="R4c36105a701544c2"/><Relationship Type="http://schemas.openxmlformats.org/officeDocument/2006/relationships/notesSlide" Target="../notesSlides/notesSlide210.xml" Id="Rcbe308a5c1d14f18"/></Relationships>
</file>

<file path=ppt/slides/_rels/slide211.xml.rels><?xml version="1.0" encoding="utf-8"?><Relationships xmlns="http://schemas.openxmlformats.org/package/2006/relationships"><Relationship Type="http://schemas.openxmlformats.org/officeDocument/2006/relationships/slideLayout" Target="../slideLayouts/slideLayout78.xml" Id="R7d5984198d114fae"/><Relationship Type="http://schemas.openxmlformats.org/officeDocument/2006/relationships/notesSlide" Target="../notesSlides/notesSlide211.xml" Id="R5f4ffae10959478e"/></Relationships>
</file>

<file path=ppt/slides/_rels/slide212.xml.rels><?xml version="1.0" encoding="utf-8"?><Relationships xmlns="http://schemas.openxmlformats.org/package/2006/relationships"><Relationship Type="http://schemas.openxmlformats.org/officeDocument/2006/relationships/slideLayout" Target="../slideLayouts/slideLayout78.xml" Id="R94f00f659ea84668"/><Relationship Type="http://schemas.openxmlformats.org/officeDocument/2006/relationships/notesSlide" Target="../notesSlides/notesSlide212.xml" Id="Red2c8477dd8f44bc"/></Relationships>
</file>

<file path=ppt/slides/_rels/slide213.xml.rels><?xml version="1.0" encoding="utf-8"?><Relationships xmlns="http://schemas.openxmlformats.org/package/2006/relationships"><Relationship Type="http://schemas.openxmlformats.org/officeDocument/2006/relationships/slideLayout" Target="../slideLayouts/slideLayout78.xml" Id="R4e0597bf2bf14ba4"/><Relationship Type="http://schemas.openxmlformats.org/officeDocument/2006/relationships/image" Target="../media/s12-image.png" Id="R684fef5358444275"/><Relationship Type="http://schemas.openxmlformats.org/officeDocument/2006/relationships/notesSlide" Target="../notesSlides/notesSlide213.xml" Id="Rf8ee4e6f10b34762"/></Relationships>
</file>

<file path=ppt/slides/_rels/slide214.xml.rels><?xml version="1.0" encoding="utf-8"?><Relationships xmlns="http://schemas.openxmlformats.org/package/2006/relationships"><Relationship Type="http://schemas.openxmlformats.org/officeDocument/2006/relationships/slideLayout" Target="../slideLayouts/slideLayout78.xml" Id="R2ade81435ea0477f"/><Relationship Type="http://schemas.openxmlformats.org/officeDocument/2006/relationships/notesSlide" Target="../notesSlides/notesSlide214.xml" Id="R7b6eea6350204081"/></Relationships>
</file>

<file path=ppt/slides/_rels/slide215.xml.rels><?xml version="1.0" encoding="utf-8"?><Relationships xmlns="http://schemas.openxmlformats.org/package/2006/relationships"><Relationship Type="http://schemas.openxmlformats.org/officeDocument/2006/relationships/slideLayout" Target="../slideLayouts/slideLayout84.xml" Id="Ra8944ce373054731"/><Relationship Type="http://schemas.openxmlformats.org/officeDocument/2006/relationships/notesSlide" Target="../notesSlides/notesSlide215.xml" Id="R83c757105ee5456e"/></Relationships>
</file>

<file path=ppt/slides/_rels/slide216.xml.rels><?xml version="1.0" encoding="utf-8"?><Relationships xmlns="http://schemas.openxmlformats.org/package/2006/relationships"><Relationship Type="http://schemas.openxmlformats.org/officeDocument/2006/relationships/slideLayout" Target="../slideLayouts/slideLayout84.xml" Id="R4fe3820653474c80"/><Relationship Type="http://schemas.openxmlformats.org/officeDocument/2006/relationships/notesSlide" Target="../notesSlides/notesSlide216.xml" Id="R3045f295e91647bc"/></Relationships>
</file>

<file path=ppt/slides/_rels/slide217.xml.rels><?xml version="1.0" encoding="utf-8"?><Relationships xmlns="http://schemas.openxmlformats.org/package/2006/relationships"><Relationship Type="http://schemas.openxmlformats.org/officeDocument/2006/relationships/slideLayout" Target="../slideLayouts/slideLayout84.xml" Id="R0608a1f48a874d1a"/><Relationship Type="http://schemas.openxmlformats.org/officeDocument/2006/relationships/image" Target="../media/s13-image.png" Id="R24c2085a8da74b9f"/><Relationship Type="http://schemas.openxmlformats.org/officeDocument/2006/relationships/notesSlide" Target="../notesSlides/notesSlide217.xml" Id="R8c977311d3604888"/></Relationships>
</file>

<file path=ppt/slides/_rels/slide218.xml.rels><?xml version="1.0" encoding="utf-8"?><Relationships xmlns="http://schemas.openxmlformats.org/package/2006/relationships"><Relationship Type="http://schemas.openxmlformats.org/officeDocument/2006/relationships/slideLayout" Target="../slideLayouts/slideLayout84.xml" Id="R4ea568acc89b49f0"/><Relationship Type="http://schemas.openxmlformats.org/officeDocument/2006/relationships/chart" Target="charts/s13-chart1.xml" Id="R87916a75089c4234"/><Relationship Type="http://schemas.openxmlformats.org/officeDocument/2006/relationships/notesSlide" Target="../notesSlides/notesSlide218.xml" Id="Ra042434ea10f40c4"/></Relationships>
</file>

<file path=ppt/slides/_rels/slide219.xml.rels><?xml version="1.0" encoding="utf-8"?><Relationships xmlns="http://schemas.openxmlformats.org/package/2006/relationships"><Relationship Type="http://schemas.openxmlformats.org/officeDocument/2006/relationships/slideLayout" Target="../slideLayouts/slideLayout84.xml" Id="Ra9d9c3dfa3e34e9e"/><Relationship Type="http://schemas.openxmlformats.org/officeDocument/2006/relationships/notesSlide" Target="../notesSlides/notesSlide219.xml" Id="R5be6271bf024452b"/></Relationships>
</file>

<file path=ppt/slides/_rels/slide220.xml.rels><?xml version="1.0" encoding="utf-8"?><Relationships xmlns="http://schemas.openxmlformats.org/package/2006/relationships"><Relationship Type="http://schemas.openxmlformats.org/officeDocument/2006/relationships/slideLayout" Target="../slideLayouts/slideLayout84.xml" Id="R86db5b268b424099"/><Relationship Type="http://schemas.openxmlformats.org/officeDocument/2006/relationships/notesSlide" Target="../notesSlides/notesSlide220.xml" Id="Rf980d4b1da2f435d"/></Relationships>
</file>

<file path=ppt/slides/_rels/slide221.xml.rels><?xml version="1.0" encoding="utf-8"?><Relationships xmlns="http://schemas.openxmlformats.org/package/2006/relationships"><Relationship Type="http://schemas.openxmlformats.org/officeDocument/2006/relationships/slideLayout" Target="../slideLayouts/slideLayout84.xml" Id="R29e29bd55c2b40c6"/><Relationship Type="http://schemas.openxmlformats.org/officeDocument/2006/relationships/notesSlide" Target="../notesSlides/notesSlide221.xml" Id="Re96bc73d36ed4c1d"/></Relationships>
</file>

<file path=ppt/slides/_rels/slide222.xml.rels><?xml version="1.0" encoding="utf-8"?><Relationships xmlns="http://schemas.openxmlformats.org/package/2006/relationships"><Relationship Type="http://schemas.openxmlformats.org/officeDocument/2006/relationships/slideLayout" Target="../slideLayouts/slideLayout84.xml" Id="R1bff13087d8145e8"/><Relationship Type="http://schemas.openxmlformats.org/officeDocument/2006/relationships/notesSlide" Target="../notesSlides/notesSlide222.xml" Id="Rdcdc70885e894166"/></Relationships>
</file>

<file path=ppt/slides/_rels/slide223.xml.rels><?xml version="1.0" encoding="utf-8"?><Relationships xmlns="http://schemas.openxmlformats.org/package/2006/relationships"><Relationship Type="http://schemas.openxmlformats.org/officeDocument/2006/relationships/slideLayout" Target="../slideLayouts/slideLayout84.xml" Id="Rb6c7c68e2234455e"/><Relationship Type="http://schemas.openxmlformats.org/officeDocument/2006/relationships/image" Target="../media/s13-image2.png" Id="Re6dbd3b1e8cf4430"/><Relationship Type="http://schemas.openxmlformats.org/officeDocument/2006/relationships/notesSlide" Target="../notesSlides/notesSlide223.xml" Id="Rdcdbd51f2fa747cd"/></Relationships>
</file>

<file path=ppt/slides/_rels/slide224.xml.rels><?xml version="1.0" encoding="utf-8"?><Relationships xmlns="http://schemas.openxmlformats.org/package/2006/relationships"><Relationship Type="http://schemas.openxmlformats.org/officeDocument/2006/relationships/slideLayout" Target="../slideLayouts/slideLayout84.xml" Id="Rb90756861ce14c28"/><Relationship Type="http://schemas.openxmlformats.org/officeDocument/2006/relationships/notesSlide" Target="../notesSlides/notesSlide224.xml" Id="Rfd41d5c434e04f8c"/></Relationships>
</file>

<file path=ppt/slides/_rels/slide225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cc6c683fcac648b4"/><Relationship Type="http://schemas.openxmlformats.org/officeDocument/2006/relationships/notesSlide" Target="../notesSlides/notesSlide225.xml" Id="R3cdb55645525467d"/></Relationships>
</file>

<file path=ppt/slides/_rels/slide226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9182eaf6b0ad4690"/><Relationship Type="http://schemas.openxmlformats.org/officeDocument/2006/relationships/image" Target="../media/s14-image.png" Id="R776dd482716942ad"/><Relationship Type="http://schemas.openxmlformats.org/officeDocument/2006/relationships/notesSlide" Target="../notesSlides/notesSlide226.xml" Id="R07aae55a1dc04ab4"/></Relationships>
</file>

<file path=ppt/slides/_rels/slide227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04f0de6755b64a78"/><Relationship Type="http://schemas.openxmlformats.org/officeDocument/2006/relationships/notesSlide" Target="../notesSlides/notesSlide227.xml" Id="R9081ceb13ce74d9d"/></Relationships>
</file>

<file path=ppt/slides/_rels/slide228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9817b98dc4bd41ed"/><Relationship Type="http://schemas.openxmlformats.org/officeDocument/2006/relationships/image" Target="../media/s14-image.jpeg" Id="R98ea2a9d92094287"/><Relationship Type="http://schemas.openxmlformats.org/officeDocument/2006/relationships/notesSlide" Target="../notesSlides/notesSlide228.xml" Id="R33ae9e62692849f1"/></Relationships>
</file>

<file path=ppt/slides/_rels/slide229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833e30b2d2d24f06"/><Relationship Type="http://schemas.openxmlformats.org/officeDocument/2006/relationships/notesSlide" Target="../notesSlides/notesSlide229.xml" Id="R375240dc1197445b"/></Relationships>
</file>

<file path=ppt/slides/_rels/slide230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1add0a5c4a1849d5"/><Relationship Type="http://schemas.openxmlformats.org/officeDocument/2006/relationships/notesSlide" Target="../notesSlides/notesSlide230.xml" Id="Rf36ebd4893da46ac"/></Relationships>
</file>

<file path=ppt/slides/_rels/slide231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0ebe48965d8c4fdf"/><Relationship Type="http://schemas.openxmlformats.org/officeDocument/2006/relationships/image" Target="../media/s14-image2.png" Id="Re21fcbedea284aff"/><Relationship Type="http://schemas.openxmlformats.org/officeDocument/2006/relationships/notesSlide" Target="../notesSlides/notesSlide231.xml" Id="Rb2c39e91cbea4f41"/></Relationships>
</file>

<file path=ppt/slides/_rels/slide232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95d642f58bde484f"/><Relationship Type="http://schemas.openxmlformats.org/officeDocument/2006/relationships/notesSlide" Target="../notesSlides/notesSlide232.xml" Id="R2481644a61554f87"/></Relationships>
</file>

<file path=ppt/slides/_rels/slide233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ff527b49306b469c"/><Relationship Type="http://schemas.openxmlformats.org/officeDocument/2006/relationships/notesSlide" Target="../notesSlides/notesSlide233.xml" Id="Rc6457b6b42ef4be9"/></Relationships>
</file>

<file path=ppt/slides/_rels/slide234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1ab61b7ba47b4095"/><Relationship Type="http://schemas.openxmlformats.org/officeDocument/2006/relationships/notesSlide" Target="../notesSlides/notesSlide234.xml" Id="Rf5fe5993f6e74414"/></Relationships>
</file>

<file path=ppt/slides/_rels/slide235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6ff24295d67c4121"/><Relationship Type="http://schemas.openxmlformats.org/officeDocument/2006/relationships/notesSlide" Target="../notesSlides/notesSlide235.xml" Id="R6de2aa3bb6d74730"/></Relationships>
</file>

<file path=ppt/slides/_rels/slide236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721cf4e1980b4461"/><Relationship Type="http://schemas.openxmlformats.org/officeDocument/2006/relationships/notesSlide" Target="../notesSlides/notesSlide236.xml" Id="R9e546ad9f17441fb"/></Relationships>
</file>

<file path=ppt/slides/_rels/slide237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a4d5310f24204d14"/><Relationship Type="http://schemas.openxmlformats.org/officeDocument/2006/relationships/notesSlide" Target="../notesSlides/notesSlide237.xml" Id="R6ea65af5f54e46dc"/></Relationships>
</file>

<file path=ppt/slides/_rels/slide238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2ced615850554d60"/><Relationship Type="http://schemas.openxmlformats.org/officeDocument/2006/relationships/notesSlide" Target="../notesSlides/notesSlide238.xml" Id="Rc1bcfbb7312a4a5f"/></Relationships>
</file>

<file path=ppt/slides/_rels/slide239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57ed372f58a647a2"/><Relationship Type="http://schemas.openxmlformats.org/officeDocument/2006/relationships/notesSlide" Target="../notesSlides/notesSlide239.xml" Id="Ra5f9ccf117e747a3"/></Relationships>
</file>

<file path=ppt/slides/_rels/slide240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2cdad7fb9af944fa"/><Relationship Type="http://schemas.openxmlformats.org/officeDocument/2006/relationships/notesSlide" Target="../notesSlides/notesSlide240.xml" Id="Rcb27fb1e377e4737"/></Relationships>
</file>

<file path=ppt/slides/charts/_rels/s01-chart1.xml.rels><Relationships xmlns="http://schemas.openxmlformats.org/package/2006/relationships"><Relationship Id="rIdChartSnapshot1" Type="http://schemas.openxmlformats.org/officeDocument/2006/relationships/package" Target="../../embeddings/s01-chart-data-snapshot-001.xlsx"/></Relationships>
</file>

<file path=ppt/slides/charts/_rels/s03-chart1.xml.rels><Relationships xmlns="http://schemas.openxmlformats.org/package/2006/relationships"><Relationship Id="rIdChartSnapshot1" Type="http://schemas.openxmlformats.org/officeDocument/2006/relationships/package" Target="../../embeddings/s03-chart-data-snapshot-001.xlsx"/></Relationships>
</file>

<file path=ppt/slides/charts/_rels/s03-chart2.xml.rels><Relationships xmlns="http://schemas.openxmlformats.org/package/2006/relationships"><Relationship Id="rIdChartSnapshot1" Type="http://schemas.openxmlformats.org/officeDocument/2006/relationships/package" Target="../../embeddings/s03-chart-data-snapshot-002.xlsx"/></Relationships>
</file>

<file path=ppt/slides/charts/_rels/s04-chart1.xml.rels><Relationships xmlns="http://schemas.openxmlformats.org/package/2006/relationships"><Relationship Id="rIdChartSnapshot1" Type="http://schemas.openxmlformats.org/officeDocument/2006/relationships/package" Target="../../embeddings/s04-chart-data-snapshot-001.xlsx"/></Relationships>
</file>

<file path=ppt/slides/charts/_rels/s05-chart1.xml.rels><Relationships xmlns="http://schemas.openxmlformats.org/package/2006/relationships"><Relationship Id="rIdChartSnapshot1" Type="http://schemas.openxmlformats.org/officeDocument/2006/relationships/package" Target="../../embeddings/s05-chart-data-snapshot-001.xlsx"/></Relationships>
</file>

<file path=ppt/slides/charts/_rels/s06-chart1.xml.rels><Relationships xmlns="http://schemas.openxmlformats.org/package/2006/relationships"><Relationship Id="rIdChartSnapshot1" Type="http://schemas.openxmlformats.org/officeDocument/2006/relationships/package" Target="../../embeddings/s06-chart-data-snapshot-001.xlsx"/></Relationships>
</file>

<file path=ppt/slides/charts/_rels/s06-chart2.xml.rels><Relationships xmlns="http://schemas.openxmlformats.org/package/2006/relationships"><Relationship Id="rIdChartSnapshot1" Type="http://schemas.openxmlformats.org/officeDocument/2006/relationships/package" Target="../../embeddings/s06-chart-data-snapshot-002.xlsx"/></Relationships>
</file>

<file path=ppt/slides/charts/_rels/s07-chart1.xml.rels><Relationships xmlns="http://schemas.openxmlformats.org/package/2006/relationships"><Relationship Id="rIdChartSnapshot1" Type="http://schemas.openxmlformats.org/officeDocument/2006/relationships/package" Target="../../embeddings/s07-chart-data-snapshot-001.xlsx"/></Relationships>
</file>

<file path=ppt/slides/charts/_rels/s07-chart2.xml.rels><Relationships xmlns="http://schemas.openxmlformats.org/package/2006/relationships"><Relationship Id="rIdChartSnapshot1" Type="http://schemas.openxmlformats.org/officeDocument/2006/relationships/package" Target="../../embeddings/s07-chart-data-snapshot-002.xlsx"/></Relationships>
</file>

<file path=ppt/slides/charts/_rels/s07-chart3.xml.rels><Relationships xmlns="http://schemas.openxmlformats.org/package/2006/relationships"><Relationship Id="rIdChartSnapshot1" Type="http://schemas.openxmlformats.org/officeDocument/2006/relationships/package" Target="../../embeddings/s07-chart-data-snapshot-003.xlsx"/></Relationships>
</file>

<file path=ppt/slides/charts/_rels/s07-chart4.xml.rels><Relationships xmlns="http://schemas.openxmlformats.org/package/2006/relationships"><Relationship Id="rIdChartSnapshot1" Type="http://schemas.openxmlformats.org/officeDocument/2006/relationships/package" Target="../../embeddings/s07-chart-data-snapshot-004.xlsx"/></Relationships>
</file>

<file path=ppt/slides/charts/_rels/s07-chart5.xml.rels><Relationships xmlns="http://schemas.openxmlformats.org/package/2006/relationships"><Relationship Id="rIdChartSnapshot1" Type="http://schemas.openxmlformats.org/officeDocument/2006/relationships/package" Target="../../embeddings/s07-chart-data-snapshot-005.xlsx"/></Relationships>
</file>

<file path=ppt/slides/charts/_rels/s07-chart6.xml.rels><Relationships xmlns="http://schemas.openxmlformats.org/package/2006/relationships"><Relationship Id="rIdChartSnapshot1" Type="http://schemas.openxmlformats.org/officeDocument/2006/relationships/package" Target="../../embeddings/s07-chart-data-snapshot-006.xlsx"/></Relationships>
</file>

<file path=ppt/slides/charts/_rels/s08-chart1.xml.rels><Relationships xmlns="http://schemas.openxmlformats.org/package/2006/relationships"><Relationship Id="rIdChartSnapshot1" Type="http://schemas.openxmlformats.org/officeDocument/2006/relationships/package" Target="../../embeddings/s08-chart-data-snapshot-001.xlsx"/></Relationships>
</file>

<file path=ppt/slides/charts/_rels/s08-chart2.xml.rels><Relationships xmlns="http://schemas.openxmlformats.org/package/2006/relationships"><Relationship Id="rIdChartSnapshot1" Type="http://schemas.openxmlformats.org/officeDocument/2006/relationships/package" Target="../../embeddings/s08-chart-data-snapshot-002.xlsx"/></Relationships>
</file>

<file path=ppt/slides/charts/_rels/s08-chart3.xml.rels><Relationships xmlns="http://schemas.openxmlformats.org/package/2006/relationships"><Relationship Id="rIdChartSnapshot1" Type="http://schemas.openxmlformats.org/officeDocument/2006/relationships/package" Target="../../embeddings/s08-chart-data-snapshot-003.xlsx"/></Relationships>
</file>

<file path=ppt/slides/charts/_rels/s08-chart4.xml.rels><Relationships xmlns="http://schemas.openxmlformats.org/package/2006/relationships"><Relationship Id="rIdChartSnapshot1" Type="http://schemas.openxmlformats.org/officeDocument/2006/relationships/package" Target="../../embeddings/s08-chart-data-snapshot-004.xlsx"/></Relationships>
</file>

<file path=ppt/slides/charts/_rels/s08-chart5.xml.rels><Relationships xmlns="http://schemas.openxmlformats.org/package/2006/relationships"><Relationship Id="rIdChartSnapshot1" Type="http://schemas.openxmlformats.org/officeDocument/2006/relationships/package" Target="../../embeddings/s08-chart-data-snapshot-005.xlsx"/></Relationships>
</file>

<file path=ppt/slides/charts/_rels/s08-chart6.xml.rels><Relationships xmlns="http://schemas.openxmlformats.org/package/2006/relationships"><Relationship Id="rIdChartSnapshot1" Type="http://schemas.openxmlformats.org/officeDocument/2006/relationships/package" Target="../../embeddings/s08-chart-data-snapshot-006.xlsx"/></Relationships>
</file>

<file path=ppt/slides/charts/_rels/s08-chart7.xml.rels><Relationships xmlns="http://schemas.openxmlformats.org/package/2006/relationships"><Relationship Id="rIdChartSnapshot1" Type="http://schemas.openxmlformats.org/officeDocument/2006/relationships/package" Target="../../embeddings/s08-chart-data-snapshot-007.xlsx"/></Relationships>
</file>

<file path=ppt/slides/charts/_rels/s09-chart1.xml.rels><Relationships xmlns="http://schemas.openxmlformats.org/package/2006/relationships"><Relationship Id="rIdChartSnapshot1" Type="http://schemas.openxmlformats.org/officeDocument/2006/relationships/package" Target="../../embeddings/s09-chart-data-snapshot-001.xlsx"/></Relationships>
</file>

<file path=ppt/slides/charts/_rels/s09-chart2.xml.rels><Relationships xmlns="http://schemas.openxmlformats.org/package/2006/relationships"><Relationship Id="rIdChartSnapshot1" Type="http://schemas.openxmlformats.org/officeDocument/2006/relationships/package" Target="../../embeddings/s09-chart-data-snapshot-002.xlsx"/></Relationships>
</file>

<file path=ppt/slides/charts/_rels/s12-chart1.xml.rels><Relationships xmlns="http://schemas.openxmlformats.org/package/2006/relationships"><Relationship Id="rIdChartSnapshot1" Type="http://schemas.openxmlformats.org/officeDocument/2006/relationships/package" Target="../../embeddings/s12-chart-data-snapshot-001.xlsx"/></Relationships>
</file>

<file path=ppt/slides/charts/_rels/s13-chart1.xml.rels><Relationships xmlns="http://schemas.openxmlformats.org/package/2006/relationships"><Relationship Id="rIdChartSnapshot1" Type="http://schemas.openxmlformats.org/officeDocument/2006/relationships/package" Target="../../embeddings/s13-chart-data-snapshot-001.xlsx"/></Relationships>
</file>

<file path=ppt/slides/charts/s01-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所引文献中虚构文献的比例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虚构文献比例</c:v>
          </c:tx>
          <c:spPr>
            <a:solidFill xmlns:a="http://schemas.openxmlformats.org/drawingml/2006/main">
              <a:srgbClr val="245B77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C6D6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GPT-3.5（n=222）</c:v>
                </c:pt>
                <c:pt idx="1">
                  <c:v>GPT-4（n=414）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0.55</c:v>
                </c:pt>
                <c:pt idx="1">
                  <c:v>0.18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3-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人工作文被判为 AI 文本的平均比例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45B77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C6D6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TOEFL作文（n=91）</c:v>
                </c:pt>
                <c:pt idx="1">
                  <c:v>美国八年级作文（n=88）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0.6122</c:v>
                </c:pt>
                <c:pt idx="1">
                  <c:v>0.0519</c:v>
                </c:pt>
              </c:numCache>
            </c:numRef>
          </c:val>
        </c:ser>
        <c:dLbls>
          <c:numFmt formatCode="0.0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3-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虚构文献占所引文献的比例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45B77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C6D6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GPT-3.5（n=222）</c:v>
                </c:pt>
                <c:pt idx="1">
                  <c:v>GPT-4（n=414）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0.55</c:v>
                </c:pt>
                <c:pt idx="1">
                  <c:v>0.18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4-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有AI帮助时，练习成绩相对对照组的提升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45B77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C6D6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GPT Base</c:v>
                </c:pt>
                <c:pt idx="1">
                  <c:v>GPT Tutor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0.48</c:v>
                </c:pt>
                <c:pt idx="1">
                  <c:v>1.27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5-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后测中位数（原文分值）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中位数</c:v>
          </c:tx>
          <c:spPr>
            <a:solidFill xmlns:a="http://schemas.openxmlformats.org/drawingml/2006/main">
              <a:srgbClr val="245B77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C6D6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课堂主动学习</c:v>
                </c:pt>
                <c:pt idx="1">
                  <c:v>定制AI辅导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3.5</c:v>
                </c:pt>
                <c:pt idx="1">
                  <c:v>4.5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5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6-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>
                <a:latin typeface="Microsoft YaHei"/>
                <a:ea typeface="Microsoft YaHei"/>
                <a:cs typeface="Microsoft YaHei"/>
              </a:rPr>
              <a:t>固定浓度C=20%时的响应y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00">
              <a:latin typeface="Microsoft YaHei"/>
              <a:ea typeface="Microsoft YaHei"/>
              <a:cs typeface="Microsoft YaHe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催化剂A</c:v>
          </c:tx>
          <c:spPr>
            <a:ln xmlns:a="http://schemas.openxmlformats.org/drawingml/2006/main" w="28575">
              <a:solidFill>
                <a:srgbClr val="245B77"/>
              </a:solidFill>
            </a:ln>
          </c:spPr>
          <c:marker>
            <c:symbol val="circle"/>
            <c:size val="9"/>
            <c:spPr>
              <a:solidFill xmlns:a="http://schemas.openxmlformats.org/drawingml/2006/main">
                <a:srgbClr val="245B77"/>
              </a:solidFill>
            </c:spPr>
          </c:marker>
          <c:dLbls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Data'!$A$2:$A$3</c:f>
              <c:strCache>
                <c:ptCount val="2"/>
                <c:pt idx="0">
                  <c:v>160°C</c:v>
                </c:pt>
                <c:pt idx="1">
                  <c:v>180°C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60</c:v>
                </c:pt>
                <c:pt idx="1">
                  <c:v>72</c:v>
                </c:pt>
              </c:numCache>
            </c:numRef>
          </c:val>
          <c:smooth val="0"/>
        </c:ser>
        <c:ser>
          <c:idx val="1"/>
          <c:order val="1"/>
          <c:tx>
            <c:v>催化剂B</c:v>
          </c:tx>
          <c:spPr>
            <a:ln xmlns:a="http://schemas.openxmlformats.org/drawingml/2006/main" w="28575">
              <a:solidFill>
                <a:srgbClr val="2C6D68"/>
              </a:solidFill>
            </a:ln>
          </c:spPr>
          <c:marker>
            <c:symbol val="square"/>
            <c:size val="9"/>
            <c:spPr>
              <a:solidFill xmlns:a="http://schemas.openxmlformats.org/drawingml/2006/main">
                <a:srgbClr val="2C6D68"/>
              </a:solidFill>
            </c:spPr>
          </c:marker>
          <c:dLbls>
            <c:dLblPos val="b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Data'!$C$2:$C$3</c:f>
              <c:strCache>
                <c:ptCount val="2"/>
                <c:pt idx="0">
                  <c:v>160°C</c:v>
                </c:pt>
                <c:pt idx="1">
                  <c:v>180°C</c:v>
                </c:pt>
              </c:strCache>
            </c:strRef>
          </c:cat>
          <c:val>
            <c:numRef>
              <c:f>'Chart Data'!$D$2:$D$3</c:f>
              <c:numCache>
                <c:formatCode>0</c:formatCode>
                <c:ptCount val="2"/>
                <c:pt idx="0">
                  <c:v>52</c:v>
                </c:pt>
                <c:pt idx="1">
                  <c:v>83</c:v>
                </c:pt>
              </c:numCache>
            </c:numRef>
          </c:val>
          <c:smooth val="0"/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6-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所需人数（每组，向上取整）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每组人数</c:v>
          </c:tx>
          <c:spPr>
            <a:solidFill xmlns:a="http://schemas.openxmlformats.org/drawingml/2006/main">
              <a:srgbClr val="245B77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C6D68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627681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差4分</c:v>
                </c:pt>
                <c:pt idx="1">
                  <c:v>差6分</c:v>
                </c:pt>
                <c:pt idx="2">
                  <c:v>差8分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100</c:v>
                </c:pt>
                <c:pt idx="1">
                  <c:v>45</c:v>
                </c:pt>
                <c:pt idx="2">
                  <c:v>26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5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7-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344条记录的字段缺失数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缺失记录数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Data'!$A$2:$A$6</c:f>
              <c:strCache>
                <c:ptCount val="5"/>
                <c:pt idx="0">
                  <c:v>喙长</c:v>
                </c:pt>
                <c:pt idx="1">
                  <c:v>喙深</c:v>
                </c:pt>
                <c:pt idx="2">
                  <c:v>鳍长</c:v>
                </c:pt>
                <c:pt idx="3">
                  <c:v>体重</c:v>
                </c:pt>
                <c:pt idx="4">
                  <c:v>性别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11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7-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Adelie鳍长分箱频数（毫米）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female（雌）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2</c:v>
                </c:pt>
                <c:pt idx="1">
                  <c:v>3</c:v>
                </c:pt>
                <c:pt idx="2">
                  <c:v>11</c:v>
                </c:pt>
                <c:pt idx="3">
                  <c:v>27</c:v>
                </c:pt>
                <c:pt idx="4">
                  <c:v>21</c:v>
                </c:pt>
                <c:pt idx="5">
                  <c:v>8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v>male（雄）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23813">
              <a:solidFill>
                <a:srgbClr val="2C6D68"/>
              </a:solidFill>
            </a:ln>
          </c:spPr>
          <c:invertIfNegative val="0"/>
          <c:cat>
            <c:strRef>
              <c:f>'Chart Data'!$C$2:$C$10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Data'!$D$2:$D$10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10</c:v>
                </c:pt>
                <c:pt idx="3">
                  <c:v>8</c:v>
                </c:pt>
                <c:pt idx="4">
                  <c:v>24</c:v>
                </c:pt>
                <c:pt idx="5">
                  <c:v>22</c:v>
                </c:pt>
                <c:pt idx="6">
                  <c:v>5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7-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正面次数K的二项分布（n=20，p=0.5）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概率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8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9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0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1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2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3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4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5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16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17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18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19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20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cat>
            <c:numRef>
              <c:f>'Chart Data'!$A$2:$A$22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'Chart Data'!$B$2:$B$22</c:f>
              <c:numCache>
                <c:formatCode>0.00</c:formatCode>
                <c:ptCount val="21"/>
                <c:pt idx="0">
                  <c:v>9.53674316406E-07</c:v>
                </c:pt>
                <c:pt idx="1">
                  <c:v>1.90734863281E-05</c:v>
                </c:pt>
                <c:pt idx="2">
                  <c:v>0.000181198120117</c:v>
                </c:pt>
                <c:pt idx="3">
                  <c:v>0.0010871887207</c:v>
                </c:pt>
                <c:pt idx="4">
                  <c:v>0.00462055206299</c:v>
                </c:pt>
                <c:pt idx="5">
                  <c:v>0.0147857666016</c:v>
                </c:pt>
                <c:pt idx="6">
                  <c:v>0.0369644165039</c:v>
                </c:pt>
                <c:pt idx="7">
                  <c:v>0.0739288330078</c:v>
                </c:pt>
                <c:pt idx="8">
                  <c:v>0.120134353638</c:v>
                </c:pt>
                <c:pt idx="9">
                  <c:v>0.160179138184</c:v>
                </c:pt>
                <c:pt idx="10">
                  <c:v>0.176197052002</c:v>
                </c:pt>
                <c:pt idx="11">
                  <c:v>0.160179138184</c:v>
                </c:pt>
                <c:pt idx="12">
                  <c:v>0.120134353638</c:v>
                </c:pt>
                <c:pt idx="13">
                  <c:v>0.0739288330078</c:v>
                </c:pt>
                <c:pt idx="14">
                  <c:v>0.0369644165039</c:v>
                </c:pt>
                <c:pt idx="15">
                  <c:v>0.0147857666016</c:v>
                </c:pt>
                <c:pt idx="16">
                  <c:v>0.00462055206299</c:v>
                </c:pt>
                <c:pt idx="17">
                  <c:v>0.0010871887207</c:v>
                </c:pt>
                <c:pt idx="18">
                  <c:v>0.000181198120117</c:v>
                </c:pt>
                <c:pt idx="19">
                  <c:v>1.90734863281E-05</c:v>
                </c:pt>
                <c:pt idx="20">
                  <c:v>9.53674316406E-07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2"/>
          <c:min val="0"/>
        </c:scaling>
        <c:delete val="0"/>
        <c:axPos val="l"/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7-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均值差的重抽样分布（毫米）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重抽样次数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numRef>
              <c:f>'Chart Data'!$A$2:$A$21</c:f>
              <c:numCache>
                <c:formatCode>General</c:formatCode>
                <c:ptCount val="20"/>
                <c:pt idx="0">
                  <c:v>0.0</c:v>
                </c:pt>
                <c:pt idx="1">
                  <c:v>0.5</c:v>
                </c:pt>
                <c:pt idx="2">
                  <c:v>1.0</c:v>
                </c:pt>
                <c:pt idx="3">
                  <c:v>1.5</c:v>
                </c:pt>
                <c:pt idx="4">
                  <c:v>2.0</c:v>
                </c:pt>
                <c:pt idx="5">
                  <c:v>2.5</c:v>
                </c:pt>
                <c:pt idx="6">
                  <c:v>3.0</c:v>
                </c:pt>
                <c:pt idx="7">
                  <c:v>3.5</c:v>
                </c:pt>
                <c:pt idx="8">
                  <c:v>4.0</c:v>
                </c:pt>
                <c:pt idx="9">
                  <c:v>4.5</c:v>
                </c:pt>
                <c:pt idx="10">
                  <c:v>5.0</c:v>
                </c:pt>
                <c:pt idx="11">
                  <c:v>5.5</c:v>
                </c:pt>
                <c:pt idx="12">
                  <c:v>6.0</c:v>
                </c:pt>
                <c:pt idx="13">
                  <c:v>6.5</c:v>
                </c:pt>
                <c:pt idx="14">
                  <c:v>7.0</c:v>
                </c:pt>
                <c:pt idx="15">
                  <c:v>7.5</c:v>
                </c:pt>
                <c:pt idx="16">
                  <c:v>8.0</c:v>
                </c:pt>
                <c:pt idx="17">
                  <c:v>8.5</c:v>
                </c:pt>
                <c:pt idx="18">
                  <c:v>9.0</c:v>
                </c:pt>
                <c:pt idx="19">
                  <c:v>9.5</c:v>
                </c:pt>
              </c:numCache>
            </c:numRef>
          </c:cat>
          <c:val>
            <c:numRef>
              <c:f>'Chart Data'!$B$2:$B$21</c:f>
              <c:numCache>
                <c:formatCode>General</c:formatCode>
                <c:ptCount val="20"/>
                <c:pt idx="0">
                  <c:v>0</c:v>
                </c:pt>
                <c:pt idx="1">
                  <c:v>1</c:v>
                </c:pt>
                <c:pt idx="2">
                  <c:v>8</c:v>
                </c:pt>
                <c:pt idx="3">
                  <c:v>32</c:v>
                </c:pt>
                <c:pt idx="4">
                  <c:v>121</c:v>
                </c:pt>
                <c:pt idx="5">
                  <c:v>366</c:v>
                </c:pt>
                <c:pt idx="6">
                  <c:v>829</c:v>
                </c:pt>
                <c:pt idx="7">
                  <c:v>1308</c:v>
                </c:pt>
                <c:pt idx="8">
                  <c:v>1849</c:v>
                </c:pt>
                <c:pt idx="9">
                  <c:v>1987</c:v>
                </c:pt>
                <c:pt idx="10">
                  <c:v>1617</c:v>
                </c:pt>
                <c:pt idx="11">
                  <c:v>1037</c:v>
                </c:pt>
                <c:pt idx="12">
                  <c:v>555</c:v>
                </c:pt>
                <c:pt idx="13">
                  <c:v>214</c:v>
                </c:pt>
                <c:pt idx="14">
                  <c:v>57</c:v>
                </c:pt>
                <c:pt idx="15">
                  <c:v>16</c:v>
                </c:pt>
                <c:pt idx="16">
                  <c:v>3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7-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喙长与鳍长：按物种着色（毫米）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marker"/>
        <c:varyColors val="0"/>
        <c:ser>
          <c:idx val="0"/>
          <c:order val="0"/>
          <c:tx>
            <c:v>Adelie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0">
              <a:noFill/>
            </a:ln>
          </c:spPr>
          <c:marker>
            <c:symbol val="circle"/>
            <c:size val="5"/>
            <c:spPr>
              <a:solidFill xmlns:a="http://schemas.openxmlformats.org/drawingml/2006/main">
                <a:srgbClr val="245B77"/>
              </a:solidFill>
            </c:spPr>
          </c:marker>
          <c:xVal>
            <c:numRef>
              <c:f>'Chart Data'!$A$2:$A$152</c:f>
              <c:numCache>
                <c:formatCode>General</c:formatCode>
                <c:ptCount val="151"/>
                <c:pt idx="0">
                  <c:v>39.1</c:v>
                </c:pt>
                <c:pt idx="1">
                  <c:v>39.5</c:v>
                </c:pt>
                <c:pt idx="2">
                  <c:v>40.3</c:v>
                </c:pt>
                <c:pt idx="3">
                  <c:v>36.7</c:v>
                </c:pt>
                <c:pt idx="4">
                  <c:v>39.3</c:v>
                </c:pt>
                <c:pt idx="5">
                  <c:v>38.9</c:v>
                </c:pt>
                <c:pt idx="6">
                  <c:v>39.2</c:v>
                </c:pt>
                <c:pt idx="7">
                  <c:v>34.1</c:v>
                </c:pt>
                <c:pt idx="8">
                  <c:v>42</c:v>
                </c:pt>
                <c:pt idx="9">
                  <c:v>37.8</c:v>
                </c:pt>
                <c:pt idx="10">
                  <c:v>37.8</c:v>
                </c:pt>
                <c:pt idx="11">
                  <c:v>41.1</c:v>
                </c:pt>
                <c:pt idx="12">
                  <c:v>38.6</c:v>
                </c:pt>
                <c:pt idx="13">
                  <c:v>34.6</c:v>
                </c:pt>
                <c:pt idx="14">
                  <c:v>36.6</c:v>
                </c:pt>
                <c:pt idx="15">
                  <c:v>38.7</c:v>
                </c:pt>
                <c:pt idx="16">
                  <c:v>42.5</c:v>
                </c:pt>
                <c:pt idx="17">
                  <c:v>34.4</c:v>
                </c:pt>
                <c:pt idx="18">
                  <c:v>46</c:v>
                </c:pt>
                <c:pt idx="19">
                  <c:v>37.8</c:v>
                </c:pt>
                <c:pt idx="20">
                  <c:v>37.7</c:v>
                </c:pt>
                <c:pt idx="21">
                  <c:v>35.9</c:v>
                </c:pt>
                <c:pt idx="22">
                  <c:v>38.2</c:v>
                </c:pt>
                <c:pt idx="23">
                  <c:v>38.8</c:v>
                </c:pt>
                <c:pt idx="24">
                  <c:v>35.3</c:v>
                </c:pt>
                <c:pt idx="25">
                  <c:v>40.6</c:v>
                </c:pt>
                <c:pt idx="26">
                  <c:v>40.5</c:v>
                </c:pt>
                <c:pt idx="27">
                  <c:v>37.9</c:v>
                </c:pt>
                <c:pt idx="28">
                  <c:v>40.5</c:v>
                </c:pt>
                <c:pt idx="29">
                  <c:v>39.5</c:v>
                </c:pt>
                <c:pt idx="30">
                  <c:v>37.2</c:v>
                </c:pt>
                <c:pt idx="31">
                  <c:v>39.5</c:v>
                </c:pt>
                <c:pt idx="32">
                  <c:v>40.9</c:v>
                </c:pt>
                <c:pt idx="33">
                  <c:v>36.4</c:v>
                </c:pt>
                <c:pt idx="34">
                  <c:v>39.2</c:v>
                </c:pt>
                <c:pt idx="35">
                  <c:v>38.8</c:v>
                </c:pt>
                <c:pt idx="36">
                  <c:v>42.2</c:v>
                </c:pt>
                <c:pt idx="37">
                  <c:v>37.6</c:v>
                </c:pt>
                <c:pt idx="38">
                  <c:v>39.8</c:v>
                </c:pt>
                <c:pt idx="39">
                  <c:v>36.5</c:v>
                </c:pt>
                <c:pt idx="40">
                  <c:v>40.8</c:v>
                </c:pt>
                <c:pt idx="41">
                  <c:v>36</c:v>
                </c:pt>
                <c:pt idx="42">
                  <c:v>44.1</c:v>
                </c:pt>
                <c:pt idx="43">
                  <c:v>37</c:v>
                </c:pt>
                <c:pt idx="44">
                  <c:v>39.6</c:v>
                </c:pt>
                <c:pt idx="45">
                  <c:v>41.1</c:v>
                </c:pt>
                <c:pt idx="46">
                  <c:v>37.5</c:v>
                </c:pt>
                <c:pt idx="47">
                  <c:v>36</c:v>
                </c:pt>
                <c:pt idx="48">
                  <c:v>42.3</c:v>
                </c:pt>
                <c:pt idx="49">
                  <c:v>39.6</c:v>
                </c:pt>
                <c:pt idx="50">
                  <c:v>40.1</c:v>
                </c:pt>
                <c:pt idx="51">
                  <c:v>35</c:v>
                </c:pt>
                <c:pt idx="52">
                  <c:v>42</c:v>
                </c:pt>
                <c:pt idx="53">
                  <c:v>34.5</c:v>
                </c:pt>
                <c:pt idx="54">
                  <c:v>41.4</c:v>
                </c:pt>
                <c:pt idx="55">
                  <c:v>39</c:v>
                </c:pt>
                <c:pt idx="56">
                  <c:v>40.6</c:v>
                </c:pt>
                <c:pt idx="57">
                  <c:v>36.5</c:v>
                </c:pt>
                <c:pt idx="58">
                  <c:v>37.6</c:v>
                </c:pt>
                <c:pt idx="59">
                  <c:v>35.7</c:v>
                </c:pt>
                <c:pt idx="60">
                  <c:v>41.3</c:v>
                </c:pt>
                <c:pt idx="61">
                  <c:v>37.6</c:v>
                </c:pt>
                <c:pt idx="62">
                  <c:v>41.1</c:v>
                </c:pt>
                <c:pt idx="63">
                  <c:v>36.4</c:v>
                </c:pt>
                <c:pt idx="64">
                  <c:v>41.6</c:v>
                </c:pt>
                <c:pt idx="65">
                  <c:v>35.5</c:v>
                </c:pt>
                <c:pt idx="66">
                  <c:v>41.1</c:v>
                </c:pt>
                <c:pt idx="67">
                  <c:v>35.9</c:v>
                </c:pt>
                <c:pt idx="68">
                  <c:v>41.8</c:v>
                </c:pt>
                <c:pt idx="69">
                  <c:v>33.5</c:v>
                </c:pt>
                <c:pt idx="70">
                  <c:v>39.7</c:v>
                </c:pt>
                <c:pt idx="71">
                  <c:v>39.6</c:v>
                </c:pt>
                <c:pt idx="72">
                  <c:v>45.8</c:v>
                </c:pt>
                <c:pt idx="73">
                  <c:v>35.5</c:v>
                </c:pt>
                <c:pt idx="74">
                  <c:v>42.8</c:v>
                </c:pt>
                <c:pt idx="75">
                  <c:v>40.9</c:v>
                </c:pt>
                <c:pt idx="76">
                  <c:v>37.2</c:v>
                </c:pt>
                <c:pt idx="77">
                  <c:v>36.2</c:v>
                </c:pt>
                <c:pt idx="78">
                  <c:v>42.1</c:v>
                </c:pt>
                <c:pt idx="79">
                  <c:v>34.6</c:v>
                </c:pt>
                <c:pt idx="80">
                  <c:v>42.9</c:v>
                </c:pt>
                <c:pt idx="81">
                  <c:v>36.7</c:v>
                </c:pt>
                <c:pt idx="82">
                  <c:v>35.1</c:v>
                </c:pt>
                <c:pt idx="83">
                  <c:v>37.3</c:v>
                </c:pt>
                <c:pt idx="84">
                  <c:v>41.3</c:v>
                </c:pt>
                <c:pt idx="85">
                  <c:v>36.3</c:v>
                </c:pt>
                <c:pt idx="86">
                  <c:v>36.9</c:v>
                </c:pt>
                <c:pt idx="87">
                  <c:v>38.3</c:v>
                </c:pt>
                <c:pt idx="88">
                  <c:v>38.9</c:v>
                </c:pt>
                <c:pt idx="89">
                  <c:v>35.7</c:v>
                </c:pt>
                <c:pt idx="90">
                  <c:v>41.1</c:v>
                </c:pt>
                <c:pt idx="91">
                  <c:v>34</c:v>
                </c:pt>
                <c:pt idx="92">
                  <c:v>39.6</c:v>
                </c:pt>
                <c:pt idx="93">
                  <c:v>36.2</c:v>
                </c:pt>
                <c:pt idx="94">
                  <c:v>40.8</c:v>
                </c:pt>
                <c:pt idx="95">
                  <c:v>38.1</c:v>
                </c:pt>
                <c:pt idx="96">
                  <c:v>40.3</c:v>
                </c:pt>
                <c:pt idx="97">
                  <c:v>33.1</c:v>
                </c:pt>
                <c:pt idx="98">
                  <c:v>43.2</c:v>
                </c:pt>
                <c:pt idx="99">
                  <c:v>35</c:v>
                </c:pt>
                <c:pt idx="100">
                  <c:v>41</c:v>
                </c:pt>
                <c:pt idx="101">
                  <c:v>37.7</c:v>
                </c:pt>
                <c:pt idx="102">
                  <c:v>37.8</c:v>
                </c:pt>
                <c:pt idx="103">
                  <c:v>37.9</c:v>
                </c:pt>
                <c:pt idx="104">
                  <c:v>39.7</c:v>
                </c:pt>
                <c:pt idx="105">
                  <c:v>38.6</c:v>
                </c:pt>
                <c:pt idx="106">
                  <c:v>38.2</c:v>
                </c:pt>
                <c:pt idx="107">
                  <c:v>38.1</c:v>
                </c:pt>
                <c:pt idx="108">
                  <c:v>43.2</c:v>
                </c:pt>
                <c:pt idx="109">
                  <c:v>38.1</c:v>
                </c:pt>
                <c:pt idx="110">
                  <c:v>45.6</c:v>
                </c:pt>
                <c:pt idx="111">
                  <c:v>39.7</c:v>
                </c:pt>
                <c:pt idx="112">
                  <c:v>42.2</c:v>
                </c:pt>
                <c:pt idx="113">
                  <c:v>39.6</c:v>
                </c:pt>
                <c:pt idx="114">
                  <c:v>42.7</c:v>
                </c:pt>
                <c:pt idx="115">
                  <c:v>38.6</c:v>
                </c:pt>
                <c:pt idx="116">
                  <c:v>37.3</c:v>
                </c:pt>
                <c:pt idx="117">
                  <c:v>35.7</c:v>
                </c:pt>
                <c:pt idx="118">
                  <c:v>41.1</c:v>
                </c:pt>
                <c:pt idx="119">
                  <c:v>36.2</c:v>
                </c:pt>
                <c:pt idx="120">
                  <c:v>37.7</c:v>
                </c:pt>
                <c:pt idx="121">
                  <c:v>40.2</c:v>
                </c:pt>
                <c:pt idx="122">
                  <c:v>41.4</c:v>
                </c:pt>
                <c:pt idx="123">
                  <c:v>35.2</c:v>
                </c:pt>
                <c:pt idx="124">
                  <c:v>40.6</c:v>
                </c:pt>
                <c:pt idx="125">
                  <c:v>38.8</c:v>
                </c:pt>
                <c:pt idx="126">
                  <c:v>41.5</c:v>
                </c:pt>
                <c:pt idx="127">
                  <c:v>39</c:v>
                </c:pt>
                <c:pt idx="128">
                  <c:v>44.1</c:v>
                </c:pt>
                <c:pt idx="129">
                  <c:v>38.5</c:v>
                </c:pt>
                <c:pt idx="130">
                  <c:v>43.1</c:v>
                </c:pt>
                <c:pt idx="131">
                  <c:v>36.8</c:v>
                </c:pt>
                <c:pt idx="132">
                  <c:v>37.5</c:v>
                </c:pt>
                <c:pt idx="133">
                  <c:v>38.1</c:v>
                </c:pt>
                <c:pt idx="134">
                  <c:v>41.1</c:v>
                </c:pt>
                <c:pt idx="135">
                  <c:v>35.6</c:v>
                </c:pt>
                <c:pt idx="136">
                  <c:v>40.2</c:v>
                </c:pt>
                <c:pt idx="137">
                  <c:v>37</c:v>
                </c:pt>
                <c:pt idx="138">
                  <c:v>39.7</c:v>
                </c:pt>
                <c:pt idx="139">
                  <c:v>40.2</c:v>
                </c:pt>
                <c:pt idx="140">
                  <c:v>40.6</c:v>
                </c:pt>
                <c:pt idx="141">
                  <c:v>32.1</c:v>
                </c:pt>
                <c:pt idx="142">
                  <c:v>40.7</c:v>
                </c:pt>
                <c:pt idx="143">
                  <c:v>37.3</c:v>
                </c:pt>
                <c:pt idx="144">
                  <c:v>39</c:v>
                </c:pt>
                <c:pt idx="145">
                  <c:v>39.2</c:v>
                </c:pt>
                <c:pt idx="146">
                  <c:v>36.6</c:v>
                </c:pt>
                <c:pt idx="147">
                  <c:v>36</c:v>
                </c:pt>
                <c:pt idx="148">
                  <c:v>37.8</c:v>
                </c:pt>
                <c:pt idx="149">
                  <c:v>36</c:v>
                </c:pt>
                <c:pt idx="150">
                  <c:v>41.5</c:v>
                </c:pt>
              </c:numCache>
            </c:numRef>
          </c:xVal>
          <c:yVal>
            <c:numRef>
              <c:f>'Chart Data'!$B$2:$B$152</c:f>
              <c:numCache>
                <c:formatCode>General</c:formatCode>
                <c:ptCount val="151"/>
                <c:pt idx="0">
                  <c:v>181</c:v>
                </c:pt>
                <c:pt idx="1">
                  <c:v>186</c:v>
                </c:pt>
                <c:pt idx="2">
                  <c:v>195</c:v>
                </c:pt>
                <c:pt idx="3">
                  <c:v>193</c:v>
                </c:pt>
                <c:pt idx="4">
                  <c:v>190</c:v>
                </c:pt>
                <c:pt idx="5">
                  <c:v>181</c:v>
                </c:pt>
                <c:pt idx="6">
                  <c:v>195</c:v>
                </c:pt>
                <c:pt idx="7">
                  <c:v>193</c:v>
                </c:pt>
                <c:pt idx="8">
                  <c:v>190</c:v>
                </c:pt>
                <c:pt idx="9">
                  <c:v>186</c:v>
                </c:pt>
                <c:pt idx="10">
                  <c:v>180</c:v>
                </c:pt>
                <c:pt idx="11">
                  <c:v>182</c:v>
                </c:pt>
                <c:pt idx="12">
                  <c:v>191</c:v>
                </c:pt>
                <c:pt idx="13">
                  <c:v>198</c:v>
                </c:pt>
                <c:pt idx="14">
                  <c:v>185</c:v>
                </c:pt>
                <c:pt idx="15">
                  <c:v>195</c:v>
                </c:pt>
                <c:pt idx="16">
                  <c:v>197</c:v>
                </c:pt>
                <c:pt idx="17">
                  <c:v>184</c:v>
                </c:pt>
                <c:pt idx="18">
                  <c:v>194</c:v>
                </c:pt>
                <c:pt idx="19">
                  <c:v>174</c:v>
                </c:pt>
                <c:pt idx="20">
                  <c:v>180</c:v>
                </c:pt>
                <c:pt idx="21">
                  <c:v>189</c:v>
                </c:pt>
                <c:pt idx="22">
                  <c:v>185</c:v>
                </c:pt>
                <c:pt idx="23">
                  <c:v>180</c:v>
                </c:pt>
                <c:pt idx="24">
                  <c:v>187</c:v>
                </c:pt>
                <c:pt idx="25">
                  <c:v>183</c:v>
                </c:pt>
                <c:pt idx="26">
                  <c:v>187</c:v>
                </c:pt>
                <c:pt idx="27">
                  <c:v>172</c:v>
                </c:pt>
                <c:pt idx="28">
                  <c:v>180</c:v>
                </c:pt>
                <c:pt idx="29">
                  <c:v>178</c:v>
                </c:pt>
                <c:pt idx="30">
                  <c:v>178</c:v>
                </c:pt>
                <c:pt idx="31">
                  <c:v>188</c:v>
                </c:pt>
                <c:pt idx="32">
                  <c:v>184</c:v>
                </c:pt>
                <c:pt idx="33">
                  <c:v>195</c:v>
                </c:pt>
                <c:pt idx="34">
                  <c:v>196</c:v>
                </c:pt>
                <c:pt idx="35">
                  <c:v>190</c:v>
                </c:pt>
                <c:pt idx="36">
                  <c:v>180</c:v>
                </c:pt>
                <c:pt idx="37">
                  <c:v>181</c:v>
                </c:pt>
                <c:pt idx="38">
                  <c:v>184</c:v>
                </c:pt>
                <c:pt idx="39">
                  <c:v>182</c:v>
                </c:pt>
                <c:pt idx="40">
                  <c:v>195</c:v>
                </c:pt>
                <c:pt idx="41">
                  <c:v>186</c:v>
                </c:pt>
                <c:pt idx="42">
                  <c:v>196</c:v>
                </c:pt>
                <c:pt idx="43">
                  <c:v>185</c:v>
                </c:pt>
                <c:pt idx="44">
                  <c:v>190</c:v>
                </c:pt>
                <c:pt idx="45">
                  <c:v>182</c:v>
                </c:pt>
                <c:pt idx="46">
                  <c:v>179</c:v>
                </c:pt>
                <c:pt idx="47">
                  <c:v>190</c:v>
                </c:pt>
                <c:pt idx="48">
                  <c:v>191</c:v>
                </c:pt>
                <c:pt idx="49">
                  <c:v>186</c:v>
                </c:pt>
                <c:pt idx="50">
                  <c:v>188</c:v>
                </c:pt>
                <c:pt idx="51">
                  <c:v>190</c:v>
                </c:pt>
                <c:pt idx="52">
                  <c:v>200</c:v>
                </c:pt>
                <c:pt idx="53">
                  <c:v>187</c:v>
                </c:pt>
                <c:pt idx="54">
                  <c:v>191</c:v>
                </c:pt>
                <c:pt idx="55">
                  <c:v>186</c:v>
                </c:pt>
                <c:pt idx="56">
                  <c:v>193</c:v>
                </c:pt>
                <c:pt idx="57">
                  <c:v>181</c:v>
                </c:pt>
                <c:pt idx="58">
                  <c:v>194</c:v>
                </c:pt>
                <c:pt idx="59">
                  <c:v>185</c:v>
                </c:pt>
                <c:pt idx="60">
                  <c:v>195</c:v>
                </c:pt>
                <c:pt idx="61">
                  <c:v>185</c:v>
                </c:pt>
                <c:pt idx="62">
                  <c:v>192</c:v>
                </c:pt>
                <c:pt idx="63">
                  <c:v>184</c:v>
                </c:pt>
                <c:pt idx="64">
                  <c:v>192</c:v>
                </c:pt>
                <c:pt idx="65">
                  <c:v>195</c:v>
                </c:pt>
                <c:pt idx="66">
                  <c:v>188</c:v>
                </c:pt>
                <c:pt idx="67">
                  <c:v>190</c:v>
                </c:pt>
                <c:pt idx="68">
                  <c:v>198</c:v>
                </c:pt>
                <c:pt idx="69">
                  <c:v>190</c:v>
                </c:pt>
                <c:pt idx="70">
                  <c:v>190</c:v>
                </c:pt>
                <c:pt idx="71">
                  <c:v>196</c:v>
                </c:pt>
                <c:pt idx="72">
                  <c:v>197</c:v>
                </c:pt>
                <c:pt idx="73">
                  <c:v>190</c:v>
                </c:pt>
                <c:pt idx="74">
                  <c:v>195</c:v>
                </c:pt>
                <c:pt idx="75">
                  <c:v>191</c:v>
                </c:pt>
                <c:pt idx="76">
                  <c:v>184</c:v>
                </c:pt>
                <c:pt idx="77">
                  <c:v>187</c:v>
                </c:pt>
                <c:pt idx="78">
                  <c:v>195</c:v>
                </c:pt>
                <c:pt idx="79">
                  <c:v>189</c:v>
                </c:pt>
                <c:pt idx="80">
                  <c:v>196</c:v>
                </c:pt>
                <c:pt idx="81">
                  <c:v>187</c:v>
                </c:pt>
                <c:pt idx="82">
                  <c:v>193</c:v>
                </c:pt>
                <c:pt idx="83">
                  <c:v>191</c:v>
                </c:pt>
                <c:pt idx="84">
                  <c:v>194</c:v>
                </c:pt>
                <c:pt idx="85">
                  <c:v>190</c:v>
                </c:pt>
                <c:pt idx="86">
                  <c:v>189</c:v>
                </c:pt>
                <c:pt idx="87">
                  <c:v>189</c:v>
                </c:pt>
                <c:pt idx="88">
                  <c:v>190</c:v>
                </c:pt>
                <c:pt idx="89">
                  <c:v>202</c:v>
                </c:pt>
                <c:pt idx="90">
                  <c:v>205</c:v>
                </c:pt>
                <c:pt idx="91">
                  <c:v>185</c:v>
                </c:pt>
                <c:pt idx="92">
                  <c:v>186</c:v>
                </c:pt>
                <c:pt idx="93">
                  <c:v>187</c:v>
                </c:pt>
                <c:pt idx="94">
                  <c:v>208</c:v>
                </c:pt>
                <c:pt idx="95">
                  <c:v>190</c:v>
                </c:pt>
                <c:pt idx="96">
                  <c:v>196</c:v>
                </c:pt>
                <c:pt idx="97">
                  <c:v>178</c:v>
                </c:pt>
                <c:pt idx="98">
                  <c:v>192</c:v>
                </c:pt>
                <c:pt idx="99">
                  <c:v>192</c:v>
                </c:pt>
                <c:pt idx="100">
                  <c:v>203</c:v>
                </c:pt>
                <c:pt idx="101">
                  <c:v>183</c:v>
                </c:pt>
                <c:pt idx="102">
                  <c:v>190</c:v>
                </c:pt>
                <c:pt idx="103">
                  <c:v>193</c:v>
                </c:pt>
                <c:pt idx="104">
                  <c:v>184</c:v>
                </c:pt>
                <c:pt idx="105">
                  <c:v>199</c:v>
                </c:pt>
                <c:pt idx="106">
                  <c:v>190</c:v>
                </c:pt>
                <c:pt idx="107">
                  <c:v>181</c:v>
                </c:pt>
                <c:pt idx="108">
                  <c:v>197</c:v>
                </c:pt>
                <c:pt idx="109">
                  <c:v>198</c:v>
                </c:pt>
                <c:pt idx="110">
                  <c:v>191</c:v>
                </c:pt>
                <c:pt idx="111">
                  <c:v>193</c:v>
                </c:pt>
                <c:pt idx="112">
                  <c:v>197</c:v>
                </c:pt>
                <c:pt idx="113">
                  <c:v>191</c:v>
                </c:pt>
                <c:pt idx="114">
                  <c:v>196</c:v>
                </c:pt>
                <c:pt idx="115">
                  <c:v>188</c:v>
                </c:pt>
                <c:pt idx="116">
                  <c:v>199</c:v>
                </c:pt>
                <c:pt idx="117">
                  <c:v>189</c:v>
                </c:pt>
                <c:pt idx="118">
                  <c:v>189</c:v>
                </c:pt>
                <c:pt idx="119">
                  <c:v>187</c:v>
                </c:pt>
                <c:pt idx="120">
                  <c:v>198</c:v>
                </c:pt>
                <c:pt idx="121">
                  <c:v>176</c:v>
                </c:pt>
                <c:pt idx="122">
                  <c:v>202</c:v>
                </c:pt>
                <c:pt idx="123">
                  <c:v>186</c:v>
                </c:pt>
                <c:pt idx="124">
                  <c:v>199</c:v>
                </c:pt>
                <c:pt idx="125">
                  <c:v>191</c:v>
                </c:pt>
                <c:pt idx="126">
                  <c:v>195</c:v>
                </c:pt>
                <c:pt idx="127">
                  <c:v>191</c:v>
                </c:pt>
                <c:pt idx="128">
                  <c:v>210</c:v>
                </c:pt>
                <c:pt idx="129">
                  <c:v>190</c:v>
                </c:pt>
                <c:pt idx="130">
                  <c:v>197</c:v>
                </c:pt>
                <c:pt idx="131">
                  <c:v>193</c:v>
                </c:pt>
                <c:pt idx="132">
                  <c:v>199</c:v>
                </c:pt>
                <c:pt idx="133">
                  <c:v>187</c:v>
                </c:pt>
                <c:pt idx="134">
                  <c:v>190</c:v>
                </c:pt>
                <c:pt idx="135">
                  <c:v>191</c:v>
                </c:pt>
                <c:pt idx="136">
                  <c:v>200</c:v>
                </c:pt>
                <c:pt idx="137">
                  <c:v>185</c:v>
                </c:pt>
                <c:pt idx="138">
                  <c:v>193</c:v>
                </c:pt>
                <c:pt idx="139">
                  <c:v>193</c:v>
                </c:pt>
                <c:pt idx="140">
                  <c:v>187</c:v>
                </c:pt>
                <c:pt idx="141">
                  <c:v>188</c:v>
                </c:pt>
                <c:pt idx="142">
                  <c:v>190</c:v>
                </c:pt>
                <c:pt idx="143">
                  <c:v>192</c:v>
                </c:pt>
                <c:pt idx="144">
                  <c:v>185</c:v>
                </c:pt>
                <c:pt idx="145">
                  <c:v>190</c:v>
                </c:pt>
                <c:pt idx="146">
                  <c:v>184</c:v>
                </c:pt>
                <c:pt idx="147">
                  <c:v>195</c:v>
                </c:pt>
                <c:pt idx="148">
                  <c:v>193</c:v>
                </c:pt>
                <c:pt idx="149">
                  <c:v>187</c:v>
                </c:pt>
                <c:pt idx="150">
                  <c:v>201</c:v>
                </c:pt>
              </c:numCache>
            </c:numRef>
          </c:yVal>
        </c:ser>
        <c:ser>
          <c:idx val="1"/>
          <c:order val="1"/>
          <c:tx>
            <c:v>Chinstrap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0">
              <a:noFill/>
            </a:ln>
          </c:spPr>
          <c:marker>
            <c:symbol val="circle"/>
            <c:size val="5"/>
            <c:spPr>
              <a:solidFill xmlns:a="http://schemas.openxmlformats.org/drawingml/2006/main">
                <a:srgbClr val="2C6D68"/>
              </a:solidFill>
            </c:spPr>
          </c:marker>
          <c:xVal>
            <c:numRef>
              <c:f>'Chart Data'!$C$2:$C$69</c:f>
              <c:numCache>
                <c:formatCode>General</c:formatCode>
                <c:ptCount val="68"/>
                <c:pt idx="0">
                  <c:v>46.5</c:v>
                </c:pt>
                <c:pt idx="1">
                  <c:v>50</c:v>
                </c:pt>
                <c:pt idx="2">
                  <c:v>51.3</c:v>
                </c:pt>
                <c:pt idx="3">
                  <c:v>45.4</c:v>
                </c:pt>
                <c:pt idx="4">
                  <c:v>52.7</c:v>
                </c:pt>
                <c:pt idx="5">
                  <c:v>45.2</c:v>
                </c:pt>
                <c:pt idx="6">
                  <c:v>46.1</c:v>
                </c:pt>
                <c:pt idx="7">
                  <c:v>51.3</c:v>
                </c:pt>
                <c:pt idx="8">
                  <c:v>46</c:v>
                </c:pt>
                <c:pt idx="9">
                  <c:v>51.3</c:v>
                </c:pt>
                <c:pt idx="10">
                  <c:v>46.6</c:v>
                </c:pt>
                <c:pt idx="11">
                  <c:v>51.7</c:v>
                </c:pt>
                <c:pt idx="12">
                  <c:v>47</c:v>
                </c:pt>
                <c:pt idx="13">
                  <c:v>52</c:v>
                </c:pt>
                <c:pt idx="14">
                  <c:v>45.9</c:v>
                </c:pt>
                <c:pt idx="15">
                  <c:v>50.5</c:v>
                </c:pt>
                <c:pt idx="16">
                  <c:v>50.3</c:v>
                </c:pt>
                <c:pt idx="17">
                  <c:v>58</c:v>
                </c:pt>
                <c:pt idx="18">
                  <c:v>46.4</c:v>
                </c:pt>
                <c:pt idx="19">
                  <c:v>49.2</c:v>
                </c:pt>
                <c:pt idx="20">
                  <c:v>42.4</c:v>
                </c:pt>
                <c:pt idx="21">
                  <c:v>48.5</c:v>
                </c:pt>
                <c:pt idx="22">
                  <c:v>43.2</c:v>
                </c:pt>
                <c:pt idx="23">
                  <c:v>50.6</c:v>
                </c:pt>
                <c:pt idx="24">
                  <c:v>46.7</c:v>
                </c:pt>
                <c:pt idx="25">
                  <c:v>52</c:v>
                </c:pt>
                <c:pt idx="26">
                  <c:v>50.5</c:v>
                </c:pt>
                <c:pt idx="27">
                  <c:v>49.5</c:v>
                </c:pt>
                <c:pt idx="28">
                  <c:v>46.4</c:v>
                </c:pt>
                <c:pt idx="29">
                  <c:v>52.8</c:v>
                </c:pt>
                <c:pt idx="30">
                  <c:v>40.9</c:v>
                </c:pt>
                <c:pt idx="31">
                  <c:v>54.2</c:v>
                </c:pt>
                <c:pt idx="32">
                  <c:v>42.5</c:v>
                </c:pt>
                <c:pt idx="33">
                  <c:v>51</c:v>
                </c:pt>
                <c:pt idx="34">
                  <c:v>49.7</c:v>
                </c:pt>
                <c:pt idx="35">
                  <c:v>47.5</c:v>
                </c:pt>
                <c:pt idx="36">
                  <c:v>47.6</c:v>
                </c:pt>
                <c:pt idx="37">
                  <c:v>52</c:v>
                </c:pt>
                <c:pt idx="38">
                  <c:v>46.9</c:v>
                </c:pt>
                <c:pt idx="39">
                  <c:v>53.5</c:v>
                </c:pt>
                <c:pt idx="40">
                  <c:v>49</c:v>
                </c:pt>
                <c:pt idx="41">
                  <c:v>46.2</c:v>
                </c:pt>
                <c:pt idx="42">
                  <c:v>50.9</c:v>
                </c:pt>
                <c:pt idx="43">
                  <c:v>45.5</c:v>
                </c:pt>
                <c:pt idx="44">
                  <c:v>50.9</c:v>
                </c:pt>
                <c:pt idx="45">
                  <c:v>50.8</c:v>
                </c:pt>
                <c:pt idx="46">
                  <c:v>50.1</c:v>
                </c:pt>
                <c:pt idx="47">
                  <c:v>49</c:v>
                </c:pt>
                <c:pt idx="48">
                  <c:v>51.5</c:v>
                </c:pt>
                <c:pt idx="49">
                  <c:v>49.8</c:v>
                </c:pt>
                <c:pt idx="50">
                  <c:v>48.1</c:v>
                </c:pt>
                <c:pt idx="51">
                  <c:v>51.4</c:v>
                </c:pt>
                <c:pt idx="52">
                  <c:v>45.7</c:v>
                </c:pt>
                <c:pt idx="53">
                  <c:v>50.7</c:v>
                </c:pt>
                <c:pt idx="54">
                  <c:v>42.5</c:v>
                </c:pt>
                <c:pt idx="55">
                  <c:v>52.2</c:v>
                </c:pt>
                <c:pt idx="56">
                  <c:v>45.2</c:v>
                </c:pt>
                <c:pt idx="57">
                  <c:v>49.3</c:v>
                </c:pt>
                <c:pt idx="58">
                  <c:v>50.2</c:v>
                </c:pt>
                <c:pt idx="59">
                  <c:v>45.6</c:v>
                </c:pt>
                <c:pt idx="60">
                  <c:v>51.9</c:v>
                </c:pt>
                <c:pt idx="61">
                  <c:v>46.8</c:v>
                </c:pt>
                <c:pt idx="62">
                  <c:v>45.7</c:v>
                </c:pt>
                <c:pt idx="63">
                  <c:v>55.8</c:v>
                </c:pt>
                <c:pt idx="64">
                  <c:v>43.5</c:v>
                </c:pt>
                <c:pt idx="65">
                  <c:v>49.6</c:v>
                </c:pt>
                <c:pt idx="66">
                  <c:v>50.8</c:v>
                </c:pt>
                <c:pt idx="67">
                  <c:v>50.2</c:v>
                </c:pt>
              </c:numCache>
            </c:numRef>
          </c:xVal>
          <c:yVal>
            <c:numRef>
              <c:f>'Chart Data'!$D$2:$D$69</c:f>
              <c:numCache>
                <c:formatCode>General</c:formatCode>
                <c:ptCount val="68"/>
                <c:pt idx="0">
                  <c:v>192</c:v>
                </c:pt>
                <c:pt idx="1">
                  <c:v>196</c:v>
                </c:pt>
                <c:pt idx="2">
                  <c:v>193</c:v>
                </c:pt>
                <c:pt idx="3">
                  <c:v>188</c:v>
                </c:pt>
                <c:pt idx="4">
                  <c:v>197</c:v>
                </c:pt>
                <c:pt idx="5">
                  <c:v>198</c:v>
                </c:pt>
                <c:pt idx="6">
                  <c:v>178</c:v>
                </c:pt>
                <c:pt idx="7">
                  <c:v>197</c:v>
                </c:pt>
                <c:pt idx="8">
                  <c:v>195</c:v>
                </c:pt>
                <c:pt idx="9">
                  <c:v>198</c:v>
                </c:pt>
                <c:pt idx="10">
                  <c:v>193</c:v>
                </c:pt>
                <c:pt idx="11">
                  <c:v>194</c:v>
                </c:pt>
                <c:pt idx="12">
                  <c:v>185</c:v>
                </c:pt>
                <c:pt idx="13">
                  <c:v>201</c:v>
                </c:pt>
                <c:pt idx="14">
                  <c:v>190</c:v>
                </c:pt>
                <c:pt idx="15">
                  <c:v>201</c:v>
                </c:pt>
                <c:pt idx="16">
                  <c:v>197</c:v>
                </c:pt>
                <c:pt idx="17">
                  <c:v>181</c:v>
                </c:pt>
                <c:pt idx="18">
                  <c:v>190</c:v>
                </c:pt>
                <c:pt idx="19">
                  <c:v>195</c:v>
                </c:pt>
                <c:pt idx="20">
                  <c:v>181</c:v>
                </c:pt>
                <c:pt idx="21">
                  <c:v>191</c:v>
                </c:pt>
                <c:pt idx="22">
                  <c:v>187</c:v>
                </c:pt>
                <c:pt idx="23">
                  <c:v>193</c:v>
                </c:pt>
                <c:pt idx="24">
                  <c:v>195</c:v>
                </c:pt>
                <c:pt idx="25">
                  <c:v>197</c:v>
                </c:pt>
                <c:pt idx="26">
                  <c:v>200</c:v>
                </c:pt>
                <c:pt idx="27">
                  <c:v>200</c:v>
                </c:pt>
                <c:pt idx="28">
                  <c:v>191</c:v>
                </c:pt>
                <c:pt idx="29">
                  <c:v>205</c:v>
                </c:pt>
                <c:pt idx="30">
                  <c:v>187</c:v>
                </c:pt>
                <c:pt idx="31">
                  <c:v>201</c:v>
                </c:pt>
                <c:pt idx="32">
                  <c:v>187</c:v>
                </c:pt>
                <c:pt idx="33">
                  <c:v>203</c:v>
                </c:pt>
                <c:pt idx="34">
                  <c:v>195</c:v>
                </c:pt>
                <c:pt idx="35">
                  <c:v>199</c:v>
                </c:pt>
                <c:pt idx="36">
                  <c:v>195</c:v>
                </c:pt>
                <c:pt idx="37">
                  <c:v>210</c:v>
                </c:pt>
                <c:pt idx="38">
                  <c:v>192</c:v>
                </c:pt>
                <c:pt idx="39">
                  <c:v>205</c:v>
                </c:pt>
                <c:pt idx="40">
                  <c:v>210</c:v>
                </c:pt>
                <c:pt idx="41">
                  <c:v>187</c:v>
                </c:pt>
                <c:pt idx="42">
                  <c:v>196</c:v>
                </c:pt>
                <c:pt idx="43">
                  <c:v>196</c:v>
                </c:pt>
                <c:pt idx="44">
                  <c:v>196</c:v>
                </c:pt>
                <c:pt idx="45">
                  <c:v>201</c:v>
                </c:pt>
                <c:pt idx="46">
                  <c:v>190</c:v>
                </c:pt>
                <c:pt idx="47">
                  <c:v>212</c:v>
                </c:pt>
                <c:pt idx="48">
                  <c:v>187</c:v>
                </c:pt>
                <c:pt idx="49">
                  <c:v>198</c:v>
                </c:pt>
                <c:pt idx="50">
                  <c:v>199</c:v>
                </c:pt>
                <c:pt idx="51">
                  <c:v>201</c:v>
                </c:pt>
                <c:pt idx="52">
                  <c:v>193</c:v>
                </c:pt>
                <c:pt idx="53">
                  <c:v>203</c:v>
                </c:pt>
                <c:pt idx="54">
                  <c:v>187</c:v>
                </c:pt>
                <c:pt idx="55">
                  <c:v>197</c:v>
                </c:pt>
                <c:pt idx="56">
                  <c:v>191</c:v>
                </c:pt>
                <c:pt idx="57">
                  <c:v>203</c:v>
                </c:pt>
                <c:pt idx="58">
                  <c:v>202</c:v>
                </c:pt>
                <c:pt idx="59">
                  <c:v>194</c:v>
                </c:pt>
                <c:pt idx="60">
                  <c:v>206</c:v>
                </c:pt>
                <c:pt idx="61">
                  <c:v>189</c:v>
                </c:pt>
                <c:pt idx="62">
                  <c:v>195</c:v>
                </c:pt>
                <c:pt idx="63">
                  <c:v>207</c:v>
                </c:pt>
                <c:pt idx="64">
                  <c:v>202</c:v>
                </c:pt>
                <c:pt idx="65">
                  <c:v>193</c:v>
                </c:pt>
                <c:pt idx="66">
                  <c:v>210</c:v>
                </c:pt>
                <c:pt idx="67">
                  <c:v>198</c:v>
                </c:pt>
              </c:numCache>
            </c:numRef>
          </c:yVal>
        </c:ser>
        <c:ser>
          <c:idx val="2"/>
          <c:order val="2"/>
          <c:tx>
            <c:v>Gentoo</c:v>
          </c:tx>
          <c:spPr>
            <a:solidFill xmlns:a="http://schemas.openxmlformats.org/drawingml/2006/main">
              <a:srgbClr val="963F3C"/>
            </a:solidFill>
            <a:ln xmlns:a="http://schemas.openxmlformats.org/drawingml/2006/main" w="0">
              <a:noFill/>
            </a:ln>
          </c:spPr>
          <c:marker>
            <c:symbol val="circle"/>
            <c:size val="5"/>
            <c:spPr>
              <a:solidFill xmlns:a="http://schemas.openxmlformats.org/drawingml/2006/main">
                <a:srgbClr val="963F3C"/>
              </a:solidFill>
            </c:spPr>
          </c:marker>
          <c:xVal>
            <c:numRef>
              <c:f>'Chart Data'!$E$2:$E$124</c:f>
              <c:numCache>
                <c:formatCode>General</c:formatCode>
                <c:ptCount val="123"/>
                <c:pt idx="0">
                  <c:v>46.1</c:v>
                </c:pt>
                <c:pt idx="1">
                  <c:v>50</c:v>
                </c:pt>
                <c:pt idx="2">
                  <c:v>48.7</c:v>
                </c:pt>
                <c:pt idx="3">
                  <c:v>50</c:v>
                </c:pt>
                <c:pt idx="4">
                  <c:v>47.6</c:v>
                </c:pt>
                <c:pt idx="5">
                  <c:v>46.5</c:v>
                </c:pt>
                <c:pt idx="6">
                  <c:v>45.4</c:v>
                </c:pt>
                <c:pt idx="7">
                  <c:v>46.7</c:v>
                </c:pt>
                <c:pt idx="8">
                  <c:v>43.3</c:v>
                </c:pt>
                <c:pt idx="9">
                  <c:v>46.8</c:v>
                </c:pt>
                <c:pt idx="10">
                  <c:v>40.9</c:v>
                </c:pt>
                <c:pt idx="11">
                  <c:v>49</c:v>
                </c:pt>
                <c:pt idx="12">
                  <c:v>45.5</c:v>
                </c:pt>
                <c:pt idx="13">
                  <c:v>48.4</c:v>
                </c:pt>
                <c:pt idx="14">
                  <c:v>45.8</c:v>
                </c:pt>
                <c:pt idx="15">
                  <c:v>49.3</c:v>
                </c:pt>
                <c:pt idx="16">
                  <c:v>42</c:v>
                </c:pt>
                <c:pt idx="17">
                  <c:v>49.2</c:v>
                </c:pt>
                <c:pt idx="18">
                  <c:v>46.2</c:v>
                </c:pt>
                <c:pt idx="19">
                  <c:v>48.7</c:v>
                </c:pt>
                <c:pt idx="20">
                  <c:v>50.2</c:v>
                </c:pt>
                <c:pt idx="21">
                  <c:v>45.1</c:v>
                </c:pt>
                <c:pt idx="22">
                  <c:v>46.5</c:v>
                </c:pt>
                <c:pt idx="23">
                  <c:v>46.3</c:v>
                </c:pt>
                <c:pt idx="24">
                  <c:v>42.9</c:v>
                </c:pt>
                <c:pt idx="25">
                  <c:v>46.1</c:v>
                </c:pt>
                <c:pt idx="26">
                  <c:v>44.5</c:v>
                </c:pt>
                <c:pt idx="27">
                  <c:v>47.8</c:v>
                </c:pt>
                <c:pt idx="28">
                  <c:v>48.2</c:v>
                </c:pt>
                <c:pt idx="29">
                  <c:v>50</c:v>
                </c:pt>
                <c:pt idx="30">
                  <c:v>47.3</c:v>
                </c:pt>
                <c:pt idx="31">
                  <c:v>42.8</c:v>
                </c:pt>
                <c:pt idx="32">
                  <c:v>45.1</c:v>
                </c:pt>
                <c:pt idx="33">
                  <c:v>59.6</c:v>
                </c:pt>
                <c:pt idx="34">
                  <c:v>49.1</c:v>
                </c:pt>
                <c:pt idx="35">
                  <c:v>48.4</c:v>
                </c:pt>
                <c:pt idx="36">
                  <c:v>42.6</c:v>
                </c:pt>
                <c:pt idx="37">
                  <c:v>44.4</c:v>
                </c:pt>
                <c:pt idx="38">
                  <c:v>44</c:v>
                </c:pt>
                <c:pt idx="39">
                  <c:v>48.7</c:v>
                </c:pt>
                <c:pt idx="40">
                  <c:v>42.7</c:v>
                </c:pt>
                <c:pt idx="41">
                  <c:v>49.6</c:v>
                </c:pt>
                <c:pt idx="42">
                  <c:v>45.3</c:v>
                </c:pt>
                <c:pt idx="43">
                  <c:v>49.6</c:v>
                </c:pt>
                <c:pt idx="44">
                  <c:v>50.5</c:v>
                </c:pt>
                <c:pt idx="45">
                  <c:v>43.6</c:v>
                </c:pt>
                <c:pt idx="46">
                  <c:v>45.5</c:v>
                </c:pt>
                <c:pt idx="47">
                  <c:v>50.5</c:v>
                </c:pt>
                <c:pt idx="48">
                  <c:v>44.9</c:v>
                </c:pt>
                <c:pt idx="49">
                  <c:v>45.2</c:v>
                </c:pt>
                <c:pt idx="50">
                  <c:v>46.6</c:v>
                </c:pt>
                <c:pt idx="51">
                  <c:v>48.5</c:v>
                </c:pt>
                <c:pt idx="52">
                  <c:v>45.1</c:v>
                </c:pt>
                <c:pt idx="53">
                  <c:v>50.1</c:v>
                </c:pt>
                <c:pt idx="54">
                  <c:v>46.5</c:v>
                </c:pt>
                <c:pt idx="55">
                  <c:v>45</c:v>
                </c:pt>
                <c:pt idx="56">
                  <c:v>43.8</c:v>
                </c:pt>
                <c:pt idx="57">
                  <c:v>45.5</c:v>
                </c:pt>
                <c:pt idx="58">
                  <c:v>43.2</c:v>
                </c:pt>
                <c:pt idx="59">
                  <c:v>50.4</c:v>
                </c:pt>
                <c:pt idx="60">
                  <c:v>45.3</c:v>
                </c:pt>
                <c:pt idx="61">
                  <c:v>46.2</c:v>
                </c:pt>
                <c:pt idx="62">
                  <c:v>45.7</c:v>
                </c:pt>
                <c:pt idx="63">
                  <c:v>54.3</c:v>
                </c:pt>
                <c:pt idx="64">
                  <c:v>45.8</c:v>
                </c:pt>
                <c:pt idx="65">
                  <c:v>49.8</c:v>
                </c:pt>
                <c:pt idx="66">
                  <c:v>46.2</c:v>
                </c:pt>
                <c:pt idx="67">
                  <c:v>49.5</c:v>
                </c:pt>
                <c:pt idx="68">
                  <c:v>43.5</c:v>
                </c:pt>
                <c:pt idx="69">
                  <c:v>50.7</c:v>
                </c:pt>
                <c:pt idx="70">
                  <c:v>47.7</c:v>
                </c:pt>
                <c:pt idx="71">
                  <c:v>46.4</c:v>
                </c:pt>
                <c:pt idx="72">
                  <c:v>48.2</c:v>
                </c:pt>
                <c:pt idx="73">
                  <c:v>46.5</c:v>
                </c:pt>
                <c:pt idx="74">
                  <c:v>46.4</c:v>
                </c:pt>
                <c:pt idx="75">
                  <c:v>48.6</c:v>
                </c:pt>
                <c:pt idx="76">
                  <c:v>47.5</c:v>
                </c:pt>
                <c:pt idx="77">
                  <c:v>51.1</c:v>
                </c:pt>
                <c:pt idx="78">
                  <c:v>45.2</c:v>
                </c:pt>
                <c:pt idx="79">
                  <c:v>45.2</c:v>
                </c:pt>
                <c:pt idx="80">
                  <c:v>49.1</c:v>
                </c:pt>
                <c:pt idx="81">
                  <c:v>52.5</c:v>
                </c:pt>
                <c:pt idx="82">
                  <c:v>47.4</c:v>
                </c:pt>
                <c:pt idx="83">
                  <c:v>50</c:v>
                </c:pt>
                <c:pt idx="84">
                  <c:v>44.9</c:v>
                </c:pt>
                <c:pt idx="85">
                  <c:v>50.8</c:v>
                </c:pt>
                <c:pt idx="86">
                  <c:v>43.4</c:v>
                </c:pt>
                <c:pt idx="87">
                  <c:v>51.3</c:v>
                </c:pt>
                <c:pt idx="88">
                  <c:v>47.5</c:v>
                </c:pt>
                <c:pt idx="89">
                  <c:v>52.1</c:v>
                </c:pt>
                <c:pt idx="90">
                  <c:v>47.5</c:v>
                </c:pt>
                <c:pt idx="91">
                  <c:v>52.2</c:v>
                </c:pt>
                <c:pt idx="92">
                  <c:v>45.5</c:v>
                </c:pt>
                <c:pt idx="93">
                  <c:v>49.5</c:v>
                </c:pt>
                <c:pt idx="94">
                  <c:v>44.5</c:v>
                </c:pt>
                <c:pt idx="95">
                  <c:v>50.8</c:v>
                </c:pt>
                <c:pt idx="96">
                  <c:v>49.4</c:v>
                </c:pt>
                <c:pt idx="97">
                  <c:v>46.9</c:v>
                </c:pt>
                <c:pt idx="98">
                  <c:v>48.4</c:v>
                </c:pt>
                <c:pt idx="99">
                  <c:v>51.1</c:v>
                </c:pt>
                <c:pt idx="100">
                  <c:v>48.5</c:v>
                </c:pt>
                <c:pt idx="101">
                  <c:v>55.9</c:v>
                </c:pt>
                <c:pt idx="102">
                  <c:v>47.2</c:v>
                </c:pt>
                <c:pt idx="103">
                  <c:v>49.1</c:v>
                </c:pt>
                <c:pt idx="104">
                  <c:v>47.3</c:v>
                </c:pt>
                <c:pt idx="105">
                  <c:v>46.8</c:v>
                </c:pt>
                <c:pt idx="106">
                  <c:v>41.7</c:v>
                </c:pt>
                <c:pt idx="107">
                  <c:v>53.4</c:v>
                </c:pt>
                <c:pt idx="108">
                  <c:v>43.3</c:v>
                </c:pt>
                <c:pt idx="109">
                  <c:v>48.1</c:v>
                </c:pt>
                <c:pt idx="110">
                  <c:v>50.5</c:v>
                </c:pt>
                <c:pt idx="111">
                  <c:v>49.8</c:v>
                </c:pt>
                <c:pt idx="112">
                  <c:v>43.5</c:v>
                </c:pt>
                <c:pt idx="113">
                  <c:v>51.5</c:v>
                </c:pt>
                <c:pt idx="114">
                  <c:v>46.2</c:v>
                </c:pt>
                <c:pt idx="115">
                  <c:v>55.1</c:v>
                </c:pt>
                <c:pt idx="116">
                  <c:v>44.5</c:v>
                </c:pt>
                <c:pt idx="117">
                  <c:v>48.8</c:v>
                </c:pt>
                <c:pt idx="118">
                  <c:v>47.2</c:v>
                </c:pt>
                <c:pt idx="119">
                  <c:v>46.8</c:v>
                </c:pt>
                <c:pt idx="120">
                  <c:v>50.4</c:v>
                </c:pt>
                <c:pt idx="121">
                  <c:v>45.2</c:v>
                </c:pt>
                <c:pt idx="122">
                  <c:v>49.9</c:v>
                </c:pt>
              </c:numCache>
            </c:numRef>
          </c:xVal>
          <c:yVal>
            <c:numRef>
              <c:f>'Chart Data'!$F$2:$F$124</c:f>
              <c:numCache>
                <c:formatCode>General</c:formatCode>
                <c:ptCount val="123"/>
                <c:pt idx="0">
                  <c:v>211</c:v>
                </c:pt>
                <c:pt idx="1">
                  <c:v>230</c:v>
                </c:pt>
                <c:pt idx="2">
                  <c:v>210</c:v>
                </c:pt>
                <c:pt idx="3">
                  <c:v>218</c:v>
                </c:pt>
                <c:pt idx="4">
                  <c:v>215</c:v>
                </c:pt>
                <c:pt idx="5">
                  <c:v>210</c:v>
                </c:pt>
                <c:pt idx="6">
                  <c:v>211</c:v>
                </c:pt>
                <c:pt idx="7">
                  <c:v>219</c:v>
                </c:pt>
                <c:pt idx="8">
                  <c:v>209</c:v>
                </c:pt>
                <c:pt idx="9">
                  <c:v>215</c:v>
                </c:pt>
                <c:pt idx="10">
                  <c:v>214</c:v>
                </c:pt>
                <c:pt idx="11">
                  <c:v>216</c:v>
                </c:pt>
                <c:pt idx="12">
                  <c:v>214</c:v>
                </c:pt>
                <c:pt idx="13">
                  <c:v>213</c:v>
                </c:pt>
                <c:pt idx="14">
                  <c:v>210</c:v>
                </c:pt>
                <c:pt idx="15">
                  <c:v>217</c:v>
                </c:pt>
                <c:pt idx="16">
                  <c:v>210</c:v>
                </c:pt>
                <c:pt idx="17">
                  <c:v>221</c:v>
                </c:pt>
                <c:pt idx="18">
                  <c:v>209</c:v>
                </c:pt>
                <c:pt idx="19">
                  <c:v>222</c:v>
                </c:pt>
                <c:pt idx="20">
                  <c:v>218</c:v>
                </c:pt>
                <c:pt idx="21">
                  <c:v>215</c:v>
                </c:pt>
                <c:pt idx="22">
                  <c:v>213</c:v>
                </c:pt>
                <c:pt idx="23">
                  <c:v>215</c:v>
                </c:pt>
                <c:pt idx="24">
                  <c:v>215</c:v>
                </c:pt>
                <c:pt idx="25">
                  <c:v>215</c:v>
                </c:pt>
                <c:pt idx="26">
                  <c:v>216</c:v>
                </c:pt>
                <c:pt idx="27">
                  <c:v>215</c:v>
                </c:pt>
                <c:pt idx="28">
                  <c:v>210</c:v>
                </c:pt>
                <c:pt idx="29">
                  <c:v>220</c:v>
                </c:pt>
                <c:pt idx="30">
                  <c:v>222</c:v>
                </c:pt>
                <c:pt idx="31">
                  <c:v>209</c:v>
                </c:pt>
                <c:pt idx="32">
                  <c:v>207</c:v>
                </c:pt>
                <c:pt idx="33">
                  <c:v>230</c:v>
                </c:pt>
                <c:pt idx="34">
                  <c:v>220</c:v>
                </c:pt>
                <c:pt idx="35">
                  <c:v>220</c:v>
                </c:pt>
                <c:pt idx="36">
                  <c:v>213</c:v>
                </c:pt>
                <c:pt idx="37">
                  <c:v>219</c:v>
                </c:pt>
                <c:pt idx="38">
                  <c:v>208</c:v>
                </c:pt>
                <c:pt idx="39">
                  <c:v>208</c:v>
                </c:pt>
                <c:pt idx="40">
                  <c:v>208</c:v>
                </c:pt>
                <c:pt idx="41">
                  <c:v>225</c:v>
                </c:pt>
                <c:pt idx="42">
                  <c:v>210</c:v>
                </c:pt>
                <c:pt idx="43">
                  <c:v>216</c:v>
                </c:pt>
                <c:pt idx="44">
                  <c:v>222</c:v>
                </c:pt>
                <c:pt idx="45">
                  <c:v>217</c:v>
                </c:pt>
                <c:pt idx="46">
                  <c:v>210</c:v>
                </c:pt>
                <c:pt idx="47">
                  <c:v>225</c:v>
                </c:pt>
                <c:pt idx="48">
                  <c:v>213</c:v>
                </c:pt>
                <c:pt idx="49">
                  <c:v>215</c:v>
                </c:pt>
                <c:pt idx="50">
                  <c:v>210</c:v>
                </c:pt>
                <c:pt idx="51">
                  <c:v>220</c:v>
                </c:pt>
                <c:pt idx="52">
                  <c:v>210</c:v>
                </c:pt>
                <c:pt idx="53">
                  <c:v>225</c:v>
                </c:pt>
                <c:pt idx="54">
                  <c:v>217</c:v>
                </c:pt>
                <c:pt idx="55">
                  <c:v>220</c:v>
                </c:pt>
                <c:pt idx="56">
                  <c:v>208</c:v>
                </c:pt>
                <c:pt idx="57">
                  <c:v>220</c:v>
                </c:pt>
                <c:pt idx="58">
                  <c:v>208</c:v>
                </c:pt>
                <c:pt idx="59">
                  <c:v>224</c:v>
                </c:pt>
                <c:pt idx="60">
                  <c:v>208</c:v>
                </c:pt>
                <c:pt idx="61">
                  <c:v>221</c:v>
                </c:pt>
                <c:pt idx="62">
                  <c:v>214</c:v>
                </c:pt>
                <c:pt idx="63">
                  <c:v>231</c:v>
                </c:pt>
                <c:pt idx="64">
                  <c:v>219</c:v>
                </c:pt>
                <c:pt idx="65">
                  <c:v>230</c:v>
                </c:pt>
                <c:pt idx="66">
                  <c:v>214</c:v>
                </c:pt>
                <c:pt idx="67">
                  <c:v>229</c:v>
                </c:pt>
                <c:pt idx="68">
                  <c:v>220</c:v>
                </c:pt>
                <c:pt idx="69">
                  <c:v>223</c:v>
                </c:pt>
                <c:pt idx="70">
                  <c:v>216</c:v>
                </c:pt>
                <c:pt idx="71">
                  <c:v>221</c:v>
                </c:pt>
                <c:pt idx="72">
                  <c:v>221</c:v>
                </c:pt>
                <c:pt idx="73">
                  <c:v>217</c:v>
                </c:pt>
                <c:pt idx="74">
                  <c:v>216</c:v>
                </c:pt>
                <c:pt idx="75">
                  <c:v>230</c:v>
                </c:pt>
                <c:pt idx="76">
                  <c:v>209</c:v>
                </c:pt>
                <c:pt idx="77">
                  <c:v>220</c:v>
                </c:pt>
                <c:pt idx="78">
                  <c:v>215</c:v>
                </c:pt>
                <c:pt idx="79">
                  <c:v>223</c:v>
                </c:pt>
                <c:pt idx="80">
                  <c:v>212</c:v>
                </c:pt>
                <c:pt idx="81">
                  <c:v>221</c:v>
                </c:pt>
                <c:pt idx="82">
                  <c:v>212</c:v>
                </c:pt>
                <c:pt idx="83">
                  <c:v>224</c:v>
                </c:pt>
                <c:pt idx="84">
                  <c:v>212</c:v>
                </c:pt>
                <c:pt idx="85">
                  <c:v>228</c:v>
                </c:pt>
                <c:pt idx="86">
                  <c:v>218</c:v>
                </c:pt>
                <c:pt idx="87">
                  <c:v>218</c:v>
                </c:pt>
                <c:pt idx="88">
                  <c:v>212</c:v>
                </c:pt>
                <c:pt idx="89">
                  <c:v>230</c:v>
                </c:pt>
                <c:pt idx="90">
                  <c:v>218</c:v>
                </c:pt>
                <c:pt idx="91">
                  <c:v>228</c:v>
                </c:pt>
                <c:pt idx="92">
                  <c:v>212</c:v>
                </c:pt>
                <c:pt idx="93">
                  <c:v>224</c:v>
                </c:pt>
                <c:pt idx="94">
                  <c:v>214</c:v>
                </c:pt>
                <c:pt idx="95">
                  <c:v>226</c:v>
                </c:pt>
                <c:pt idx="96">
                  <c:v>216</c:v>
                </c:pt>
                <c:pt idx="97">
                  <c:v>222</c:v>
                </c:pt>
                <c:pt idx="98">
                  <c:v>203</c:v>
                </c:pt>
                <c:pt idx="99">
                  <c:v>225</c:v>
                </c:pt>
                <c:pt idx="100">
                  <c:v>219</c:v>
                </c:pt>
                <c:pt idx="101">
                  <c:v>228</c:v>
                </c:pt>
                <c:pt idx="102">
                  <c:v>215</c:v>
                </c:pt>
                <c:pt idx="103">
                  <c:v>228</c:v>
                </c:pt>
                <c:pt idx="104">
                  <c:v>216</c:v>
                </c:pt>
                <c:pt idx="105">
                  <c:v>215</c:v>
                </c:pt>
                <c:pt idx="106">
                  <c:v>210</c:v>
                </c:pt>
                <c:pt idx="107">
                  <c:v>219</c:v>
                </c:pt>
                <c:pt idx="108">
                  <c:v>208</c:v>
                </c:pt>
                <c:pt idx="109">
                  <c:v>209</c:v>
                </c:pt>
                <c:pt idx="110">
                  <c:v>216</c:v>
                </c:pt>
                <c:pt idx="111">
                  <c:v>229</c:v>
                </c:pt>
                <c:pt idx="112">
                  <c:v>213</c:v>
                </c:pt>
                <c:pt idx="113">
                  <c:v>230</c:v>
                </c:pt>
                <c:pt idx="114">
                  <c:v>217</c:v>
                </c:pt>
                <c:pt idx="115">
                  <c:v>230</c:v>
                </c:pt>
                <c:pt idx="116">
                  <c:v>217</c:v>
                </c:pt>
                <c:pt idx="117">
                  <c:v>222</c:v>
                </c:pt>
                <c:pt idx="118">
                  <c:v>214</c:v>
                </c:pt>
                <c:pt idx="119">
                  <c:v>215</c:v>
                </c:pt>
                <c:pt idx="120">
                  <c:v>222</c:v>
                </c:pt>
                <c:pt idx="121">
                  <c:v>212</c:v>
                </c:pt>
                <c:pt idx="122">
                  <c:v>213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35"/>
          <c:min val="1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60"/>
          <c:min val="3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7-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Adelie各年份的组均鳍长（毫米）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female（雌）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245B77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</c:numCache>
            </c:num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185.227272727</c:v>
                </c:pt>
                <c:pt idx="1">
                  <c:v>188.44</c:v>
                </c:pt>
                <c:pt idx="2">
                  <c:v>189.346153846</c:v>
                </c:pt>
              </c:numCache>
            </c:numRef>
          </c:val>
          <c:smooth val="0"/>
        </c:ser>
        <c:ser>
          <c:idx val="1"/>
          <c:order val="1"/>
          <c:tx>
            <c:v>male（雄）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23813">
              <a:solidFill>
                <a:srgbClr val="2C6D68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2C6D68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</c:numCache>
            </c:num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188.181818182</c:v>
                </c:pt>
                <c:pt idx="1">
                  <c:v>193.64</c:v>
                </c:pt>
                <c:pt idx="2">
                  <c:v>194.807692308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00"/>
          <c:min val="1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8-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  平均鳍长（毫米）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平均鳍长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Data'!$A$2:$A$3</c:f>
              <c:strCache>
                <c:ptCount val="2"/>
                <c:pt idx="0">
                  <c:v>雌</c:v>
                </c:pt>
                <c:pt idx="1">
                  <c:v>雄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187.794520548</c:v>
                </c:pt>
                <c:pt idx="1">
                  <c:v>192.410958904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1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8-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B  5毫米分箱频数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雌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2</c:v>
                </c:pt>
                <c:pt idx="1">
                  <c:v>3</c:v>
                </c:pt>
                <c:pt idx="2">
                  <c:v>11</c:v>
                </c:pt>
                <c:pt idx="3">
                  <c:v>27</c:v>
                </c:pt>
                <c:pt idx="4">
                  <c:v>21</c:v>
                </c:pt>
                <c:pt idx="5">
                  <c:v>8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v>雄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23813">
              <a:solidFill>
                <a:srgbClr val="2C6D68"/>
              </a:solidFill>
            </a:ln>
          </c:spPr>
          <c:invertIfNegative val="0"/>
          <c:cat>
            <c:strRef>
              <c:f>'Chart Data'!$C$2:$C$10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Data'!$D$2:$D$10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10</c:v>
                </c:pt>
                <c:pt idx="3">
                  <c:v>8</c:v>
                </c:pt>
                <c:pt idx="4">
                  <c:v>24</c:v>
                </c:pt>
                <c:pt idx="5">
                  <c:v>22</c:v>
                </c:pt>
                <c:pt idx="6">
                  <c:v>5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8-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  纵轴从0开始（毫米）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平均鳍长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Data'!$A$2:$A$3</c:f>
              <c:strCache>
                <c:ptCount val="2"/>
                <c:pt idx="0">
                  <c:v>雌</c:v>
                </c:pt>
                <c:pt idx="1">
                  <c:v>雄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187.794520548</c:v>
                </c:pt>
                <c:pt idx="1">
                  <c:v>192.410958904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1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8-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B  纵轴从180开始（毫米）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平均鳍长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Data'!$A$2:$A$3</c:f>
              <c:strCache>
                <c:ptCount val="2"/>
                <c:pt idx="0">
                  <c:v>雌</c:v>
                </c:pt>
                <c:pt idx="1">
                  <c:v>雄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187.794520548</c:v>
                </c:pt>
                <c:pt idx="1">
                  <c:v>192.410958904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00"/>
          <c:min val="18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8-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Adelie喙长与鳍长（每组73条）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marker"/>
        <c:varyColors val="0"/>
        <c:ser>
          <c:idx val="0"/>
          <c:order val="0"/>
          <c:tx>
            <c:v>雌（圆形）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solidFill xmlns:a="http://schemas.openxmlformats.org/drawingml/2006/main">
                <a:srgbClr val="245B77"/>
              </a:solidFill>
            </c:spPr>
          </c:marker>
          <c:xVal>
            <c:numRef>
              <c:f>'Chart Data'!$A$2:$A$74</c:f>
              <c:numCache>
                <c:formatCode>General</c:formatCode>
                <c:ptCount val="73"/>
                <c:pt idx="0">
                  <c:v>39.5</c:v>
                </c:pt>
                <c:pt idx="1">
                  <c:v>40.3</c:v>
                </c:pt>
                <c:pt idx="2">
                  <c:v>36.7</c:v>
                </c:pt>
                <c:pt idx="3">
                  <c:v>38.9</c:v>
                </c:pt>
                <c:pt idx="4">
                  <c:v>41.1</c:v>
                </c:pt>
                <c:pt idx="5">
                  <c:v>36.6</c:v>
                </c:pt>
                <c:pt idx="6">
                  <c:v>38.7</c:v>
                </c:pt>
                <c:pt idx="7">
                  <c:v>34.4</c:v>
                </c:pt>
                <c:pt idx="8">
                  <c:v>37.8</c:v>
                </c:pt>
                <c:pt idx="9">
                  <c:v>35.9</c:v>
                </c:pt>
                <c:pt idx="10">
                  <c:v>35.3</c:v>
                </c:pt>
                <c:pt idx="11">
                  <c:v>40.5</c:v>
                </c:pt>
                <c:pt idx="12">
                  <c:v>37.9</c:v>
                </c:pt>
                <c:pt idx="13">
                  <c:v>39.5</c:v>
                </c:pt>
                <c:pt idx="14">
                  <c:v>39.5</c:v>
                </c:pt>
                <c:pt idx="15">
                  <c:v>36.4</c:v>
                </c:pt>
                <c:pt idx="16">
                  <c:v>42.2</c:v>
                </c:pt>
                <c:pt idx="17">
                  <c:v>37.6</c:v>
                </c:pt>
                <c:pt idx="18">
                  <c:v>36.5</c:v>
                </c:pt>
                <c:pt idx="19">
                  <c:v>36</c:v>
                </c:pt>
                <c:pt idx="20">
                  <c:v>37</c:v>
                </c:pt>
                <c:pt idx="21">
                  <c:v>36</c:v>
                </c:pt>
                <c:pt idx="22">
                  <c:v>39.6</c:v>
                </c:pt>
                <c:pt idx="23">
                  <c:v>35</c:v>
                </c:pt>
                <c:pt idx="24">
                  <c:v>34.5</c:v>
                </c:pt>
                <c:pt idx="25">
                  <c:v>39</c:v>
                </c:pt>
                <c:pt idx="26">
                  <c:v>36.5</c:v>
                </c:pt>
                <c:pt idx="27">
                  <c:v>35.7</c:v>
                </c:pt>
                <c:pt idx="28">
                  <c:v>37.6</c:v>
                </c:pt>
                <c:pt idx="29">
                  <c:v>36.4</c:v>
                </c:pt>
                <c:pt idx="30">
                  <c:v>35.5</c:v>
                </c:pt>
                <c:pt idx="31">
                  <c:v>35.9</c:v>
                </c:pt>
                <c:pt idx="32">
                  <c:v>33.5</c:v>
                </c:pt>
                <c:pt idx="33">
                  <c:v>39.6</c:v>
                </c:pt>
                <c:pt idx="34">
                  <c:v>35.5</c:v>
                </c:pt>
                <c:pt idx="35">
                  <c:v>40.9</c:v>
                </c:pt>
                <c:pt idx="36">
                  <c:v>36.2</c:v>
                </c:pt>
                <c:pt idx="37">
                  <c:v>34.6</c:v>
                </c:pt>
                <c:pt idx="38">
                  <c:v>36.7</c:v>
                </c:pt>
                <c:pt idx="39">
                  <c:v>37.3</c:v>
                </c:pt>
                <c:pt idx="40">
                  <c:v>36.9</c:v>
                </c:pt>
                <c:pt idx="41">
                  <c:v>38.9</c:v>
                </c:pt>
                <c:pt idx="42">
                  <c:v>35.7</c:v>
                </c:pt>
                <c:pt idx="43">
                  <c:v>34</c:v>
                </c:pt>
                <c:pt idx="44">
                  <c:v>36.2</c:v>
                </c:pt>
                <c:pt idx="45">
                  <c:v>38.1</c:v>
                </c:pt>
                <c:pt idx="46">
                  <c:v>33.1</c:v>
                </c:pt>
                <c:pt idx="47">
                  <c:v>35</c:v>
                </c:pt>
                <c:pt idx="48">
                  <c:v>37.7</c:v>
                </c:pt>
                <c:pt idx="49">
                  <c:v>37.9</c:v>
                </c:pt>
                <c:pt idx="50">
                  <c:v>38.6</c:v>
                </c:pt>
                <c:pt idx="51">
                  <c:v>38.1</c:v>
                </c:pt>
                <c:pt idx="52">
                  <c:v>38.1</c:v>
                </c:pt>
                <c:pt idx="53">
                  <c:v>39.7</c:v>
                </c:pt>
                <c:pt idx="54">
                  <c:v>39.6</c:v>
                </c:pt>
                <c:pt idx="55">
                  <c:v>38.6</c:v>
                </c:pt>
                <c:pt idx="56">
                  <c:v>35.7</c:v>
                </c:pt>
                <c:pt idx="57">
                  <c:v>36.2</c:v>
                </c:pt>
                <c:pt idx="58">
                  <c:v>40.2</c:v>
                </c:pt>
                <c:pt idx="59">
                  <c:v>35.2</c:v>
                </c:pt>
                <c:pt idx="60">
                  <c:v>38.8</c:v>
                </c:pt>
                <c:pt idx="61">
                  <c:v>39</c:v>
                </c:pt>
                <c:pt idx="62">
                  <c:v>38.5</c:v>
                </c:pt>
                <c:pt idx="63">
                  <c:v>36.8</c:v>
                </c:pt>
                <c:pt idx="64">
                  <c:v>38.1</c:v>
                </c:pt>
                <c:pt idx="65">
                  <c:v>35.6</c:v>
                </c:pt>
                <c:pt idx="66">
                  <c:v>37</c:v>
                </c:pt>
                <c:pt idx="67">
                  <c:v>40.2</c:v>
                </c:pt>
                <c:pt idx="68">
                  <c:v>32.1</c:v>
                </c:pt>
                <c:pt idx="69">
                  <c:v>37.3</c:v>
                </c:pt>
                <c:pt idx="70">
                  <c:v>36.6</c:v>
                </c:pt>
                <c:pt idx="71">
                  <c:v>36</c:v>
                </c:pt>
                <c:pt idx="72">
                  <c:v>36</c:v>
                </c:pt>
              </c:numCache>
            </c:numRef>
          </c:xVal>
          <c:yVal>
            <c:numRef>
              <c:f>'Chart Data'!$B$2:$B$74</c:f>
              <c:numCache>
                <c:formatCode>General</c:formatCode>
                <c:ptCount val="73"/>
                <c:pt idx="0">
                  <c:v>186</c:v>
                </c:pt>
                <c:pt idx="1">
                  <c:v>195</c:v>
                </c:pt>
                <c:pt idx="2">
                  <c:v>193</c:v>
                </c:pt>
                <c:pt idx="3">
                  <c:v>181</c:v>
                </c:pt>
                <c:pt idx="4">
                  <c:v>182</c:v>
                </c:pt>
                <c:pt idx="5">
                  <c:v>185</c:v>
                </c:pt>
                <c:pt idx="6">
                  <c:v>195</c:v>
                </c:pt>
                <c:pt idx="7">
                  <c:v>184</c:v>
                </c:pt>
                <c:pt idx="8">
                  <c:v>174</c:v>
                </c:pt>
                <c:pt idx="9">
                  <c:v>189</c:v>
                </c:pt>
                <c:pt idx="10">
                  <c:v>187</c:v>
                </c:pt>
                <c:pt idx="11">
                  <c:v>187</c:v>
                </c:pt>
                <c:pt idx="12">
                  <c:v>172</c:v>
                </c:pt>
                <c:pt idx="13">
                  <c:v>178</c:v>
                </c:pt>
                <c:pt idx="14">
                  <c:v>188</c:v>
                </c:pt>
                <c:pt idx="15">
                  <c:v>195</c:v>
                </c:pt>
                <c:pt idx="16">
                  <c:v>180</c:v>
                </c:pt>
                <c:pt idx="17">
                  <c:v>181</c:v>
                </c:pt>
                <c:pt idx="18">
                  <c:v>182</c:v>
                </c:pt>
                <c:pt idx="19">
                  <c:v>186</c:v>
                </c:pt>
                <c:pt idx="20">
                  <c:v>185</c:v>
                </c:pt>
                <c:pt idx="21">
                  <c:v>190</c:v>
                </c:pt>
                <c:pt idx="22">
                  <c:v>186</c:v>
                </c:pt>
                <c:pt idx="23">
                  <c:v>190</c:v>
                </c:pt>
                <c:pt idx="24">
                  <c:v>187</c:v>
                </c:pt>
                <c:pt idx="25">
                  <c:v>186</c:v>
                </c:pt>
                <c:pt idx="26">
                  <c:v>181</c:v>
                </c:pt>
                <c:pt idx="27">
                  <c:v>185</c:v>
                </c:pt>
                <c:pt idx="28">
                  <c:v>185</c:v>
                </c:pt>
                <c:pt idx="29">
                  <c:v>184</c:v>
                </c:pt>
                <c:pt idx="30">
                  <c:v>195</c:v>
                </c:pt>
                <c:pt idx="31">
                  <c:v>190</c:v>
                </c:pt>
                <c:pt idx="32">
                  <c:v>190</c:v>
                </c:pt>
                <c:pt idx="33">
                  <c:v>196</c:v>
                </c:pt>
                <c:pt idx="34">
                  <c:v>190</c:v>
                </c:pt>
                <c:pt idx="35">
                  <c:v>191</c:v>
                </c:pt>
                <c:pt idx="36">
                  <c:v>187</c:v>
                </c:pt>
                <c:pt idx="37">
                  <c:v>189</c:v>
                </c:pt>
                <c:pt idx="38">
                  <c:v>187</c:v>
                </c:pt>
                <c:pt idx="39">
                  <c:v>191</c:v>
                </c:pt>
                <c:pt idx="40">
                  <c:v>189</c:v>
                </c:pt>
                <c:pt idx="41">
                  <c:v>190</c:v>
                </c:pt>
                <c:pt idx="42">
                  <c:v>202</c:v>
                </c:pt>
                <c:pt idx="43">
                  <c:v>185</c:v>
                </c:pt>
                <c:pt idx="44">
                  <c:v>187</c:v>
                </c:pt>
                <c:pt idx="45">
                  <c:v>190</c:v>
                </c:pt>
                <c:pt idx="46">
                  <c:v>178</c:v>
                </c:pt>
                <c:pt idx="47">
                  <c:v>192</c:v>
                </c:pt>
                <c:pt idx="48">
                  <c:v>183</c:v>
                </c:pt>
                <c:pt idx="49">
                  <c:v>193</c:v>
                </c:pt>
                <c:pt idx="50">
                  <c:v>199</c:v>
                </c:pt>
                <c:pt idx="51">
                  <c:v>181</c:v>
                </c:pt>
                <c:pt idx="52">
                  <c:v>198</c:v>
                </c:pt>
                <c:pt idx="53">
                  <c:v>193</c:v>
                </c:pt>
                <c:pt idx="54">
                  <c:v>191</c:v>
                </c:pt>
                <c:pt idx="55">
                  <c:v>188</c:v>
                </c:pt>
                <c:pt idx="56">
                  <c:v>189</c:v>
                </c:pt>
                <c:pt idx="57">
                  <c:v>187</c:v>
                </c:pt>
                <c:pt idx="58">
                  <c:v>176</c:v>
                </c:pt>
                <c:pt idx="59">
                  <c:v>186</c:v>
                </c:pt>
                <c:pt idx="60">
                  <c:v>191</c:v>
                </c:pt>
                <c:pt idx="61">
                  <c:v>191</c:v>
                </c:pt>
                <c:pt idx="62">
                  <c:v>190</c:v>
                </c:pt>
                <c:pt idx="63">
                  <c:v>193</c:v>
                </c:pt>
                <c:pt idx="64">
                  <c:v>187</c:v>
                </c:pt>
                <c:pt idx="65">
                  <c:v>191</c:v>
                </c:pt>
                <c:pt idx="66">
                  <c:v>185</c:v>
                </c:pt>
                <c:pt idx="67">
                  <c:v>193</c:v>
                </c:pt>
                <c:pt idx="68">
                  <c:v>188</c:v>
                </c:pt>
                <c:pt idx="69">
                  <c:v>192</c:v>
                </c:pt>
                <c:pt idx="70">
                  <c:v>184</c:v>
                </c:pt>
                <c:pt idx="71">
                  <c:v>195</c:v>
                </c:pt>
                <c:pt idx="72">
                  <c:v>187</c:v>
                </c:pt>
              </c:numCache>
            </c:numRef>
          </c:yVal>
        </c:ser>
        <c:ser>
          <c:idx val="1"/>
          <c:order val="1"/>
          <c:tx>
            <c:v>雄（方形）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0">
              <a:noFill/>
            </a:ln>
          </c:spPr>
          <c:marker>
            <c:symbol val="square"/>
            <c:size val="6"/>
            <c:spPr>
              <a:solidFill xmlns:a="http://schemas.openxmlformats.org/drawingml/2006/main">
                <a:srgbClr val="2C6D68"/>
              </a:solidFill>
            </c:spPr>
          </c:marker>
          <c:xVal>
            <c:numRef>
              <c:f>'Chart Data'!$C$2:$C$74</c:f>
              <c:numCache>
                <c:formatCode>General</c:formatCode>
                <c:ptCount val="73"/>
                <c:pt idx="0">
                  <c:v>39.1</c:v>
                </c:pt>
                <c:pt idx="1">
                  <c:v>39.3</c:v>
                </c:pt>
                <c:pt idx="2">
                  <c:v>39.2</c:v>
                </c:pt>
                <c:pt idx="3">
                  <c:v>38.6</c:v>
                </c:pt>
                <c:pt idx="4">
                  <c:v>34.6</c:v>
                </c:pt>
                <c:pt idx="5">
                  <c:v>42.5</c:v>
                </c:pt>
                <c:pt idx="6">
                  <c:v>46</c:v>
                </c:pt>
                <c:pt idx="7">
                  <c:v>37.7</c:v>
                </c:pt>
                <c:pt idx="8">
                  <c:v>38.2</c:v>
                </c:pt>
                <c:pt idx="9">
                  <c:v>38.8</c:v>
                </c:pt>
                <c:pt idx="10">
                  <c:v>40.6</c:v>
                </c:pt>
                <c:pt idx="11">
                  <c:v>40.5</c:v>
                </c:pt>
                <c:pt idx="12">
                  <c:v>37.2</c:v>
                </c:pt>
                <c:pt idx="13">
                  <c:v>40.9</c:v>
                </c:pt>
                <c:pt idx="14">
                  <c:v>39.2</c:v>
                </c:pt>
                <c:pt idx="15">
                  <c:v>38.8</c:v>
                </c:pt>
                <c:pt idx="16">
                  <c:v>39.8</c:v>
                </c:pt>
                <c:pt idx="17">
                  <c:v>40.8</c:v>
                </c:pt>
                <c:pt idx="18">
                  <c:v>44.1</c:v>
                </c:pt>
                <c:pt idx="19">
                  <c:v>39.6</c:v>
                </c:pt>
                <c:pt idx="20">
                  <c:v>41.1</c:v>
                </c:pt>
                <c:pt idx="21">
                  <c:v>42.3</c:v>
                </c:pt>
                <c:pt idx="22">
                  <c:v>40.1</c:v>
                </c:pt>
                <c:pt idx="23">
                  <c:v>42</c:v>
                </c:pt>
                <c:pt idx="24">
                  <c:v>41.4</c:v>
                </c:pt>
                <c:pt idx="25">
                  <c:v>40.6</c:v>
                </c:pt>
                <c:pt idx="26">
                  <c:v>37.6</c:v>
                </c:pt>
                <c:pt idx="27">
                  <c:v>41.3</c:v>
                </c:pt>
                <c:pt idx="28">
                  <c:v>41.1</c:v>
                </c:pt>
                <c:pt idx="29">
                  <c:v>41.6</c:v>
                </c:pt>
                <c:pt idx="30">
                  <c:v>41.1</c:v>
                </c:pt>
                <c:pt idx="31">
                  <c:v>41.8</c:v>
                </c:pt>
                <c:pt idx="32">
                  <c:v>39.7</c:v>
                </c:pt>
                <c:pt idx="33">
                  <c:v>45.8</c:v>
                </c:pt>
                <c:pt idx="34">
                  <c:v>42.8</c:v>
                </c:pt>
                <c:pt idx="35">
                  <c:v>37.2</c:v>
                </c:pt>
                <c:pt idx="36">
                  <c:v>42.1</c:v>
                </c:pt>
                <c:pt idx="37">
                  <c:v>42.9</c:v>
                </c:pt>
                <c:pt idx="38">
                  <c:v>35.1</c:v>
                </c:pt>
                <c:pt idx="39">
                  <c:v>41.3</c:v>
                </c:pt>
                <c:pt idx="40">
                  <c:v>36.3</c:v>
                </c:pt>
                <c:pt idx="41">
                  <c:v>38.3</c:v>
                </c:pt>
                <c:pt idx="42">
                  <c:v>41.1</c:v>
                </c:pt>
                <c:pt idx="43">
                  <c:v>39.6</c:v>
                </c:pt>
                <c:pt idx="44">
                  <c:v>40.8</c:v>
                </c:pt>
                <c:pt idx="45">
                  <c:v>40.3</c:v>
                </c:pt>
                <c:pt idx="46">
                  <c:v>43.2</c:v>
                </c:pt>
                <c:pt idx="47">
                  <c:v>41</c:v>
                </c:pt>
                <c:pt idx="48">
                  <c:v>37.8</c:v>
                </c:pt>
                <c:pt idx="49">
                  <c:v>39.7</c:v>
                </c:pt>
                <c:pt idx="50">
                  <c:v>38.2</c:v>
                </c:pt>
                <c:pt idx="51">
                  <c:v>43.2</c:v>
                </c:pt>
                <c:pt idx="52">
                  <c:v>45.6</c:v>
                </c:pt>
                <c:pt idx="53">
                  <c:v>42.2</c:v>
                </c:pt>
                <c:pt idx="54">
                  <c:v>42.7</c:v>
                </c:pt>
                <c:pt idx="55">
                  <c:v>37.3</c:v>
                </c:pt>
                <c:pt idx="56">
                  <c:v>41.1</c:v>
                </c:pt>
                <c:pt idx="57">
                  <c:v>37.7</c:v>
                </c:pt>
                <c:pt idx="58">
                  <c:v>41.4</c:v>
                </c:pt>
                <c:pt idx="59">
                  <c:v>40.6</c:v>
                </c:pt>
                <c:pt idx="60">
                  <c:v>41.5</c:v>
                </c:pt>
                <c:pt idx="61">
                  <c:v>44.1</c:v>
                </c:pt>
                <c:pt idx="62">
                  <c:v>43.1</c:v>
                </c:pt>
                <c:pt idx="63">
                  <c:v>37.5</c:v>
                </c:pt>
                <c:pt idx="64">
                  <c:v>41.1</c:v>
                </c:pt>
                <c:pt idx="65">
                  <c:v>40.2</c:v>
                </c:pt>
                <c:pt idx="66">
                  <c:v>39.7</c:v>
                </c:pt>
                <c:pt idx="67">
                  <c:v>40.6</c:v>
                </c:pt>
                <c:pt idx="68">
                  <c:v>40.7</c:v>
                </c:pt>
                <c:pt idx="69">
                  <c:v>39</c:v>
                </c:pt>
                <c:pt idx="70">
                  <c:v>39.2</c:v>
                </c:pt>
                <c:pt idx="71">
                  <c:v>37.8</c:v>
                </c:pt>
                <c:pt idx="72">
                  <c:v>41.5</c:v>
                </c:pt>
              </c:numCache>
            </c:numRef>
          </c:xVal>
          <c:yVal>
            <c:numRef>
              <c:f>'Chart Data'!$D$2:$D$74</c:f>
              <c:numCache>
                <c:formatCode>General</c:formatCode>
                <c:ptCount val="73"/>
                <c:pt idx="0">
                  <c:v>181</c:v>
                </c:pt>
                <c:pt idx="1">
                  <c:v>190</c:v>
                </c:pt>
                <c:pt idx="2">
                  <c:v>195</c:v>
                </c:pt>
                <c:pt idx="3">
                  <c:v>191</c:v>
                </c:pt>
                <c:pt idx="4">
                  <c:v>198</c:v>
                </c:pt>
                <c:pt idx="5">
                  <c:v>197</c:v>
                </c:pt>
                <c:pt idx="6">
                  <c:v>194</c:v>
                </c:pt>
                <c:pt idx="7">
                  <c:v>180</c:v>
                </c:pt>
                <c:pt idx="8">
                  <c:v>185</c:v>
                </c:pt>
                <c:pt idx="9">
                  <c:v>180</c:v>
                </c:pt>
                <c:pt idx="10">
                  <c:v>183</c:v>
                </c:pt>
                <c:pt idx="11">
                  <c:v>180</c:v>
                </c:pt>
                <c:pt idx="12">
                  <c:v>178</c:v>
                </c:pt>
                <c:pt idx="13">
                  <c:v>184</c:v>
                </c:pt>
                <c:pt idx="14">
                  <c:v>196</c:v>
                </c:pt>
                <c:pt idx="15">
                  <c:v>190</c:v>
                </c:pt>
                <c:pt idx="16">
                  <c:v>184</c:v>
                </c:pt>
                <c:pt idx="17">
                  <c:v>195</c:v>
                </c:pt>
                <c:pt idx="18">
                  <c:v>196</c:v>
                </c:pt>
                <c:pt idx="19">
                  <c:v>190</c:v>
                </c:pt>
                <c:pt idx="20">
                  <c:v>182</c:v>
                </c:pt>
                <c:pt idx="21">
                  <c:v>191</c:v>
                </c:pt>
                <c:pt idx="22">
                  <c:v>188</c:v>
                </c:pt>
                <c:pt idx="23">
                  <c:v>200</c:v>
                </c:pt>
                <c:pt idx="24">
                  <c:v>191</c:v>
                </c:pt>
                <c:pt idx="25">
                  <c:v>193</c:v>
                </c:pt>
                <c:pt idx="26">
                  <c:v>194</c:v>
                </c:pt>
                <c:pt idx="27">
                  <c:v>195</c:v>
                </c:pt>
                <c:pt idx="28">
                  <c:v>192</c:v>
                </c:pt>
                <c:pt idx="29">
                  <c:v>192</c:v>
                </c:pt>
                <c:pt idx="30">
                  <c:v>188</c:v>
                </c:pt>
                <c:pt idx="31">
                  <c:v>198</c:v>
                </c:pt>
                <c:pt idx="32">
                  <c:v>190</c:v>
                </c:pt>
                <c:pt idx="33">
                  <c:v>197</c:v>
                </c:pt>
                <c:pt idx="34">
                  <c:v>195</c:v>
                </c:pt>
                <c:pt idx="35">
                  <c:v>184</c:v>
                </c:pt>
                <c:pt idx="36">
                  <c:v>195</c:v>
                </c:pt>
                <c:pt idx="37">
                  <c:v>196</c:v>
                </c:pt>
                <c:pt idx="38">
                  <c:v>193</c:v>
                </c:pt>
                <c:pt idx="39">
                  <c:v>194</c:v>
                </c:pt>
                <c:pt idx="40">
                  <c:v>190</c:v>
                </c:pt>
                <c:pt idx="41">
                  <c:v>189</c:v>
                </c:pt>
                <c:pt idx="42">
                  <c:v>205</c:v>
                </c:pt>
                <c:pt idx="43">
                  <c:v>186</c:v>
                </c:pt>
                <c:pt idx="44">
                  <c:v>208</c:v>
                </c:pt>
                <c:pt idx="45">
                  <c:v>196</c:v>
                </c:pt>
                <c:pt idx="46">
                  <c:v>192</c:v>
                </c:pt>
                <c:pt idx="47">
                  <c:v>203</c:v>
                </c:pt>
                <c:pt idx="48">
                  <c:v>190</c:v>
                </c:pt>
                <c:pt idx="49">
                  <c:v>184</c:v>
                </c:pt>
                <c:pt idx="50">
                  <c:v>190</c:v>
                </c:pt>
                <c:pt idx="51">
                  <c:v>197</c:v>
                </c:pt>
                <c:pt idx="52">
                  <c:v>191</c:v>
                </c:pt>
                <c:pt idx="53">
                  <c:v>197</c:v>
                </c:pt>
                <c:pt idx="54">
                  <c:v>196</c:v>
                </c:pt>
                <c:pt idx="55">
                  <c:v>199</c:v>
                </c:pt>
                <c:pt idx="56">
                  <c:v>189</c:v>
                </c:pt>
                <c:pt idx="57">
                  <c:v>198</c:v>
                </c:pt>
                <c:pt idx="58">
                  <c:v>202</c:v>
                </c:pt>
                <c:pt idx="59">
                  <c:v>199</c:v>
                </c:pt>
                <c:pt idx="60">
                  <c:v>195</c:v>
                </c:pt>
                <c:pt idx="61">
                  <c:v>210</c:v>
                </c:pt>
                <c:pt idx="62">
                  <c:v>197</c:v>
                </c:pt>
                <c:pt idx="63">
                  <c:v>199</c:v>
                </c:pt>
                <c:pt idx="64">
                  <c:v>190</c:v>
                </c:pt>
                <c:pt idx="65">
                  <c:v>200</c:v>
                </c:pt>
                <c:pt idx="66">
                  <c:v>193</c:v>
                </c:pt>
                <c:pt idx="67">
                  <c:v>187</c:v>
                </c:pt>
                <c:pt idx="68">
                  <c:v>190</c:v>
                </c:pt>
                <c:pt idx="69">
                  <c:v>185</c:v>
                </c:pt>
                <c:pt idx="70">
                  <c:v>190</c:v>
                </c:pt>
                <c:pt idx="71">
                  <c:v>193</c:v>
                </c:pt>
                <c:pt idx="72">
                  <c:v>201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15"/>
          <c:min val="1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48"/>
          <c:min val="3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8-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  鳍长分布（毫米）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雌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2</c:v>
                </c:pt>
                <c:pt idx="1">
                  <c:v>3</c:v>
                </c:pt>
                <c:pt idx="2">
                  <c:v>11</c:v>
                </c:pt>
                <c:pt idx="3">
                  <c:v>27</c:v>
                </c:pt>
                <c:pt idx="4">
                  <c:v>21</c:v>
                </c:pt>
                <c:pt idx="5">
                  <c:v>8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v>雄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23813">
              <a:solidFill>
                <a:srgbClr val="2C6D68"/>
              </a:solidFill>
            </a:ln>
          </c:spPr>
          <c:invertIfNegative val="0"/>
          <c:cat>
            <c:strRef>
              <c:f>'Chart Data'!$C$2:$C$10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Data'!$D$2:$D$10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10</c:v>
                </c:pt>
                <c:pt idx="3">
                  <c:v>8</c:v>
                </c:pt>
                <c:pt idx="4">
                  <c:v>24</c:v>
                </c:pt>
                <c:pt idx="5">
                  <c:v>22</c:v>
                </c:pt>
                <c:pt idx="6">
                  <c:v>5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8-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B  各年组均鳍长（毫米）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雌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245B77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</c:numCache>
            </c:num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185.227272727</c:v>
                </c:pt>
                <c:pt idx="1">
                  <c:v>188.44</c:v>
                </c:pt>
                <c:pt idx="2">
                  <c:v>189.346153846</c:v>
                </c:pt>
              </c:numCache>
            </c:numRef>
          </c:val>
          <c:smooth val="0"/>
        </c:ser>
        <c:ser>
          <c:idx val="1"/>
          <c:order val="1"/>
          <c:tx>
            <c:v>雄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23813">
              <a:solidFill>
                <a:srgbClr val="2C6D68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2C6D68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</c:numCache>
            </c:num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188.181818182</c:v>
                </c:pt>
                <c:pt idx="1">
                  <c:v>193.64</c:v>
                </c:pt>
                <c:pt idx="2">
                  <c:v>194.807692308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00"/>
          <c:min val="18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9-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平均鳍长（毫米）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平均鳍长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Data'!$A$2:$A$3</c:f>
              <c:strCache>
                <c:ptCount val="2"/>
                <c:pt idx="0">
                  <c:v>雌（73条）</c:v>
                </c:pt>
                <c:pt idx="1">
                  <c:v>雄（73条）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187.794520548</c:v>
                </c:pt>
                <c:pt idx="1">
                  <c:v>192.410958904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1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9-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Adelie鳍长分布：横轴毫米，纵轴记录数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雌（73条）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2</c:v>
                </c:pt>
                <c:pt idx="1">
                  <c:v>3</c:v>
                </c:pt>
                <c:pt idx="2">
                  <c:v>11</c:v>
                </c:pt>
                <c:pt idx="3">
                  <c:v>27</c:v>
                </c:pt>
                <c:pt idx="4">
                  <c:v>21</c:v>
                </c:pt>
                <c:pt idx="5">
                  <c:v>8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v>雄（73条）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23813">
              <a:solidFill>
                <a:srgbClr val="2C6D68"/>
              </a:solidFill>
            </a:ln>
          </c:spPr>
          <c:invertIfNegative val="0"/>
          <c:cat>
            <c:strRef>
              <c:f>'Chart Data'!$C$2:$C$10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Data'!$D$2:$D$10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10</c:v>
                </c:pt>
                <c:pt idx="3">
                  <c:v>8</c:v>
                </c:pt>
                <c:pt idx="4">
                  <c:v>24</c:v>
                </c:pt>
                <c:pt idx="5">
                  <c:v>22</c:v>
                </c:pt>
                <c:pt idx="6">
                  <c:v>5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12-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>
                <a:latin typeface="Microsoft YaHei"/>
                <a:ea typeface="Microsoft YaHei"/>
                <a:cs typeface="Microsoft YaHei"/>
              </a:rPr>
              <a:t>Adelie所选记录的平均鳍长（mm）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平均鳍长（mm）</c:v>
          </c:tx>
          <c:spPr>
            <a:solidFill xmlns:a="http://schemas.openxmlformats.org/drawingml/2006/main">
              <a:srgbClr val="245B77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雌性 n=73</c:v>
                </c:pt>
                <c:pt idx="1">
                  <c:v>雄性 n=73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187.794520548</c:v>
                </c:pt>
                <c:pt idx="1">
                  <c:v>192.410958904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13-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950">
                <a:latin typeface="Microsoft YaHei"/>
                <a:ea typeface="Microsoft YaHei"/>
                <a:cs typeface="Microsoft YaHei"/>
              </a:rPr>
              <a:t>所选Adelie记录的鳍长分布（mm）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950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雌性 n=73</c:v>
          </c:tx>
          <c:spPr>
            <a:solidFill xmlns:a="http://schemas.openxmlformats.org/drawingml/2006/main">
              <a:srgbClr val="245B77"/>
            </a:solidFill>
          </c:spPr>
          <c:invertIfNegative val="0"/>
          <c:cat>
            <c:strRef>
              <c:f>'Chart Data'!$A$2:$A$10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2</c:v>
                </c:pt>
                <c:pt idx="1">
                  <c:v>3</c:v>
                </c:pt>
                <c:pt idx="2">
                  <c:v>11</c:v>
                </c:pt>
                <c:pt idx="3">
                  <c:v>27</c:v>
                </c:pt>
                <c:pt idx="4">
                  <c:v>21</c:v>
                </c:pt>
                <c:pt idx="5">
                  <c:v>8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v>雄性 n=73</c:v>
          </c:tx>
          <c:spPr>
            <a:solidFill xmlns:a="http://schemas.openxmlformats.org/drawingml/2006/main">
              <a:srgbClr val="2C6D68"/>
            </a:solidFill>
          </c:spPr>
          <c:invertIfNegative val="0"/>
          <c:cat>
            <c:strRef>
              <c:f>'Chart Data'!$C$2:$C$10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Data'!$D$2:$D$10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10</c:v>
                </c:pt>
                <c:pt idx="3">
                  <c:v>8</c:v>
                </c:pt>
                <c:pt idx="4">
                  <c:v>24</c:v>
                </c:pt>
                <c:pt idx="5">
                  <c:v>22</c:v>
                </c:pt>
                <c:pt idx="6">
                  <c:v>5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B268D5-5030-4FD0-9A38-520533FF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13620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高校科研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3E6CB-F670-4DEB-860A-3954939A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38500"/>
            <a:ext cx="13620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实务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A2ECE-CD35-4B6A-B0CD-70ADCE8D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1352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rPr>
              <a:t>文献、数据、论文与项目材料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8FFEB-9A88-466C-BD7F-C6754B77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96125"/>
            <a:ext cx="1285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rPr>
              <a:t>面向高校教师与科研人员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03302-5874-46E2-B94A-0A0660DB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1437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rPr>
              <a:t>SECTION 0</a:t>
            </a:r>
          </a:p>
        </p:txBody>
      </p:sp>
    </p:spTree>
    <p:extLst>
      <p:ext uri="{BB962C8B-B14F-4D97-AF65-F5344CB8AC3E}">
        <p14:creationId xmlns:p14="http://schemas.microsoft.com/office/powerpoint/2010/main" val="8786278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F78BDF-1A20-4789-A92D-BFBBAD861AA4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858500" y="373856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CF3EF0-F758-476E-8F03-E70016E1A5D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239000" y="373856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FD6D3D-A086-45F7-A1AF-83586BF3C95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19500" y="373856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19006C-8DB2-43DA-BB6D-3D5FCB5A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课程顺序与四个模块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D41B7-491F-4FF1-865C-725BB22F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3DD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681E3-79D3-4697-84F1-AEFD5B91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39100"/>
            <a:ext cx="1257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课程导入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ACA6A-DE83-4F7D-A48B-7CD51127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7991475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0 /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9422E-3B81-4C64-B4FF-89A7C4C9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先理解用法与限制，再沿科研过程展开，最后查看完整文件流程。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8F33C-A3E5-4EAB-A167-1CD0DA1F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2857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一  AI科研基本功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0A433-5EC4-43F5-9E84-E8038AC1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86125"/>
            <a:ext cx="2857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二  科研全流程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44EE5-8A90-40D5-AA72-577FE23F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86125"/>
            <a:ext cx="2857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三  论文与项目产出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A923DA-9122-4C79-8985-33EA8C93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286125"/>
            <a:ext cx="2857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四  结题与影响力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A1D8B2-51D0-4DF4-964E-8F8F510F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3048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01  能力、原理与边界</a:t>
            </a:r>
          </a:p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02  Agent与工作流</a:t>
            </a:r>
          </a:p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03  Humanizer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649F59-D77A-41E9-A535-CC7883C4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19625"/>
            <a:ext cx="3048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05  文献检索与综述</a:t>
            </a:r>
          </a:p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07  数据处理与统计</a:t>
            </a:r>
          </a:p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08  科研图表与路线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C73545-BC69-4EE6-AB5A-32D056DB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19625"/>
            <a:ext cx="3048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09  论文、投稿与返修</a:t>
            </a:r>
          </a:p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10  基金申报</a:t>
            </a:r>
          </a:p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11  专利与技术交底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21DEF2-2916-4FF4-9322-E201062D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619625"/>
            <a:ext cx="3048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13  科研汇报与传播</a:t>
            </a:r>
          </a:p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14  本地与云端演示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D9D175-37A9-40C7-88E0-58E0CC29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rPr>
              <a:t>Harness在第2节解释执行管理，在第14节结合输入、运行记录和文件演示。</a:t>
            </a:r>
          </a:p>
        </p:txBody>
      </p:sp>
    </p:spTree>
    <p:extLst>
      <p:ext uri="{BB962C8B-B14F-4D97-AF65-F5344CB8AC3E}">
        <p14:creationId xmlns:p14="http://schemas.microsoft.com/office/powerpoint/2010/main" val="10510009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DA4F98-5DCC-4332-81AA-09E80EA6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当天时段与八小时备课素材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3CE48B-4927-4965-9DA5-70F8467C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3DD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AEEF2-6B32-44FB-A7CC-AE4C2A16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39100"/>
            <a:ext cx="1257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课程导入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41BB2-0EE3-4624-BF7B-D2EC54A3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7991475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0 /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26DB8-8279-4975-95FB-D4779D7C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现场时段按09:00–12:00、13:30–17:00安排；延伸内容供讲师按进度选讲。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1F2A6-6D79-4B04-B547-F48F0B5C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429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09:00–12:00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362E96-5A1C-4221-A625-41D9B152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3429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13:30–17:00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C10AB2-434D-4FB3-994E-8E9F2476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238500"/>
            <a:ext cx="928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科研基本功与研究准备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E8766B-B8C4-4FA1-83B5-6318FA04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048125"/>
            <a:ext cx="9286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原理与常见概念、Humanizer；选题、文献与研究方案。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FC2093-A01F-4E65-8C92-2B268219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143500"/>
            <a:ext cx="928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数据分析与科研成果制作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18F9E-2369-4741-95E1-8CBEEF80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953125"/>
            <a:ext cx="9286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数据与图表、论文、申报、专利、结题、传播与完整流程。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934B37-4C50-41AF-8CA7-16EF229B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短休：10:20–10:30、15:00–15:10；午间：12:00–13:30。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A0FF0A-F955-4B72-9603-B5E65EE6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2475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rPr>
              <a:t>正式授课370分钟 ＋ 延伸讲授110分钟 ＝ 480分钟备课素材</a:t>
            </a:r>
          </a:p>
        </p:txBody>
      </p:sp>
    </p:spTree>
    <p:extLst>
      <p:ext uri="{BB962C8B-B14F-4D97-AF65-F5344CB8AC3E}">
        <p14:creationId xmlns:p14="http://schemas.microsoft.com/office/powerpoint/2010/main" val="8836901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2B9A1A-85BA-48AF-8E5F-A19528A32D32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239250" y="659606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B3F691-70F0-4EE8-8AE1-07F61F0F8F66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191000" y="659606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0BAEC3-CE6B-4BD9-82BE-3FBBA33CC8B5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239250" y="51673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3FDC5D-6BEE-476A-8216-C4D56DE6AF18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191000" y="51673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F0B5C7-640D-4ECC-8803-08DCBAC0606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239250" y="373856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2887B-C281-434E-93E7-85A37A9AA16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191000" y="373856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832B6F-00D0-4123-9699-9A316823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讲师演示中的材料、动作与结果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F6196-C936-4B1E-84C9-C00A5C7A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3DD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01930-BD2F-4623-AF60-B5D5C7B3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39100"/>
            <a:ext cx="1257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课程导入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83BE3-E54F-40CC-9F1A-1AF8B5E4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7991475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0 /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2C570-B5E7-4A00-9C87-E4E4FD8A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每个演示都说明材料来自哪里、工具实际做了什么，以及结果怎样检查。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31C90-251D-4E4B-926A-5769D4E4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342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论文原文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2240E-9666-4DAD-AEBB-D93654A0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33750"/>
            <a:ext cx="4000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定位支持结论的段落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BE956-ACC3-4595-A133-80B4CAB7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33750"/>
            <a:ext cx="4191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摘录、原文位置与适用条件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74F937-DA41-42B0-B4CA-DA08F373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342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公开数据表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96F951-EC3B-4988-BEB4-B067D83E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762500"/>
            <a:ext cx="4000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检查数据、计算与绘图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F9267C-4E7D-48C8-94ED-2AE914EC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62500"/>
            <a:ext cx="4191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可复算结果与可编辑数据图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54A31F-30E2-43EA-B35B-08B689B9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342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指南、材料与模板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4F02EE-4D3F-4089-9CEC-EC62B289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191250"/>
            <a:ext cx="4000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逐项对应并整理章节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494548-DA56-4650-9AD4-8C1101AB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191250"/>
            <a:ext cx="4191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Word草稿、来源与缺口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C33A22-41F1-494E-9F19-CC55AB68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7237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rPr>
              <a:t>公开原件、教学模拟和AI草稿分别注明；生成文件后，仍需核对科学内容。</a:t>
            </a:r>
          </a:p>
        </p:txBody>
      </p:sp>
    </p:spTree>
    <p:extLst>
      <p:ext uri="{BB962C8B-B14F-4D97-AF65-F5344CB8AC3E}">
        <p14:creationId xmlns:p14="http://schemas.microsoft.com/office/powerpoint/2010/main" val="20410142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8C2230-710C-4026-9057-4A0A4F32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CF0C5E-A19D-40E4-A124-CA0321ED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科研流程中的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F3D1B-85B8-4489-97E8-54888907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2A688-61AE-42B3-93C2-702266DD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 可以参与科研的多个环节；每个环节需要的材料和证据并不相同。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CDA77-2E3B-455C-A012-E94A3490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科研环节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CD0F1-5F25-487B-9198-5326B638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1942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AI 可以辅助的工作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1236F6-8DF6-457B-8055-BF79B218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194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需要保留的学术判断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FF0339-5A34-4643-86F3-FDA1B2A5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文献与选题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D50D14-16BF-4C2E-A471-41A48495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检索线索、比较已有研究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A8357D-EDB9-4318-997E-5011D072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147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核对原文与研究空白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376C20-C727-4BB0-9A13-6C15A258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86219E-7EF2-4C50-BC2A-38DE37F8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研究方案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2BE07F-9C93-45DF-8925-4C11F09B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386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提出备选设计与变量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5B934C-2F88-41C2-B08F-67D1327F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386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论证对照、测量和可行性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4E1979-20BC-4FA6-BB98-39430CFC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71EEFD-717A-4848-A94A-1CB48EB6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625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数据与分析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03E921-57B2-490C-90EB-BC75FF83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625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生成代码、识别数据问题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2B82ED-553F-4D35-8EFB-11286883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625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复算结果、检查假设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CFB784-5ADC-4701-BB25-EEB3C51A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C2F88E-3BAE-4ECD-BA73-75A7DA61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论文与申报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04B8AD-F939-4166-B16C-63E47E79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8864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组织材料、修改表达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91B964-C151-4935-B6D2-23CF4BF5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8864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核对主张、引文与成果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9DA566-FCE4-4A4F-8B42-BD874D22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8BC00B-F637-4D11-BC47-1CCE4E71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103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评审与传播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D61F32-8F52-4892-80F5-A1DD56BE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103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整理意见、准备汇报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D10888-EABA-412E-81D4-DF2EDCB8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6103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保留限制、回应质疑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8E84D5-5F57-420B-A913-5CE7F44A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科研价值取决于问题、方法与证据。文字更快成稿，只是其中一个环节。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1E2BB8-F881-4818-A11C-5F41384D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来源：IJS / SLAIF（2026）；GWU MAE-6291（2026）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4AC186-A7F9-4082-9655-F4C3A03E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601062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5E052B-84C9-4E63-B4F7-FA38391536B6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7620000" y="3705225"/>
            <a:ext cx="3714750" cy="523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BE4BB-58D8-4CA1-8412-167E4B97A78F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3905250" y="3705225"/>
            <a:ext cx="3714750" cy="523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5249AE-8B79-4920-92CC-DF8A39DA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E60071-D8CE-4A9D-A257-BB15FBF1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生成式 AI 与科研 AI 的范围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E231E-81A3-4E8C-83B6-1FB2A7ED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591DD-8EB4-4398-BDFE-89719239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科研中的 AI 既包括面向特定问题的模型，也包括处理语言、图像与代码的生成式模型。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94332-0E27-4C66-8ABA-1A756848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3847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面向科学研究的 AI 方法与系统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FAE9A-0111-49A1-A79A-8FFB5B06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28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领域预测与识别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D3052-297B-43D5-B2A5-531A40FB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29100"/>
            <a:ext cx="628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生成式模型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49FE29-B105-4272-AE8E-187773CD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339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以特定数据和目标建立模型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9CF3E1-5F87-423F-B4EC-F61862FF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4525"/>
            <a:ext cx="628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例如材料性质预测、显微图像分割。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评价时关注预测误差、泛化与测量条件。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2FC771-D05D-4ECD-8598-A39F96FE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339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根据输入生成新的内容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F5F95B-DD8A-4FC5-BC3F-86230DC7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724525"/>
            <a:ext cx="628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大语言模型主要处理语言与代码；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多模态模型还可处理图像、音频等内容。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4F3BB5-9518-4369-BE8B-9FE0B8EB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3895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模型之上还有应用系统：界面、检索、计算工具、文件与任务管理。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同一个模型接入不同材料和工具，能够完成的工作也会不同。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EC493C-C204-4781-A833-BD713E8D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914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本课程重点讲通用生成式 AI 怎样辅助科研，再介绍可执行多步任务的 Agent 系统。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B417E5-EE63-429C-B3A8-0852A8F8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 AI 600-1（2024）；IJS / SLAIF（2026）；OpenAI：Using tools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F32FD1-C3A9-4181-BC1E-39903063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72179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765D43-097C-46D4-AB0E-3735756A025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50996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A5D35-3860-4660-8A56-46E2B49152D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50996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E9DE55-E814-44E6-BCF5-5306DA59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093F40-5D6F-48CA-933F-A917CF3C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预训练、后训练与推理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C6CA9-0AE7-4509-9D35-737CDADD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76AAC-A4D8-43D7-BE70-744DE091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理解模型怎样获得能力，有助于区分“模型学过什么”和“本次提供了什么”。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4F7EB-4F56-42CF-9570-BE58B28C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000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预训练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B82FD-7208-4C8F-87CC-4D82E72E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43250"/>
            <a:ext cx="4000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后训练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6E178-7301-4A59-B42B-8D9A6C54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143250"/>
            <a:ext cx="4000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推理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FE1E3A-18D0-405F-978C-37F9B177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40005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从大规模材料中学习</a:t>
            </a:r>
          </a:p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语言与数据规律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EBB25-7776-434F-BB11-54907291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400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形成可迁移的基础能力。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训练材料会影响回答质量。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CF2ED0-AC99-48EE-88F7-EF0635A0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38625"/>
            <a:ext cx="40005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利用示例、反馈等方式</a:t>
            </a:r>
          </a:p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调整模型行为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93A166-9D68-4888-939E-CC643391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524500"/>
            <a:ext cx="400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改善指令遵循与任务表现。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具体方法因模型而异。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EBDACF-6A1E-4116-BED9-706A82B6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38625"/>
            <a:ext cx="40005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依据当前指令和上下文</a:t>
            </a:r>
          </a:p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产生回答或其他输出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901DE2-E54D-47C4-9057-52E81005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400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通常使用已有模型参数。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回答仍可能出现事实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或推理错误。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ED00A2-2D73-42A4-861C-31F5F430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62775"/>
            <a:ext cx="1371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上传一篇论文，通常是在给当前任务补充材料。</a:t>
            </a:r>
          </a:p>
          <a:p xmlns:a="http://schemas.openxmlformats.org/drawingml/2006/main">
            <a: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微调则通过训练更新模型参数；检索增强生成通过查找相关材料补充回答依据。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3E45E8-7A46-4BED-8917-DCC7BAD8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914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三者解决的问题不同：基础能力、行为调整，以及当前任务的输入与输出。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A1BA51-8637-442A-B148-3BDA4054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来源：OpenAI：Key concepts；OpenAI：Model optimization；IJS / SLAIF（2026）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65FD20-7235-4F30-8FA6-C9D5EF76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686708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7A7AF-AB48-4DB6-96E1-3417447C492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50996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914731-284F-4999-A11E-88373F3D85C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50996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59B6B-5F9F-4C4C-8FAC-E2B82C547B3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50996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FFAD64-DEDA-42B8-A6D8-B66640AE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EF71C-B1DB-4B11-8F76-B5D92170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上下文与检索增强生成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39C54-B5AC-41E2-8829-CF896277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4C4E43-744B-4B1F-937F-7D8B1BD6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模型的既有知识、当前任务材料和外部检索结果，是不同的信息来源。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A83F14-2D74-4554-A3C6-93524CFA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2857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C4A81-9164-4A01-B104-D01F4E22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43250"/>
            <a:ext cx="2857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检索原始材料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EA7C1C-2738-4477-BD99-C6E882B9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2857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组织相关片段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3DAF7-DBF0-4641-9AB8-A056101E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143250"/>
            <a:ext cx="2857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模型生成回答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1272EE-1EDE-48DB-864A-410435AE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要比较什么、回答什么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F75FD5-A584-4CF5-B20F-1E4643A1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148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查论文、指南或项目文件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B90384-0F7D-4960-8CF8-D615D9A3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148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保留出处、条件与版本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1DC4DD-9D11-4CD9-BC9C-024C1164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1148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依据指令和这些材料组织内容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53FF60-F8E5-4F36-AA4D-8B82FD03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333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上下文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A648F9-3F24-4F3D-8334-558ECA06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43500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本次回答可使用的指令、对话、材料和工具结果，容量有限。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8D6116-0AF3-4FE8-B826-FCD3E089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76925"/>
            <a:ext cx="333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Token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4F27D7-7C2F-4AE5-A812-096B9B9D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876925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模型处理文本时使用的片段；不能按固定汉字数换算。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58341D-0DBA-45F7-AE64-A55965A3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10350"/>
            <a:ext cx="333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检索增强生成（RAG）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510470-32D2-4AB5-A061-F83672E4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10350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先找相关材料，再交给模型生成回答；仍需核对检索是否完整、引用是否支持结论。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6251CF-AFC7-4385-8CBC-4E199A02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能放进上下文，不代表所有信息都会被正确使用。材料选择和证据核对仍然必要。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1DBD23-D052-4CAB-B9E3-1DBCDD8C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来源：OpenAI：Conversation state；OpenAI：Prompt engineering；OpenAI：Using tools；GWU MAE-6291（2026）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022D8B-F900-4C58-ADA4-288BB044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412059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32A07B-E69F-4108-81C0-1F20A67E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9C561-844B-4A9E-B078-6C154B91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语言流畅与文献真实性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889938-2A49-4AB2-A762-5ED5D984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43214-7A06-4BC8-8867-6B7E97C3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文献幻觉：生成的引文看起来完整，却可能没有对应的真实研究。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6C41C1-6406-4DD0-802D-A10715C8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3225"/>
            <a:ext cx="1371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Walters 与 Wilder（2023）让两个模型围绕 42 个主题生成短综述，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 84 篇生成文本中的 636 条参考文献。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9323FB70-A57E-47D6-A773-A6B20E3766C1}"/>
              </a:ext>
            </a:extLst>
          </p:cNvPr>
          <p:cNvGraphicFramePr/>
          <p:nvPr/>
        </p:nvGraphicFramePr>
        <p:xfrm>
          <a:off xmlns:a="http://schemas.openxmlformats.org/drawingml/2006/main" x="762000" y="4000500"/>
          <a:ext xmlns:a="http://schemas.openxmlformats.org/drawingml/2006/main" cx="7429500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952088e46d4b9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D4D133-A06A-425B-A8CE-CA4DB4EB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195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图中比较什么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7A917A-F000-4BD2-9499-7609AE95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48175"/>
            <a:ext cx="552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两个模型在该研究设定下生成的引文。</a:t>
            </a:r>
          </a:p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百分比按原文表 3 报告值重绘。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28A7C-24C6-479F-A4CA-CC5C2CF9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863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真实文献也会写错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33E1F-DD45-4E77-8AC9-1E29AE0A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514975"/>
            <a:ext cx="552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真实文献中的著录错误：43% 与 24%。</a:t>
            </a:r>
          </a:p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分母为真实文献，与图中比例不同。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E750B0-2C96-4303-A2CB-46BF6194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1531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能推出什么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378D33-4782-4C5F-83A8-A1C65291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81775"/>
            <a:ext cx="552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AI 给出的题名、作者、年份与 DOI</a:t>
            </a:r>
          </a:p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需要回到出版页面或数据库核对。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7E5917-FC65-41F4-B09D-988C86AD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历史研究，非当前模型排名。结果限于 2023 年的模型、提示与任务，不能外推为今天的错误率。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52F48C-2684-46EE-8BFA-720FCE27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来源：Walters &amp; Wilder（2023），表3、4；NIST AI 600-1（2024）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74360E-52F1-41B7-937B-97CA2348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748797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7374DD-4F30-444F-B5C9-5194D934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FDD42F-380E-4D04-9941-BB0F109B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科研任务中的能力与限制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F782A-F98E-4916-8BBC-610DE482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01554-4B82-4DFB-BCD4-2FE9332C33DB}"/>
              </a:ext>
            </a:extLst>
          </p:cNvPr>
          <p:cNvGraphicFramePr/>
          <p:nvPr/>
        </p:nvGraphicFramePr>
        <p:xfrm>
          <a:off xmlns:a="http://schemas.openxmlformats.org/drawingml/2006/main" x="762000" y="2143125"/>
          <a:ext xmlns:a="http://schemas.openxmlformats.org/drawingml/2006/main" cx="137160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5476875"/>
                <a:gridCol w="5953125"/>
              </a:tblGrid>
              <a:tr h="80962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可以提供的帮助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科研中仍需判断的部分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语言组织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翻译、归纳、调整段落与术语表达。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是否改变原意、限定条件或证据强度。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材料比较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整理多篇文献的方法、结果与分歧。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材料是否完整，比较对象是否可比。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代码生成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根据分析需求编写和修改代码。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代码是否实际运行，方法假设是否适用。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图表与解释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依据数据生成图表，说明统计结果。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数据来源、单位、样本与结论范围。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B0B43-85B5-4FFD-B73D-194D0140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2250"/>
            <a:ext cx="137160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同一段文字可能很通顺，却误解了方法；同一份代码也可能运行成功，却回答了错误的问题。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评价 AI 辅助成果时，需要同时看表达、执行与科学判断。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E0B62-CC9E-4007-BF45-74F893DB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输出形式正确、工具运行成功、研究结论成立，是三个需要分别检查的层次。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3C8DB-6B55-42C8-9C01-A90D0864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来源：OpenAI：Using tools；NIST AI 600-1（2024）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E532C-9721-4278-A239-8402288B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640391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645CB0-1EFB-4272-9A74-D9674543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328EBD-D9C9-4356-92AF-926C85E6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复杂科研任务的组织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557EA9-D0AD-4D39-BA27-D2FDA20D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18528-EFB9-47CD-B441-C1B166DB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把“帮我写一篇综述”拆成有输入、产物和核对依据的研究环节。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BA70F-A3B8-4EED-9AC8-F6A8DEF5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FE3110-0FA5-452A-AF28-78C70502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5752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界定问题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FC984-A1B4-45E5-9AC5-27EEDC2A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57525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研究对象、时间范围、纳入标准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A6C4BC-93DB-47E7-9724-0AAB6C2B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5752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形成边界清楚的研究问题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61B7AF-32B8-4CA8-9F79-8C81145A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86175"/>
            <a:ext cx="12668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323EB8-CC85-4571-A644-D7D8FDAB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621B68-65FF-43D7-9760-F4B65272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86200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收集材料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3550C4-ED58-42BC-A2C2-DD74464F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86200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检索式、数据库与全文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AA8504-21C1-421A-BAE4-B30EB4D2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86200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保存可回查的文献集合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9B2288-9ECC-4F4E-9BFA-3CBEB054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14850"/>
            <a:ext cx="12668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5965DC-F592-48DA-A509-BEE25B56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122FA7-B213-4420-9270-1D786D1D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1487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6AF8E8-AF30-4CCF-9E6F-35DFB105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14875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对象、设计、指标和主要结果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7D1A2D-BA56-4D52-8987-027F8CFE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1487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区分共识、分歧与证据缺口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EF59A7-C855-47DC-870F-BD3E19EE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43525"/>
            <a:ext cx="12668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836773-D4BF-4744-BCD2-CFFF8F20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A6FBB7-5F5D-4DDC-9869-F010E01A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43550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组织论述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0BECD4-5463-4520-A2B7-01B85DDD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43550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经过核对的证据与主张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2D593D-0E26-43E6-871B-4C6376D2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543550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形成段落，标明引文与限制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10AFD6-C8B1-4D2B-8CD0-7F7A1ACB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172200"/>
            <a:ext cx="12668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B9C8B9-6EE0-4578-BEE9-E9CDD106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7222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32C509-64A6-4C2A-9770-60B2EDE9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37222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检查与修订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E5C034-DC76-4012-85CB-34C093EA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372225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原文、引用清单与全文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4F78F8-C5C2-42BB-9D02-462DBC42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37222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核对遗漏、误引和推断越界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55CB0D-014A-492D-9DA2-52BF1434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先确定每一步需要什么证据，再决定让模型生成、调用工具，还是由研究者作判断。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72ACFA-BE99-42D6-8797-A209BC2B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来源：GWU MAE-6291（2026）；OpenAI：Prompt engineering；NIST AI 600-1（2024）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0F3947-27E9-4D79-B591-285E1AFF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264014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7E5973-1FCB-49CA-92A5-77F9483B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F19877-6455-47D3-A472-082B0D28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科研提示词的主要变量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23FB5-7F63-4C06-989F-A88C76E9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66A22-A9C4-404D-B785-A0D900D8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371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提示词是研究者向模型交代任务、材料和判断标准的指令。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CDD8DA-059B-4332-B07F-C0EB3E7F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952500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请从研究方法角度，比较我提供的两篇论文。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比较研究对象、样本来源、对照设置、测量指标和结论范围。只依据这两篇全文，给出每项判断对应的原文位置。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请区分作者报告的结果与你的解释。两篇论文没有报告的信息写明“未报告”，不要补入样本量、统计结果或其他文献。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按比较维度逐项列出共同点、差异及其对结论的影响。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5D3E39-AF25-429E-86BA-C5D5B640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194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分析角度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72855-DBD2-4B58-B3D2-E07D8CEF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671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研究方法，面向具体问题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B96EC5-138D-4B9D-87AD-1BAB1547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2100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任务与材料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E47205-931A-49D4-B164-5FD1C7D0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6577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两篇指定全文，范围明确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11288D-F368-44AD-AEF8-59407184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2006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约束条件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4DE63D-37B3-4036-B255-E4193C5D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6483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依据可定位，缺项不补写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B327C8-3E87-4CE3-9300-DA5AC649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输出结构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7092C2-5865-4D4D-82BE-27B48379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389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维度、比较、结论影响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13A782-FD58-43E4-9CC2-B35F7CF2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“专家”角色可帮助指定角度；材料、限制与核对标准决定这次任务怎样开展。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A2D730-A298-4E6B-A9DE-F97BD27C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来源：OpenAI：Prompt engineering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7A4BC2-320A-4A4D-BEF4-C9727D47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815219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ACCBFA-0762-47B1-A43F-1B865069641B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239250" y="67056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34A15D-1B6D-412E-85C8-422977AC693A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238500" y="6691313"/>
            <a:ext cx="952500" cy="142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70A660-842E-43B0-BF91-CAC193BA573D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239250" y="54483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45EC57-9A94-49ED-AA07-267849F0E269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238500" y="5434013"/>
            <a:ext cx="952500" cy="142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25B48A-B1CF-4981-BEB6-57FB2881E3DE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239250" y="41910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5F91B4-FA64-485F-8978-86748F053A2D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238500" y="4176713"/>
            <a:ext cx="952500" cy="142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A5EA13-6A19-438E-9C1A-3EA02FA3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0A9BBB-AD2C-4CAE-811F-FBC113D7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Claude、ChatGPT、DeepSeek 怎样选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55BA4-2117-4CF8-9539-FC33D8CC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2F1E8-2D4F-4F49-A518-F95A1870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同一任务：依据公开论文，解释“AI 编造文献”的证据，交付一页说明。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EC1F5A-9578-4775-893E-8B381434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使用入口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CD723-6882-4172-AC3B-1022C799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765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这一任务怎样处理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75625-BB37-426A-829B-DD6DE24A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07657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选择依据与检查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BEFAD2-C0C2-458E-B366-9CAB70A5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476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Claude</a:t>
            </a:r>
          </a:p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已启用文件工具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60D5EB-047B-4FEC-BB12-0757BB09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1475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读论文 PDF，核对表3、4；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整理结果与限制，导出 Word。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E27BA5-F0A1-4AC2-8F9E-122DF7F5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71475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适合：已有论文，要说明稿。</a:t>
            </a:r>
          </a:p>
          <a:p xmlns:a="http://schemas.openxmlformats.org/drawingml/2006/main">
            <a: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检查：原文定位、可编辑正文。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A0779-E0B8-4152-87D9-F8F3FC56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2BC8F9-2148-4270-B468-FC391502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2476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ChatGPT Work</a:t>
            </a:r>
          </a:p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文件处理模式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F9BA76-15C0-4106-8A9C-CF3CFB74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7205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附论文和报告值表；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制作可编辑图表及说明文件。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45E4FC-F598-470E-AF2C-17F992BB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97205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适合：要边看图、边改文件。</a:t>
            </a:r>
          </a:p>
          <a:p xmlns:a="http://schemas.openxmlformats.org/drawingml/2006/main">
            <a: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检查：数值、分母、图表编辑。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A8E85F-8DA6-4E5E-924A-B66FC9F4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41458D-071B-439B-BD86-D5DA8E33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9350"/>
            <a:ext cx="2476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DeepSeek</a:t>
            </a:r>
          </a:p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课程网页方案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95AA12-CFD0-49AC-B05D-CDDC0C2F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22935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提供核对后的文本和数值；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模型拟稿，文件工具另行导出。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948FA4-66E3-438C-84DE-529461DF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22935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适合：沿用课程网页流程。</a:t>
            </a:r>
          </a:p>
          <a:p xmlns:a="http://schemas.openxmlformats.org/drawingml/2006/main">
            <a: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检查：节点记录、实际导出文件。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E2B712-F341-4AFC-8DF3-D5DECBF2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三条路线是选用示例，未作三方实测。能否读文件、计算和导出，要核对当前入口及权限。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1C949B-CE6A-4935-ABE7-2A5C214A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来源：Claude：文件工具；OpenAI：Work with files；DeepSeek：API Docs；Walters &amp; Wilder（2023），表3、4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EDFEC2-6187-452B-9A1E-FD3A81BB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1191086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0EED3A-52C0-46DE-B332-C377EA61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CDF28C-C08C-4D0F-A6AD-A5096B1E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预测、解释与因果判断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81A639-2488-4F56-8B7C-BF6397AE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F08F13-09D4-4514-9AAE-3D212B2B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 生成解释或预测之后，还要明确：研究究竟支持哪一种判断。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A5AD7-7402-4D08-8729-A2861AC9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87546-7666-440E-A8CA-4AF27000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95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用已有特征估计未知结果。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E7D88C-88F2-4328-95C7-A405A22A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814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例如根据材料成分预测性质。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需要检查测试集、误差与适用范围。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6683E-CBD6-4E0F-AA77-B50D3293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5D6EB-B694-42D7-9E2B-8CC07E92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解释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FDABF7-185D-4D26-B911-560F85F1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148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说明现象可能通过什么机制发生。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1262D4-E2F1-4F44-96B1-A0AEE93C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006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需要理论、测量和支持机制的证据。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一个合理的故事不足以确立机制。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25D417-E87F-4DEB-AAC9-9376C778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578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5AF391-4A96-4DEC-AB3E-4D6ADA94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34025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因果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FB61D3-1504-4479-B482-C6C43AAF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5340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判断改变某个因素是否会改变结果。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883BB3-2FC7-4A11-A4F3-156E96F3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0198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需要合适的研究设计与识别假设。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相关关系或预测准确不能单独证明因果。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40229D-BABB-4774-913F-70636AAE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81825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例如：AI 发现“某特征与结果同时变化”，可以形成待检验的线索。</a:t>
            </a:r>
          </a:p>
          <a:p xmlns:a="http://schemas.openxmlformats.org/drawingml/2006/main">
            <a: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要写成“改变该特征导致结果改变”，还需排查混杂、时间顺序与其他解释。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136FB6-E698-494C-8E77-D8B43950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914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模型输出应保留研究设计能够支持的结论强度。机制示意与自然语言推理也需证据。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5E0259-7546-48F3-B7F3-BFAAAA7B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来源：IJS / SLAIF（2026）；NIST AI 600-1（2024）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68A80D-2BBF-4B8F-BF03-F5579791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920860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CDA027-5515-4A4C-ABF4-855ADFB5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0E48CD-A000-44AC-8B46-E2630F49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学术规范与作者责任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C6A443-6E00-4071-AB26-86FF0DBF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539B2-E4C5-4EEC-BE41-6B3BA9ED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371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 参与写作与研究时，作者对准确性、原创性与证据负责。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CCAC2-5D9F-42AC-906D-B6D1BF053E7F}"/>
              </a:ext>
            </a:extLst>
          </p:cNvPr>
          <p:cNvGraphicFramePr/>
          <p:nvPr/>
        </p:nvGraphicFramePr>
        <p:xfrm>
          <a:off xmlns:a="http://schemas.openxmlformats.org/drawingml/2006/main" x="762000" y="3095625"/>
          <a:ext xmlns:a="http://schemas.openxmlformats.org/drawingml/2006/main" cx="137160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5286375"/>
                <a:gridCol w="5667375"/>
              </a:tblGrid>
              <a:tr h="802481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核对事项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Nature Portfolio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PLOS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802481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与作者资格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不能把学术责任交给 AI。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工具不能列为作者。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2481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写作与研究支持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按风险程度进行人工监督与核验，</a:t>
                      </a:r>
                    </a:p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并按要求披露。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生成正文等按要求披露；</a:t>
                      </a:r>
                    </a:p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单纯语言改进见FAQ例外。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2481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内容与研究记录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作者对原创性、准确性和完整性负责。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作者负责研究记录与投稿内容的可靠性。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066247-1A24-40BE-8DB9-B26B70BE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53225"/>
            <a:ext cx="13716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日常保留工具与版本、用途、输入材料、采用的输出和人工核对记录。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正式投稿时，按目标期刊当时的声明范围与位置填写。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CE4229-A17B-4692-9110-2262AB13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914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这里概述两家出版方的已核对政策；不能把一种期刊的规则直接套到另一种期刊。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D56F41-B9A9-4FAB-A24E-20D77A0E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来源：Nature Portfolio AI policy；PLOS AI policy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16F8B-1B25-46EB-ABE3-2ED879FE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515502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39C2B9-2061-4787-AE3F-5946CB1E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575BE-26DC-479F-A70C-AEB49D7C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科研可信度的四个条件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443DF-933E-40C5-A236-53D51A34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7E301-42FD-4671-9F6F-71893976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 辅助成果进入论文、申报或报告之前，需要经过证据与方法的检查。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5CA32-B559-489F-A963-C1045CA9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467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来源真实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F5C167-4F82-493C-B3C0-1A04609C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14675"/>
            <a:ext cx="1038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论文、数据与指南有可定位原件。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4513BA-5326-4A1B-8A6C-9949ED79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385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有题名或 DOI 仍需确认实际对应的内容。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239DBE-C3D6-4E76-9664-3C7EB119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38640-C25C-4D4D-8036-AF2551D2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过程可查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8D64E4-506A-4269-B6F7-1F4CFCC4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71950"/>
            <a:ext cx="1038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保留输入、方法、代码与处理记录。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D95585-49F9-4E8A-94B9-AFF8D044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958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计算能复现，修改有依据，版本能区分。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A7CD17-97E7-4B40-B317-3729B73E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577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FB1C18-73FA-4468-97F6-16B3759C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2922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推断适当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2A6E71-1144-4B31-899F-9A80E53F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29225"/>
            <a:ext cx="1038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结论符合研究对象、条件与设计。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3ACFCE-AB6A-423D-BE7A-D1EBE67B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531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不把推测写成结果，不把相关直接写成因果。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F30468-660F-4DA0-8005-EBEFEE43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608C8F-15AF-4887-9B1E-CB40ADFA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责任明确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46FE6E-9197-49A7-9BA2-AA2D0E47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286500"/>
            <a:ext cx="1038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研究者核对内容并按要求披露使用。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182F7A-29C3-44DC-9160-99413311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81037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语言修订保留事实、数字、引用与限制。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375594-D89C-41F2-BC97-A27E1763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后续章节据此展开：文献、数据、图表、论文与申报材料，各自有需要核对的证据。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306DE2-20E3-422E-8A63-F7DF3968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 AI 600-1（2024）；Walters &amp; Wilder（2023），表3、4；Nature Portfolio AI policy；PLOS AI 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77153C-1EEB-4EA9-ABC9-0E4EB602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6712077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533BFA-1024-47D1-B0E5-02D1AF454F93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1049000" y="40005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E0C287-FEB0-4E77-8424-BC12821AE027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143750" y="40005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2AE8CB-7A88-4562-8DFB-2318E32BBE3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238500" y="40005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008F84-1EFE-4EC3-BB9C-2EA0AF61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FDB2D-0D64-4209-8B2A-E87EED76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科研任务中的 AI 协作与执行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D228B-A928-4EAA-8975-F514E80B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730AF-006F-4E21-A207-F46C9ED6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同样是“整理一份申报书”，讨论内容与处理文件需要不同的工作安排。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0635D-D29B-4962-BAE8-4DE3CCEE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申报指南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638FB-01A8-4CC7-9B93-6040AFA9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29125"/>
            <a:ext cx="2095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E286F4-DEAA-4B7A-BEA9-EEE31B37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33900"/>
            <a:ext cx="1714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3E4AF-3B13-41F9-8553-480F6866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19500"/>
            <a:ext cx="2952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提取要求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95E7E-A66C-4B4E-B4A9-F817E9D2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2952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组织内容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5C941-EF94-4047-972E-FEB606FF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381375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申报书初稿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331BA2-9463-4041-9B7D-69E71957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429125"/>
            <a:ext cx="2095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9CF28E-64FF-4A0D-AA67-9CE7638D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533900"/>
            <a:ext cx="1714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047BE-8800-4CE0-8799-65D2E221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条款与附件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91061B-3B10-490C-9A5D-9742DCD9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530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要求清单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E95A48-BBF8-4155-AF43-0634859D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530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段落与证据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A303D0-0519-4567-89BE-4BD72290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49530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Word＋问题清单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FC826E-841C-4556-9E29-8D27A27A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人负责判断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7B8C98-9D95-4AE0-BE7D-5E55D700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1912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资格与方向是否匹配；研究问题是否成立；已有结果能否支持方案。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904611-C193-4727-AA56-C2706B9F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教学情境：本页说明任务构成，不表示已运行某个 Grant Agent。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27DDC2-6894-4048-90DB-DB143C8E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来源：Stanford CS224N（2026），Lecture 10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9365AE-6100-4F88-8662-EBA3BAC0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0197391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76353F-6020-4559-8135-63732697782D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4333875" y="5715000"/>
            <a:ext cx="1857375" cy="476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9A115F-E3E2-4138-9B49-96B58B72EF8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10000" y="507206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812B58-C43F-462A-B7C5-4DDDAE30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5B3AE-7BE5-4D0A-9EDF-055AA51F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模型、Agent 与产品的关系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3F301-8567-481A-8BA3-030CA887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92E4C8-F5C4-4DA5-87B3-0089AD9D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这些名称处在不同层次：有的表示能力来源，有的表示系统，有的表示工作方式。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9049D-A716-4C5F-B0EF-9714A8FA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7143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B53B6-C162-4C55-90B1-9ED0427C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638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Agent 执行系统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4FBED-9155-458F-8A5B-97067473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29125"/>
            <a:ext cx="2667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生成操作请求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22D7D-F3E3-4588-8877-8078BDF3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29125"/>
            <a:ext cx="2667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工具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执行并返回结果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1F2074-BBA1-432E-A70B-51061894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91250"/>
            <a:ext cx="6381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状态：已完成、失败、待核实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43B96E-1C20-4140-B7B7-3AD046BD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2895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这些系统如何工作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90E4C2-2776-4D9E-AC24-263C8C9D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2905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Agentic 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331BB7-9BE5-41E0-8C64-28414DF4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描述目标导向、多步行动、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根据反馈调整等特征。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950F5B-E7BA-474F-8F3A-C8B85A46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92455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ChatGPT / Codex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F01C87-4F55-4341-B0FA-7DF16EB9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96050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产品实例；能力有重叠，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不能分别等同于两个概念。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FBD94A-90EE-467B-984F-99FF8DD2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判断时看实际行为：是否采取行动、读取反馈，并据此改变下一步。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BA90A5-E593-4989-8DB6-2C7B3E29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来源：Stanford CS224N（2026），Lecture 10；OpenAI Docs：Use ChatGPT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CC87F5-16CC-4879-A6F2-586C8EFA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809144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EC533F-C2D8-4899-BC07-845B567DBD03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1049000" y="4810125"/>
            <a:ext cx="114300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47465C-0AAE-4AAD-AE95-E8DA559022F1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429500" y="481012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ACD0CC-3710-4D56-AD35-E426B89CF92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3238500" y="4810125"/>
            <a:ext cx="114300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AF3340-5817-4436-9AEE-B85B0DA6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BE374-53AC-4D66-AAAF-F3FC1215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Agentic AI 与 AI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5C494-6112-483A-B83F-5912A595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B24E0-D35D-43AD-8EAD-72BAB3B0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前者便于描述任务怎样推进，后者便于讨论由什么系统承担执行。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C62F0E-B4EA-4A5A-844C-EBB6CBCB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教学情境：核验一条缺少 DOI 的引文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C222C-1295-4765-8C53-0EB259C3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2476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待核验引文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EBBBD8-1749-4D2D-975B-FE6BCF6B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2095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87724-3192-49B2-9FE0-7E1EE57F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38775"/>
            <a:ext cx="1714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80307F-E514-4F12-9762-A80548E4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29125"/>
            <a:ext cx="304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查出版页面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B6C046-7CA2-4B42-ABC3-9706DF4D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29125"/>
            <a:ext cx="247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核对字段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6606C7-D19E-4666-8C87-DCC08998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191000"/>
            <a:ext cx="2286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95A55E-BC23-47B9-B41C-B06D2EC0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334000"/>
            <a:ext cx="1905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DE7E69-60EA-450B-99AF-B923623B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438775"/>
            <a:ext cx="1524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E0384C-8917-4BDC-9CBE-B54A625E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Agentic 特征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5E212C-A68F-46EB-B4F1-92F284AA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24250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发现缺项后继续补查，依据结果决定下一步。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FDAD3B-EACD-40D7-94DD-00DBD124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AI Agent 系统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4CC9EF-BA91-472A-976E-BB48E020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238875"/>
            <a:ext cx="10096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承担这一任务的模型、检索工具、文件工具和运行安排。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DEBE9F-E5DB-4A9B-AACC-C576D995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同一个 Agent 可以在固定流程与灵活判断之间切换。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BA7091-8D2D-4256-90DF-DB7BDB6B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来源：Stanford CS224N（2026），Lecture 10；Anthropic：Building effective agents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3BFB9D-9B0F-459A-9DAE-86A569FC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9567066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3240CF-1FA1-44EB-8E31-81D1E78A2D5B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010025" y="3476625"/>
            <a:ext cx="371475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4C9114-3CFB-4A0C-89CD-E64DC2E60675}"/>
              </a:ext>
            </a:extLst>
          </p:cNvPr>
          <p:cNvCxnSpPr>
            <a:stCxn xmlns:a="http://schemas.openxmlformats.org/drawingml/2006/main" id="18" idx="0"/>
            <a:endCxn xmlns:a="http://schemas.openxmlformats.org/drawingml/2006/main" id="19" idx="2"/>
          </p:cNvCxnSpPr>
          <p:nvPr/>
        </p:nvCxnSpPr>
        <p:spPr>
          <a:xfrm xmlns:a="http://schemas.openxmlformats.org/drawingml/2006/main" flipV="1">
            <a:off x="4005263" y="3486150"/>
            <a:ext cx="0" cy="15335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D68"/>
            </a:solidFill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9FA2AA-369A-45AE-8433-246CA5F15323}"/>
              </a:ext>
            </a:extLst>
          </p:cNvPr>
          <p:cNvCxnSpPr>
            <a:stCxn xmlns:a="http://schemas.openxmlformats.org/drawingml/2006/main" id="17" idx="1"/>
            <a:endCxn xmlns:a="http://schemas.openxmlformats.org/drawingml/2006/main" id="18" idx="3"/>
          </p:cNvCxnSpPr>
          <p:nvPr/>
        </p:nvCxnSpPr>
        <p:spPr>
          <a:xfrm xmlns:a="http://schemas.openxmlformats.org/drawingml/2006/main" flipH="1">
            <a:off x="4010025" y="5024438"/>
            <a:ext cx="106584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D68"/>
            </a:solidFill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40A61B-8AC7-4CEA-978B-6D09C563F108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14673263" y="3486150"/>
            <a:ext cx="0" cy="15335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D68"/>
            </a:solidFill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A90D32-38EA-41D5-8FF5-8398E717FE46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14478000" y="3476625"/>
            <a:ext cx="190500" cy="476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D68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F7AEB0-B5B4-4EF2-996A-958C2803CBBA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476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928716-F278-495E-B0E9-9B053971C71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476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17D3FE-4B6E-4452-BBFF-1561DA2A880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476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F8379E-9F8A-45BD-9251-187B28A3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275BD-90E2-430F-A43B-DBEDE39B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Agent 怎样依据反馈继续工作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22C36-86A4-4211-BECC-7122A3A8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F4E8D-A099-439F-ACEB-4985B29E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一次工具调用会产生新信息；系统应读取实际返回结果，再决定继续、改换办法或停止。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F7DC3-8078-467F-A87E-45048CFA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读取任务与状态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7A356-2335-4FD2-860F-8D4564BD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05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选择下一步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BF934C-5165-4838-805C-A1750DE9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05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调用工具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2050F-8860-4914-AB2D-511A59F8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105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检查返回结果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17B3F0-260A-43EA-929A-547227D6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目标、材料、已完成步骤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147B63-F0F2-4A52-B960-F8777C38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290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查原文、算数据或写文件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D355D9-60BB-4393-AE8F-21524585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290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工具执行具体操作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7FC96E-0EA0-4840-AECF-1E55D951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0290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成功、失败、缺项与异常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CF5154-81A4-4E22-A343-CFBFC833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34766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45E36D-1576-49A3-A1B7-6D5CA488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50196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EFCC2C-A450-4847-B48D-6A56307F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196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D20623-A188-4A5E-8755-5D45E5BA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766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382A7A-AED6-4371-B3D2-310ECB6C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153025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反馈用于选择下一步；完成或受阻时停止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2C251A-CC02-4FF6-9EB4-5506C672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959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查到原文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CDBA86-F877-4A26-A32A-10BFCFE5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95950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核对题名、作者、年份和结论所处位置。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610E19-C328-42F1-BA71-ACAFEDC2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246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没有查到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405082-FC07-4E7F-9E85-8AA817DF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324600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记录检索范围与缺项；保留“尚未核实”。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176392-8E92-44AF-B2B9-55D46179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遇到异常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8EE1B7-78D1-4E3B-B974-468B3F9D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953250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判断是否重试、换来源，或交给研究者处理。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339832-FA2C-4BFC-97B8-59063DC9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框架示意：箭头表示任务推进与反馈，不展示模型的内部思维过程。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6FF5BA-A9D4-4370-B864-8D2C0841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来源：Stanford CS224N（2026），Lecture 10；Anthropic：Building effective agents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56D1DE-42E1-44CD-95CF-41C30284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474845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8FEC62-59EF-4E8A-935E-0D49F1355726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0477500" y="583406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966F87-BD8B-45CA-BC30-E6145029BC42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334125" y="5834063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1AC656-7454-4406-8BBB-39433874D38B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1763375" y="350043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400DE6-64EB-40C0-AC4B-948097E21F8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048750" y="350043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9DFA9-F004-4393-8A0E-17DD96CFCB7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334125" y="350043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535150-7AA8-4EC2-A4EC-BAE86554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5EA73-8328-46CB-9373-C59F4C12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固定工作流与动态决策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8575B-58BC-4EE5-A2E8-B9A32CC1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AF004-EEC6-4B18-8989-463C7987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步骤稳定的任务适合预设流程；材料不完整、路径难以预先列出的任务需要更多动态判断。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70549D-0F7B-4E91-87F1-29B51F10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预设工作流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D4441-EB83-4BAB-BBD3-461F6BFA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95625"/>
            <a:ext cx="24288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提取条款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2C4FD-FA65-43A1-A03C-80308A7B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95625"/>
            <a:ext cx="24288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字段检查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64B854-059E-4181-B7B6-4C7E0B9D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95625"/>
            <a:ext cx="24288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填入模板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98C46B-3C6F-46FE-882E-957D16FF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3095625"/>
            <a:ext cx="24288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导出文件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0D9464-1D26-4274-B107-6A081502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910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步骤和分支预先规定，适合要求稳定、重复处理的任务。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CAA40E-A699-4183-9A08-86D90E63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动态补查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F9B78A-2B2D-4384-B9F8-D89882DB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429250"/>
            <a:ext cx="24288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要求含糊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3AC67E-AB5F-4399-81CC-060ACF8F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2925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读附件／说明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3F61C3-2455-4BE6-9420-111659B6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42925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确认或登记缺项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FA216C-0063-4247-B14C-2A278024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762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按材料选择下一步；主流程可以固定，局部环节保留动态判断。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94D8AF-6A23-40EE-A9C7-0B926920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组合方式：主流程固定，把证据补查等不确定环节交给 Agent。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BDF9A4-57DF-4972-B081-EFC541C7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来源：Anthropic：Building effective agents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52B370-22DC-407F-ADAA-A965F9C5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27369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C42399-8522-4878-937D-C0325D18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FADFC-31D8-4C55-90BF-BDBDD251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ChatGPT 与 Codex 的使用侧重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6EE621-859B-4B28-918B-8AA587CD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FDD05-36CA-4A58-858E-FED1D466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两者能力有重叠。选择时应看材料、工具和交付方式是否适合当前任务。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5263E-EC02-4F3D-92C3-E3F639E18E2A}"/>
              </a:ext>
            </a:extLst>
          </p:cNvPr>
          <p:cNvGraphicFramePr/>
          <p:nvPr/>
        </p:nvGraphicFramePr>
        <p:xfrm>
          <a:off xmlns:a="http://schemas.openxmlformats.org/drawingml/2006/main" x="762000" y="3048000"/>
          <a:ext xmlns:a="http://schemas.openxmlformats.org/drawingml/2006/main" cx="137160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5619750"/>
                <a:gridCol w="5619750"/>
              </a:tblGrid>
              <a:tr h="8572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比较维度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ChatGPT 中的协作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Codex 中的协作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典型工作入口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问题、资料、文件与自然语言任务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工作目录、文件与自然语言任务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适合关注的内容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解释、比较、讨论，以及可用工具支持的产物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文件处理、脚本运行、版本记录及结果检查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都可能完成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在相应工具可用时开展研究、分析和文件制作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在相应工具可用时开展研究、分析和文件制作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使用前核对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当前账户、模式、连接工具和文件权限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当前环境、依赖、网络及文件权限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3DCA1A-6A80-405E-9CFF-7F18B310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产品功能以当前环境为准；“聊天界面”也可能承载 Agent 任务。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B48FB3-AA59-4CCC-A287-F2FFF611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 Docs：Use ChatGPT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24E527-ABE6-43BF-A46A-39D94D10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5450935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A0B00-443F-4C25-910C-39F4B4B6E4A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144000" y="4286250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BFF556-C9C6-4508-A95A-8306C8031F6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86250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424E8C-05A0-4707-BDA9-254DF8E6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03144-B960-410D-A9C0-1FFBCB7D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工具调用与执行证据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5D422-761B-4683-BC76-4C37EF7E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104ED-FACC-4E2A-82DE-65D9C9AC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模型可以提出操作；工具实际执行后，才会有可检查的返回结果。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0CB5A8-D042-46EF-8533-C9082BCA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模型提出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操作请求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E01A8-19C6-484D-9B81-AFBAF05F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67125"/>
            <a:ext cx="3905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工具实际执行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A95F7-B938-4283-AD9E-3E7956A7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524250"/>
            <a:ext cx="3714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可检查的结果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20374E-E4DB-4D7E-9FDA-B1A6B0AF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857750"/>
            <a:ext cx="3333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45CF27-A148-4E0F-8334-4DB64C7E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62525"/>
            <a:ext cx="2952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C9D976-1214-4137-AFD7-C5ABD0E9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721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检索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FABB3C-A6E0-4A71-801D-C9809B11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572125"/>
            <a:ext cx="923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查询条件、来源与读取日期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40A064-6B2E-4884-A121-EF2582D2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198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2616BC-6F8A-49CC-A134-ADD6B349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219825"/>
            <a:ext cx="923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数据版本、代码与运行输出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A83C0E-D554-483F-9BC5-70078DD2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675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写文件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297E16-E556-47FE-BDDB-348C819F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867525"/>
            <a:ext cx="923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可编辑文件、预览与检查记录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29DC67-7CDB-4308-8983-036532B3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“已完成”应能对应到真实文件或操作记录；生成一段描述不等于执行。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72CBAA-04BD-481F-B809-FDCF2BBC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来源：Stanford CS224N（2026），Lecture 10；OpenAI Docs：Architecture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71BB54-BC1F-49BD-A80B-E160AC6C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0396026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15E96F-6C84-4E29-AFCA-1477067C74B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810000" y="4762500"/>
            <a:ext cx="1619250" cy="1809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8FCD54-F810-4C89-9C2B-488AFD4E074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810000" y="4762500"/>
            <a:ext cx="1619250" cy="333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E9E066-FE2D-4ED4-AE04-1E243543331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810000" y="3619500"/>
            <a:ext cx="1619250" cy="1143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3614D2-8219-453C-B14C-CB0130D5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61356-7D53-45C6-BABA-C4F5E4C7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Skill：可复用的任务做法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7739A-6A75-4CB1-B103-8836594A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B6E18-9292-4FC6-A983-0D84B52A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Skill 把一类任务的处理要求、参考材料和必要脚本放在一起，供 Agent 按需使用。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46609-2086-4051-A3D7-3FE29E8A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Skill：文献核验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E25A5-D09C-4D00-AED2-C4C24E0A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4800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任务指令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CDBB9-E0FE-4E94-B083-88D2B611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00500"/>
            <a:ext cx="2762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6CE46-1610-4EE3-B508-0FB35AFD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05275"/>
            <a:ext cx="2381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0B3334-D8CC-40A9-90E9-F97BBE27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33750"/>
            <a:ext cx="466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核对步骤与缺项处理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2E64CC-59D2-411F-81EB-4AED062D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24375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参考规范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8BC4A-0A7F-4DB9-9CBA-E6D1FD68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476875"/>
            <a:ext cx="2762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8997BA-39E4-48DD-8118-EDB59807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581650"/>
            <a:ext cx="2381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AA1944-127A-46AF-B48B-6BE40A52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10125"/>
            <a:ext cx="466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字段、模板与来源要求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E67299-76FC-4734-85A6-08F53768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00075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可选脚本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4243FF-E04A-439E-A8D9-9B229D21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953250"/>
            <a:ext cx="2762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2F080E-D825-4ED1-A5CB-076F84C2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058025"/>
            <a:ext cx="2381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B082C6-01DC-44B5-864F-282B8A8D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286500"/>
            <a:ext cx="466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检索、比对或文件输出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8FF2AA-ADC0-4E3A-B534-44466375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只有 SKILL.md，也可以是指令型技能；能否执行还取决于工具、资源和环境。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53B85D-B2D3-4B85-B818-3C91F742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 Docs：Build skills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A28BE7-8270-41CD-B267-A0E0CBE6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5329311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3E3EE8-120E-4959-A088-90CA29E21D03}"/>
              </a:ext>
            </a:extLst>
          </p:cNvPr>
          <p:cNvCxnSpPr>
            <a:stCxn xmlns:a="http://schemas.openxmlformats.org/drawingml/2006/main" id="13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H="1" flipV="1">
            <a:off x="6429375" y="5334000"/>
            <a:ext cx="1476375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9AE782-8D2D-45CA-8A5B-7B927F399CCF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096250" y="4714875"/>
            <a:ext cx="2571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46297B-7C9B-464A-8908-9AC6046354C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238500" y="471487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D9D760-F039-4C97-AC53-66D9FDC9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377AA-CEED-4179-B4C0-AE260B35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Prompt、Skill、工具与 MCP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9F7DF-17AE-41C2-8951-8D4591A8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1E8B0-3331-49CC-BF8E-B6ACD1AB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它们分别处理任务要求、可复用方法、具体操作和连接方式。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B2020-E548-47AE-9F29-16555099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2476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本次任务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Prompt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E7031-4BDE-4CAE-A95C-4E324754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2095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A6382-18C4-4B32-A8C0-8DD74FFE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95900"/>
            <a:ext cx="1714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865C1C-2FB4-4E6F-9A4A-38E41CDC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3333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Agent 执行系统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70B51C-0164-4021-879A-484191BE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95750"/>
            <a:ext cx="3810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工具／数据服务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1CE777-0E4C-43D4-9854-F3DF8174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29000"/>
            <a:ext cx="614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MCP 可作为连接方式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45BF3D-68B3-401B-A031-54AB4FC2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191250"/>
            <a:ext cx="628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Skill：可复用的任务方法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F78719-7578-45A9-8ADC-E46F1993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73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这次要核验什么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0A9D77-A907-40B1-BD12-D19D5C51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667375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查记录、读材料、导出表格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22E870-58A7-4EA4-9DE3-443384E4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4850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不采用 MCP 的工具，也可被系统调用。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C5A5EC-7405-4E15-94EA-206ADEE8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MCP 不赋予数据库访问资格；Skill 也不能替代工具权限或真实材料。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FC2A15-7923-43DC-96F6-D78C17A3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 Docs：Build skills；MCP 官方：What is MCP?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E940B9-3C3D-4C25-AA5E-58DBAC44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3824808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19046C-60CD-4C79-8D97-A7F89AF64F9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476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9C119D-A90A-4957-A955-2DD6C86786C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476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17921C-9D82-481C-8362-B4A547B3CC4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476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33EBFB-336F-4DCD-A071-62794C06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FE8C3-DE9F-408A-8E8B-BF33A6CB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申报材料处理的工作流框架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BF03A-B904-40B0-81ED-A20E4452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310B16-455E-46C1-97EE-94561064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把每一步的输入、输出和检查条件写清楚，才能判断文件是在推进，还是只生成了更多文字。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A2CF3-B4F2-44A4-BA6A-887EF8D8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解析指南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3F77C-AB38-4F1E-BB4D-450687C7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05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对应模板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819C1-68A7-4D65-BF1B-8842D63C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05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组织内容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BAF03A-C893-4694-8D2A-7A51C8BC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105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核对并导出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4CE951-50BE-4021-99C4-6E675976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保留条款与原文位置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FC7A4E-8908-446D-AC5E-47D6B52A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290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章节、字段、字数与附件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86BFB4-3C12-479B-B1DB-BA9DAEC6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290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只使用已提供的研究依据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6E4F7D-89F6-4977-8C15-7AF3C77A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0290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检查缺项、引用及文件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6F1D23-DBF7-424C-BCB7-61B492D1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指南要求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20CF16-8573-4589-8608-58C09E56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86375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要能追到具体章节、附件或原文条款。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99056F-84C6-4AF8-9EB8-1DEEC3A3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150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544818-A876-4045-892F-42A42E54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915025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要区分已有结果、拟开展工作与缺少的材料。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76A2E7-4D2F-4E82-A666-46A692B5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436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最终文件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986AD8-E302-49CF-8F1B-4C988CFE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43675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应保留可编辑正文、问题清单和版本信息。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9D2C36-1A1E-4D04-9402-3100D7F1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教学框架：完整 Grant Agent 的实际材料、操作与运行结果在 Section 10 展示。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49B5D1-92E1-4C14-B951-F7416C25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来源：Anthropic：Building effective 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7ED631-C7A7-4B4E-99D8-268D0220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8241801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FB8C31-E310-48C9-953C-407F85F89028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9429750" y="4857750"/>
            <a:ext cx="2286000" cy="1595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FEC07D-71DC-4FA8-B03D-38892D1D139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429000" y="4857750"/>
            <a:ext cx="2000250" cy="1595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DA1930-B783-46EC-94F9-DDDD05240EE3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9429750" y="4857750"/>
            <a:ext cx="2286000" cy="1190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FEAEEA-8F78-4D1A-9E6B-B4CBC1BFB2B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429000" y="4857750"/>
            <a:ext cx="2000250" cy="1190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B66D78-64C5-409E-A9C6-717191F42070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429750" y="3500438"/>
            <a:ext cx="228600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3A7B97-F3C9-4058-B887-044695AF42A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3429000" y="3500438"/>
            <a:ext cx="200025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90BF8B-C0EA-4ED9-9CBB-B705A442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4A9E48-5633-42BB-9DDA-D7DEBC4B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多 Agent 协作的适用范围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FBC4B-3AE6-452E-BE63-3148EB40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C3C4F-2599-4926-A4DF-35E80F84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多个角色有助于分工，也会增加信息传递和结果合并的负担。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9842C-A7B9-4392-8464-137602EE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2667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同一任务与材料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96C18-B65A-46F6-A1F4-EEED1DFA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86375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370B5-D543-478D-87E0-E5FF3784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91150"/>
            <a:ext cx="1905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FAC35D-8892-4F98-AC61-D435E4E1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4238625"/>
            <a:ext cx="2762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合并结果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保留冲突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823004-DB6B-4FB8-A413-66EC46FE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286375"/>
            <a:ext cx="2381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BE874-7B50-427C-BC51-6C1235E9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391150"/>
            <a:ext cx="2000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3125E5-CF96-44DB-BC35-00BC3CB9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48000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检索原始来源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54D07E-6C1C-463C-954B-FF88FA43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24375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处理统计数据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063615-9EF7-4334-A6BF-D6E39857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000750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核对引用与论证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9C2274-08A9-4193-93D0-C115CFFF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共享输入版本、字段标准和来源记录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0A3263-711A-400E-B46E-7617536A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分工是组织选择；多个模型给出同样答案，也需要核对原始证据。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FD675C-9ECC-4DD6-A31D-6B2196A1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来源：Anthropic：Building effective agents；Stanford CS224N（2026），Lecture 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5ADD68-5EBB-4B9A-8127-B1203A9A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9359484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DC9741-114B-49FB-B620-D3120B69718E}"/>
              </a:ext>
            </a:extLst>
          </p:cNvPr>
          <p:cNvCxnSpPr>
            <a:stCxn xmlns:a="http://schemas.openxmlformats.org/drawingml/2006/main" id="18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7762875" y="4429125"/>
            <a:ext cx="4286250" cy="1285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352FA4-83E5-4F6E-BBF7-3DDD099A9090}"/>
              </a:ext>
            </a:extLst>
          </p:cNvPr>
          <p:cNvCxnSpPr>
            <a:stCxn xmlns:a="http://schemas.openxmlformats.org/drawingml/2006/main" id="15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6524625" y="4429125"/>
            <a:ext cx="1238250" cy="1285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043334-B6A5-4952-B440-9302D45FECD6}"/>
              </a:ext>
            </a:extLst>
          </p:cNvPr>
          <p:cNvCxnSpPr>
            <a:stCxn xmlns:a="http://schemas.openxmlformats.org/drawingml/2006/main" id="12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2190750" y="4429125"/>
            <a:ext cx="5572125" cy="1285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B63110-DCDA-4BD5-BF1E-BCA99145553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9334500" y="3762375"/>
            <a:ext cx="1714500" cy="238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084E46-17AE-403B-A9A2-DDAEC036CBA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238750" y="3762375"/>
            <a:ext cx="952500" cy="238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F468DE-A32F-4128-BA35-16093DC4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06BEA-5C94-417F-BA72-649040C7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上下文、记忆与任务状态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7E0DE-3B9F-406C-9E9A-8FDF1F05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BE67E-E920-4C4A-9FEB-289A41FA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长任务需要把关键进展保存下来，不能只依赖当前对话中的文字。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CB69E-C25C-45FA-9832-12A1CE51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476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当前任务上下文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B099F-97BB-4712-AE62-71C08C12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3143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状态记录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4E4AC4-7EDD-40B3-B6E4-498EBC1B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38625"/>
            <a:ext cx="2762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0BFCFC-6280-4B32-BD38-40E23520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43400"/>
            <a:ext cx="2381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01A2FC-78D1-46C4-A88E-78181CB7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86125"/>
            <a:ext cx="3429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接续任务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05D4BA-070D-4858-8D55-4374798F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2857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原始材料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A027DB-568D-4D74-AD3B-9AC48A65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10375"/>
            <a:ext cx="2476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44CBE4-7AEC-4516-BA91-84A70575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915150"/>
            <a:ext cx="2095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B7F3BD-1AB4-429D-9400-5A09AB40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715000"/>
            <a:ext cx="3143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已完成结果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31F438-07A8-42F9-9C71-1CB4E990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810375"/>
            <a:ext cx="2762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7D71B3-47BA-4285-805D-9C20C759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915150"/>
            <a:ext cx="2381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961A50-6D07-4DA9-8437-9517B6DB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715000"/>
            <a:ext cx="48577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待核实／失败项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265DD9-C8AE-4E35-A723-7A2FA4F1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810375"/>
            <a:ext cx="4476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5B7006-A782-4B7F-B3F3-C5872AC0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915150"/>
            <a:ext cx="4095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BC3C4B-56FA-4F32-9D67-9CC40F63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摘要用于接续；原文件、来源位置与版本仍需保留。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61C811-5FAE-4FF4-999E-515E7283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对话摘要有助于接续任务；重要结果仍应保留原文件与可定位出处。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0C029E-8C05-407E-AE1B-BB4D4346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来源：Stanford CS224N（2026），Lecture 10；Anthropic：Effective harnesses（2025）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612075-9339-4BB1-8E7F-E5337483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2318213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E52DD4-7408-488E-80BE-7BF8824BD486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9382125" y="5429250"/>
            <a:ext cx="2667000" cy="904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682F78-4CF1-4551-B706-1F1F2CA3A0EE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191500" y="476250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75CB3D-FA82-422B-B65D-E63DE8B9793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3429000" y="4762500"/>
            <a:ext cx="1333500" cy="238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5C68B4-98CA-4EF3-8FB9-E5A9A5FA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14CFB-A6E3-4CD1-AFB2-529C3078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Harness：让 Agent 持续工作的运行安排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620AA-77D9-41A8-B43B-FF96E4CC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1C66A-A8E2-4BDB-B7F0-854FB8D0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模型负责生成判断和操作请求；Harness 组织这些请求怎样执行、留痕、接续和停止。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1B0F1-B7F0-40C3-897D-292CF90C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48000"/>
            <a:ext cx="1019175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5F5D3-6E5C-40DC-815B-8FFD856D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385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Harness：组织执行、保存进度、处理异常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7349D-5307-4DCD-94E0-FF1B63BB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2667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目标与材料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0597C3-F251-4562-8B8E-05238CBD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38750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5D9A90-9742-42E9-B194-FDDB965A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43525"/>
            <a:ext cx="1905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896250-4625-49D5-932B-BDC99F2E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3429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模型选择下一步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使用 Skill 中的方法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B7A24-AEFA-4456-8525-718F67E5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95750"/>
            <a:ext cx="3905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工具执行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返回实际结果或错误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898EDA-0CA3-4441-90F9-EE941FDD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334125"/>
            <a:ext cx="923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状态记录与结果检查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777F70-F20F-4F00-ACA1-29D96AF0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任务要求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权限与完成条件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5A0FE6-1E99-4F63-AEF8-5328D688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课程框架：用于理解运行职责，不要求掌握接口、代码或部署参数。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D7DD37-74CA-4838-96E6-BB964C6D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 Docs：Architecture；Anthropic：Effective harnesses（2025）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A3F962-E5FB-4F0F-A4B7-7577AD90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7268307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984469-34D0-40E2-8DD9-E53EB95AE47C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7620000" y="476250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4CFE5E-64B8-4BCA-B63E-9B621B00B988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9429750" y="4191000"/>
            <a:ext cx="180975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8D8958-436E-4FA3-9B73-25CACB70864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000500" y="4191000"/>
            <a:ext cx="180975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8F3CC5-1786-45BB-8336-90243304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2F4C2-D78F-4A1F-97D8-E5534112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Harness 中的材料与版本管理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912C1E-DB59-4BE8-AEAD-4D0717FC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33EA0-8BEC-41A4-89AC-B892F07F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同一个任务接着做，首先要确认接着处理的是哪份材料、哪一版要求。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3B600-5CF9-4B64-BCDB-FAE3874D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3238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输入材料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来源＋版本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E9071-3CF4-4A46-90E0-E8869885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285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02FE5F-D827-4458-8185-AACA5A45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67275"/>
            <a:ext cx="2476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10635F-7568-4BFF-A7F2-A8C0F422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10000"/>
            <a:ext cx="3619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运行中的任务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4DE39E-314D-4282-9F0D-E8620523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0"/>
            <a:ext cx="3238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输出文件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对应输入版本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C49D6D-9BE1-4D9D-AF51-30939435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762500"/>
            <a:ext cx="285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ADCF46-CA46-49DE-A5D5-627C7F81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867275"/>
            <a:ext cx="2476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FC30DC-90E7-4260-941B-57D8653D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10250"/>
            <a:ext cx="7048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进展记录：已完成／待核对／失败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FE3BB1-57D8-4AEA-A235-1727989F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指南更新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1864E9-EAF8-41F3-8C58-6B1F51DA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7000875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标记受影响的章节 → 重新核对 → 再更新完成状态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8AED82-55CF-4B16-B44D-258E2CEA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教学情境：指南更新后，应标记受影响的章节并重新核对，不能沿用旧的完成状态。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C59E8D-45BB-4CBD-B20C-C8477041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来源：Anthropic：Effective harnesses（2025）；OpenAI Docs：Architecture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447C22-5812-4A31-B7EC-E39757E6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6844638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60B000-118E-4B79-AEB1-BC8A63AB261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525000" y="400050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1692A-8DBA-4997-8113-D255FF6C503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572000" y="400050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3751D7-0D11-4A44-B53E-DFF9787E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5A2102-3283-4EA2-8CEC-85680E80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Harness 中的工具权限与人工确认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00BAA2-BC21-4AA1-9AC3-541779C5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68D20-3C60-4587-BD09-1A03BCB6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任务可以连续推进，但读取、修改和对外提交需要分别确定允许范围。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B5E76A-C9B8-4616-A81A-6E9045C9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381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读取材料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7B38EE-9D80-4E32-854D-9AB3484C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24250"/>
            <a:ext cx="381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修改文件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2AF9CA-0DB7-4D96-9A88-D22B94AE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524250"/>
            <a:ext cx="381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对外提交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AC982E-42D3-40E2-AA1A-759B74A9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限定文件与外部来源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B319E2-90C6-4F04-9F71-8B5C642E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5775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限定写入位置，保留原件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AD06DB-73BA-4667-85A0-FFFF7377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5775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按授权范围，保留人工确认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30D693-7996-4489-A7D2-D27980B8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研究者确认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7283A0-9450-4459-B46A-F2A5C770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77000"/>
            <a:ext cx="981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敏感材料的使用；关键文件覆盖；投稿、申报与对外发送。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C7A504-BDDC-41BD-B83A-FAA6BAF3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本页是科研运行建议；权限细节须与学校要求、工具能力及任务授权一致。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B8AA73-24B4-4994-9ED1-632BD6E2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 Docs：Architecture；MCP 官方：What is MCP?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96D5E9-8F4A-4038-A0FC-A6AA9D73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3754956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C977F4-BD5F-4745-9E60-FED5076E263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476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FFA62-0A71-4A83-9A9C-62C7D7FF5CE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476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69D775-415E-4961-8BA8-6996386A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28274-A285-4582-8DC6-7FEB8840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Harness 中的失败恢复与停止条件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CB9BB-EA8E-4FC4-BFC3-F3911378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F3592-A3ED-4AB5-90D0-396DE1D1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可靠的接续需要知道失败在哪里、已经保存什么，以及重试是否会产生重复操作。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F2C35-36C5-4AAE-AD33-0B703456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记录失败位置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AC025-5C0D-4237-9F0B-073E0D51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05150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判断能否重试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B6D75-F6C4-4CC2-87D1-2836E7DD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105150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恢复或交接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C25230-DE01-4CD8-A486-F729B342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工具、输入版本和错误信息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8A57ED-A51E-4C82-B394-735EAE8F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29075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权限、来源、次数与重复写入风险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22A50A-8003-4AB6-A573-043BF580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29075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继续未完成部分或交给研究者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FDA0FD-7D83-4C01-B2F9-0B85B314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检索未命中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5F21A1-9BDC-42A3-8B0E-D227C771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86375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可换关键词或来源；仍无依据时标记尚未核实。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84DB20-4F4A-479F-A032-452E6047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150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文件导出失败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308F62-C5A7-43B3-8B96-14C00B87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915025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保留正文与错误信息；修复后重新导出并检查。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B8D310-5FCE-4F70-BDCC-5C97E805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436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已执行但未确认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479322-3360-4C54-8BF2-3365C06C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43675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先查操作状态；不要盲目重复提交或覆盖。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F33254-8C6E-46F8-A80F-EBD2BC79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达到完成条件、资源上限或人工判断点时停止，并留下清楚的交接记录。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F141F3-C802-43C8-B53C-A7193B98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来源：Anthropic：Effective harnesses（2025）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B7681C-5A52-4497-BC31-70C1A4C1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6732464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88A008-AB4E-476B-ACEE-A1C53D91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2CB3B-966D-4FDA-AFA3-C5488F37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Agent 的完成情况怎样核验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5F822-F901-47A1-A8D8-DC471E34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36C9E5-00ED-4E90-BADA-51359DA0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从运行成功到科研可用，需要检查不同层次的结果。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A6A26-DC58-4ECE-88C8-917B033561A2}"/>
              </a:ext>
            </a:extLst>
          </p:cNvPr>
          <p:cNvGraphicFramePr/>
          <p:nvPr/>
        </p:nvGraphicFramePr>
        <p:xfrm>
          <a:off xmlns:a="http://schemas.openxmlformats.org/drawingml/2006/main" x="762000" y="3048000"/>
          <a:ext xmlns:a="http://schemas.openxmlformats.org/drawingml/2006/main" cx="137160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5619750"/>
                <a:gridCol w="5619750"/>
              </a:tblGrid>
              <a:tr h="8572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检查层次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可以检查什么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通过后仍不能推出什么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运行与文件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工具返回、文件存在、文件能否打开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不能说明内容正确或任务完整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结构与要求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章节、字段、格式及必需附件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不能说明科学论证成立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数据与来源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计算可复核，引文和原文对应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不能自动确认研究价值与因果关系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任务与专业判断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实际要求是否完成，限定是否恰当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不能由少量示例证明所有任务可靠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3736D-8153-4123-A1D1-0F9103CA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演示一次成功，应报告具体输入、范围和检查项；测试结果按实际覆盖范围解释。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DDD10B-40D2-4902-B116-C44A6FA6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来源：Stanford CS224N（2026），Lecture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B85D6-3BC7-47FB-A4DD-E399B6DB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2731970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5AF5D4-40BC-4D54-887B-91494AEB8A5A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429750" y="6834188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B76FAE-94FA-4C43-903B-285E06FFD0E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3524250" y="4953000"/>
            <a:ext cx="1714500" cy="1881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424B79-BE6E-4E70-AC61-4FC5184B524D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9429750" y="5662613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8627D5-55C2-41E2-9B87-7FFE233E3B5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524250" y="4953000"/>
            <a:ext cx="1714500" cy="7096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22C10E-6CA4-4711-9ABD-5B3F18687033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429750" y="4491038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978E72-247A-456F-8F31-7C0F7435723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3524250" y="4491038"/>
            <a:ext cx="1714500" cy="4619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466D88-076A-452F-B78D-238E0045FCF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429750" y="3319463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82CB6-207C-4260-9601-A9874B19400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524250" y="3319463"/>
            <a:ext cx="1714500" cy="16335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71A4A4-4666-462C-8B40-F88ED3D6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912A2-0CAA-4292-9582-3DF3E57D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科研任务怎样选择协作方式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7B3B7-ECE9-45E5-A071-0B257A77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27F1E-E3B4-4680-A8A6-E669F83D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先判断任务是否需要工具执行和持续记录，再决定采用多大的自动化范围。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335DB-1530-4293-A8D7-833B0529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762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当前科研任务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635FE-EBE3-42BE-A944-92065471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52750"/>
            <a:ext cx="4191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讨论与解释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00FA69-30FE-4D7C-8F09-817ABDB2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952750"/>
            <a:ext cx="35242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对话协作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F888B8-2081-4550-AE0A-D7DA7AFF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124325"/>
            <a:ext cx="4191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步骤稳定、重复处理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E19E49-9367-4466-96AF-FED5FF28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24325"/>
            <a:ext cx="35242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预设工作流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1479FC-163F-42FB-A6AF-0C39890B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95900"/>
            <a:ext cx="4191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需要边查边判断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E316F0-D104-425B-9D32-E125C1E5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295900"/>
            <a:ext cx="35242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Agent＋工具反馈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58CB55-58F5-411A-8663-AFD53843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467475"/>
            <a:ext cx="4191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需要跨会话持续完成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BBD753-FEC4-4195-824B-F56E646B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35242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补充状态与恢复安排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A2F696-8AF6-499B-8119-D8CDB869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后续课程：按科研任务展开；Section 10 看申报流程，Section 14 看真实运行与接续。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89D7F6-54CF-425A-967D-08109F40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来源：Anthropic：Building effective agents；OpenAI Docs：Architecture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3D82C5-EA94-41F2-99C3-C993F1D9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4003826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C73DC8-B3F4-4B99-A083-DD4AE075B10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4095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C9CF8-B9D4-4217-8BFE-B05FB40D556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4095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938430-3AEA-419E-A6A9-B2B497B4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4DC2A-DF28-4CE1-ADB4-DEDB5C68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Humanizer 与科研表达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8C6DFC-C813-422B-B2BE-A1250EED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B8F86-6D5C-4279-A08D-FC8A9007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让读者看懂谁做了什么、依据是什么、结论适用于哪里。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763D3-D2FA-4078-A6B4-5FCFD7A3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读懂原意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197CD-5756-48CF-8B86-7495551E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67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改写表达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02C771-EDA8-42A2-9777-94A953F4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667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核对含义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6A1B29-9E6B-4D1D-8CAD-96E9106E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作者要回答的具体问题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757D9E-ED0B-41CE-912B-FA1A3F00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5775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去掉空话，理顺句子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ADC88B-F3AA-4340-A497-4DD3B872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85775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事实、限定与引用仍一致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C943C-9415-4E8E-B2BD-6D8F8B53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作者判断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C6B529-AC1F-4150-95BB-7E576FF0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524625"/>
            <a:ext cx="1019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作者能解释句子里的对象、方法、结果和限制。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4BEF6F-C03B-4E78-9CCD-1686B28D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Humanizer 是文字修订方法；专业内容仍由作者判断。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4CD7DA-03AA-4BD5-9BE2-5AC85D34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3.1.0：本机技能规则；McKinley，UCL（2026），第4、8、10、13—14页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711014-EBBF-4ACB-A6C7-D45249EB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8642065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4D1376-0B35-41B4-A1AF-77A18059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78403-329D-4ACD-9CC4-4CB8BFCE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一段空话为什么难读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7240B-3D5B-42F3-A49C-8A6AF8CB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9CCD64-F830-42FB-AF98-3252795E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问题常出在缺少具体对象、动作和依据，而不只是某几个词。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C42B9-D819-4CC3-A59F-1B856CAC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13716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本研究立足前沿，聚焦关键瓶颈，构建多维协同框架，全面赋能科研创新，为相关领域高质量发展提供重要支撑。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882DF-5450-473D-A0B0-7536D9E7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立足前沿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3966BD-0A9F-4EE8-9132-09F3C72B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2667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63F3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853F0E-68D6-4804-AD0F-D292791A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05375"/>
            <a:ext cx="9715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哪个研究方向？与哪些已有工作有关？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B9A79-9BD8-431E-B6F7-FF567D39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452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多维协同框架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186C10-EFFC-4AFD-BCF6-751223A1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2667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63F3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C847FA-749A-496B-96D1-0F19D5E0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724525"/>
            <a:ext cx="9715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包含哪些对象，怎样发生作用？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6B850-24F7-4CA6-A3F4-095959CF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436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赋能／重要支撑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D97FC9-A38E-4E26-AABD-9687FAB6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10400"/>
            <a:ext cx="2667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63F3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B3995B-CDFE-46AB-9C3D-30A996C8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43675"/>
            <a:ext cx="9715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具体改善什么，凭什么判断？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DE9EF1-316A-4AB5-B2F5-42242AB9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示例为课程编写。没有研究材料时，删去空泛评价，具体内容留待作者补充。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E1DF30-C193-43CB-ACCD-E0DA9699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3E12D4-DD96-4F85-8F65-F1E2A184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5215892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7768B-7392-4DA9-ABF8-68B2BD4191F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619750" y="4667250"/>
            <a:ext cx="2952750" cy="1143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2B03CB-7E47-4371-8811-DDC7391D042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5619750" y="3810000"/>
            <a:ext cx="2952750" cy="857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E3B33F-64BE-4024-8C18-13C0C662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871AB-ED5D-45DD-914D-1BB8D2C8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材料不足时怎样修改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F5A033-B3B4-40C6-AADC-C066C7AE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8100C-A103-4945-A6BE-AA16BFEE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有具体依据就写清楚；没有依据，就把缺项交回作者。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B6A5F-F82C-49A9-BBC1-C5DD8793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4857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这句话有对应材料吗？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D93AE-FC09-485A-B5B2-3C16E16D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590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有：据材料重写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D8EE99-E19E-482A-99BF-6A5FB101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34000"/>
            <a:ext cx="590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无：登记缺项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61386-B23F-4DA0-A7AA-AC61958B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“显著提高性能”需要比较对象、评价指标、测试条件和结果依据。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304EF7-22FF-4E76-A55C-C34A0C74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表达修改不能把尚未提供的信息写成已知事实。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413FE8-9CC7-432F-AB4A-071CCB36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5CF1FF-0815-426F-855D-442342BA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0213380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99D436-C83A-42E6-A200-AA48F52E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25B46-32BE-4576-8D63-17752AF0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删掉“可能”，结论就变了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DC37E-D5E4-43A3-BDFF-66C6E09F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0ECD3-DC33-4847-B9BC-494F1B35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限定词表达证据强度，不能按“更有力量”的要求一律删除。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C2CBA-7618-49BE-9A7A-67A90DED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原意：保留可能性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30731-F6A6-4035-93D8-35170831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更明确的反馈可能帮助学生改进写作。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F841A-CA68-4DCF-B5FD-A0023253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71975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C6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77A54-885B-4757-9B61-94BF09E1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润色后的风险：判断更肯定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2A939F-C31B-4E86-BFA8-09D5B226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更明确的反馈帮助学生改进写作。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38AC1D-4022-4F01-9473-D636D853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9610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“可能”被删后，陈述的确定程度提高；流畅度的变化掩盖了论证含义的变化。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3787ED-6DA5-415B-A3BA-551E58EF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据 UCL 2026 年课件第8页的英文例子作中文转述，不作为本课程实验结果。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53331E-EEDF-4128-AA34-3B2ED28B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来源：McKinley，UCL（2026），第4、8、10、13—14页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A0AC2A-C994-4714-9D36-E3BF7E30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9900946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DCCC6E-4FF3-4D8E-BD8A-548BA1D78D3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810000" y="6000750"/>
            <a:ext cx="1524000" cy="933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F829ED-BC27-4DD4-BF38-163D0A3CAA0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3810000" y="5924550"/>
            <a:ext cx="1524000" cy="76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892946-A348-4438-85DC-52A5CD2686D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810000" y="4914900"/>
            <a:ext cx="1524000" cy="1085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23603A-4D62-4929-B268-A20FE66C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7432F-E63C-457B-8EAE-806FF385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改写前先锁定研究信息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B319A-0040-4E97-BF8F-CC2F2E9D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2588B-4661-44B2-9272-190CB1E7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文字可以重排，数字、对象、条件和逻辑关系需要逐项保留。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E85B7-E368-455F-8478-FDF4F2DD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教学模拟：在本研究样本中，变量 A 与变量 B 呈正相关；尚不能据此确认因果关系。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EC13E-BC22-4EA4-B6F1-61786EA7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保持含义不变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8B4EB0-FDBD-40E9-B9ED-C2EE24FC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52950"/>
            <a:ext cx="333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对象与范围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90852B-137A-4665-A6CA-2886B53D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667250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本研究样本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FC1591-EA22-4697-ADBE-05E3DE1C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562600"/>
            <a:ext cx="333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关系与方向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97D82D-6D3E-4A0B-BF5E-9CA6FB70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676900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 与 B；正相关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DAF1B1-A193-485A-9106-22316CA3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72250"/>
            <a:ext cx="333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2C1746-DB02-4D10-B3D4-03051612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686550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尚不能确认因果关系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21C52F-AD82-483F-A0BC-878BA77C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“相关”不能改成“导致”，“本样本”不能改成“所有人群”。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8C03B2-DE0C-4325-A6E3-C50DC3AF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1CFD8C-03C8-46EA-AAAA-5AE7F3EE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718017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0F8C5-E10C-4724-9B5A-E0E4CFEC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EBAF35-E39F-4042-BF38-2C6C7D54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检测分数不能代替文字审阅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2A5BA-4861-45F6-A62C-BB382C7A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6C7DA-BC84-47EC-A17E-5EB041DC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历史研究发现，人工写作也可能被检测器判为 AI 文本。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6113E46-DE7B-4128-B330-E3946508F2F5}"/>
              </a:ext>
            </a:extLst>
          </p:cNvPr>
          <p:cNvGraphicFramePr/>
          <p:nvPr/>
        </p:nvGraphicFramePr>
        <p:xfrm>
          <a:off xmlns:a="http://schemas.openxmlformats.org/drawingml/2006/main" x="762000" y="3286125"/>
          <a:ext xmlns:a="http://schemas.openxmlformats.org/drawingml/2006/main" cx="7810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61624575406468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4587C-F164-41D5-ACD6-329184C5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29000"/>
            <a:ext cx="4953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2023年研究：7个检测器的平均误判率。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5A17FB-5200-4522-BC19-C861CD6A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67250"/>
            <a:ext cx="4953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样本、检测器和语言不同，结果不能直接外推。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375CFA-1F76-4327-9A41-D3AFE169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905500"/>
            <a:ext cx="4953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本课程检查表达与事实，不承诺“检测通过”。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E25DF2-4971-455F-9F5E-10AD403B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历史英文样本研究，非当前检测器排名，也不是中文学术文本的错误率。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0BAB0-873F-4B6B-83B6-8D2D7C93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来源：Liang等（2023），arXiv v3，Results / Fig.1a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FCB542-B767-4F99-B0F5-B8A4FE48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8527433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E214A4-D2C4-4A90-86EE-B7D949106CFF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D0742F-E99A-4323-AE47-056C1F1B405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0939A6-3C79-4A25-867C-EABED80AF8C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A9D09F-AEF5-4D5A-B3F5-CB3DEEA3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EE3E0-8691-4C7F-801A-24395851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一轮修订的完整过程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3CF074-AA5F-4049-B9C0-244AB9C1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56783-5970-4B82-86EB-3379D7D0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先核对内容，再改表达，最后与原稿逐项比较。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A6A80F-73D9-4241-84DA-440147D0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保留原稿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8FFD4B-738B-45A8-8AAC-F9E84BEA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标记问题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32641-CE88-4401-BAA5-72CFB252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修改句段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14E29-B1F0-45D6-9921-C6D7D7E3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核对差异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A7F3A-7D65-4563-81F8-C658370F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记录版本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与材料来源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4083AE-FFDD-4D39-B3FB-4AD921B4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57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空话、跳步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指代与语气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9DC0E9-0FBD-49CB-BF7D-F22D01AD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57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按对象、动作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与依据重写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67C62E-916C-412C-BA33-4E9E796E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857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数字、限定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引用与结论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2473FC-357F-477B-98FA-649B3D9A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修订记录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C0EECF-3FF2-4F80-AFEF-483646C9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524625"/>
            <a:ext cx="1019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原句、改句、修改理由，以及不能自行补写的内容。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43F5E8-43F3-4DF5-AFD5-5219F8BC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交付包括修订稿和差异说明；作者需要知道哪里改了、为什么改。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E6550B-B3C4-49AD-A6E7-F5616F17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3.1.0：本机技能规则；McKinley，UCL（2026），第4、8、10、13—14页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085D1B-18FB-40FF-86F1-360D3C0C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180391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1658F4-0597-4D9F-B4DB-92B495025B91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620250" y="5857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17B779-7E3A-498E-B33D-3AD0C28DE83E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762500" y="5857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A72A52-27D7-4662-B739-E995AEF3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477C3-DD23-4481-A2F1-5B553E4E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论文段落：写出对象与操作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EDA42-786A-41B5-8760-4C4CEF07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742572-FF29-45D4-A26F-C53B5C4E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用具体方法说明工作内容，比“系统性研究”更便于同行判断。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51717-BEB9-4D23-8814-186CF553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原句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8DB65D-F8BB-485E-9CC7-81001156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4800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修订稿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8C0BBD-896E-4F10-BF03-2ACD8FAE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5905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本研究围绕相关问题进行了系统性分析，揭示了不同因素之间的内在联系，为后续研究提供了重要启示。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B04D74-8A0C-46E7-91BC-7C9BD859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24250"/>
            <a:ext cx="5905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本研究比较两种预处理方法对同一数据集分析结果的影响，记录差异出现的步骤，并讨论这些差异对结果解释的影响。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3BF408-4D50-42CB-BD8C-7126AC9F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3862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74E1C-74A8-4D5C-91E0-2DF0D134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同一数据集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6EFF69-38A0-43B3-89E9-53719E35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429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两种方法分别处理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664228-182E-40C9-A992-3EBEB9C9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429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比较差异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D4CFAD-CEE1-4092-AB64-1D3E18AE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改写成立的前提：作者材料确实包含两种方法、同一数据集和逐步比较。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DCE875-E66A-409E-96A3-86F22A3A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课程模拟：本例不是已发表研究，不能直接用作真实论文成果描述。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4F72F0-6AE5-49DC-8887-36D415F3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1AFE03-CD02-425E-B550-D0867CE3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0822707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ED877C-031B-4FE7-904F-77686A155525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620250" y="6619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16AF68-F682-400E-ABC9-A408608BDA62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762500" y="6619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FFEF9A-A642-46D7-9D46-DFD3CABB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FD397-288A-4A79-B99D-F7F06DC7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申报书：把研究计划与已有成果分开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90DB4-61CF-4229-9BF4-4DEA6722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F834E-E059-4B9A-B094-257F5C11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拟开展的工作用计划语气，已有基础用可核对的材料说明。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0E7C0-64D3-4839-A261-63805B6D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原句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2725D-71B3-4B08-8976-C4BF1C4B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11334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本项目已构建完整技术体系，实现研究流程全面优化，将有效解决该领域长期存在的核心难题。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86104-D8A2-4805-8E7B-4FD6FB19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F7198D-29D3-4C7A-99C6-54FA14EB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修订稿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923C92-1EE8-4DA7-8565-23D4C5F0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52950"/>
            <a:ext cx="1133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本项目拟比较两条技术路线，分析关键条件对结果的影响，并通过对照实验检验方案的适用范围。已有基础另按实际材料说明。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A839B1-79C8-47FD-A814-AF06A8B4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已有材料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3E7493-B0E0-413A-AF08-0E6DD40F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拟开展工作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4571F3-382F-41C0-93A1-DAF538D3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预期贡献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803DD5-4E4C-4CC4-83B1-4341DB22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能定位到数据、论文或记录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55A627-D3C3-40DE-8CBE-99DCFBD0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目标、内容与验证办法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A4FF9C-ADA5-48D9-AA0C-FD05A773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明确条件，避免保证成功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02E89C-18F5-4104-B7E1-14AC7ABB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课程模拟：本例未提供前期成果，不能保留“已构建”“已实现”。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5810FA-1202-48F7-A682-D041CBBD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6490FB-6600-41AF-93D0-9086CD7F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9462856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CFADD1-0B74-462E-9298-833B6B501664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620250" y="6619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7C5E82-801F-48D4-90CB-05ADA7A13354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762500" y="6619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58A119-AA3C-4D6D-9F7F-8426B929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723F58-2C1D-4CCA-82E3-E97DA7C9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进展报告：保留没做完的部分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12326-D8F9-4379-B279-071966B6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1037F-AE34-4D59-9D7A-40912246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读者需要知道完成情况、问题和下一步，不能只看到正面评价。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198AF-EB60-4ABE-945B-DE27EF00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原句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09B0E-F726-4768-A55E-F4DB5AA7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11334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项目整体进展顺利，各项任务稳步推进，已取得阶段性成效，为后续工作奠定了坚实基础。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89CA32-0DF8-4DCD-B1DD-189E5A5F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B8092-CEA1-4F92-A1F0-9C5804A8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修订稿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A4E34-25EC-4172-A9A3-39D8628F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52950"/>
            <a:ext cx="1133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已完成资料整理和分析方案初稿；原始记录中的缺项仍在核对，统计分析尚未开始。下一步先补齐缺项，再确认可分析的数据范围。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D0118B-F972-4D03-AAD8-72421F0D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875D74-6CB2-4C67-9EBE-666168E4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未完成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985E90-1F0C-4998-AD2A-558B92C3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722F1F-4C89-4FB8-9DC7-BB36E93F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资料整理、方案初稿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F1544E-7C86-4056-9990-1F273901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缺项核对；分析尚未开始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46F55C-7CD9-42E7-902E-C7DD3F9F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补齐缺项，确认分析范围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85EBE0-6E59-4503-93EA-C48A09EB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教学模拟：保留“尚未开始”，不把准备工作写成分析结果。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747E95-4E36-4050-8E95-85F7ABF4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FC7702-1671-43A8-989B-32735412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64058987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280D8B-B1FC-4B71-B8C9-29CC7EF3429B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0858500" y="5857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473B23-2750-4E29-842D-5F181260BA85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239000" y="5857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F2717E-9FC1-41F3-A59E-C2BAD10E1681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619500" y="5857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D71A76-46FC-4770-BE18-04E37EC8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F4C8D-9DD8-4C54-BDF0-C8D0C430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PPT：把过程画出来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E2F090-0519-41E3-BE51-D3E094B3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EA4957-C80F-48D7-A5E4-52504AC8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页面呈现步骤和关系，讲师解释每一步采用的依据。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9FF75-65A6-418F-94BA-C28EFE1A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文字堆在一起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4C3CC-7DA6-4EED-8480-4B9F4850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1371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本研究通过多源资料整合、研究要素识别、逻辑关系梳理、综合归纳与反复修订，形成完整的研究问题。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7D1F81-B91A-4491-83F6-8FB5441B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用步骤和依据组织页面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C2D76F-8D00-4D6B-A49F-5057A332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检索资料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0304E-6F31-4B54-B258-B15301AC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429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比较已有研究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F3FE1C-2F9F-4F2F-B42C-003F3F35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29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形成研究问题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A9E44F-9ECC-452B-A49D-BC6236B5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429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检查可研究性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2CD07D-918D-48EF-BF50-9B79C417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2250"/>
            <a:ext cx="2857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明确范围与来源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F93BEF-5B6B-4854-8209-1194EE3B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572250"/>
            <a:ext cx="2857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对象、方法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结果与不足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BC7B30-B19E-488B-B5F6-26DE5D89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572250"/>
            <a:ext cx="2857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限定对象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关系与条件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9C6587-0761-472C-8A05-98DA13E0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572250"/>
            <a:ext cx="2857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材料、方法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与资源是否支持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2B1AB8-D295-4AE8-8BAF-D16ADB1A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课程框架：流程图解释组织方式，不能证明某个选题已经成立。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C81A68-50D9-4D5B-9053-BF17C362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来源：MIT Communication Lab：Slideshow；Humanizer 3.1.0：本机技能规则；课程编写：教学模拟，非真实研究结果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6BB2BD-3B1D-45F8-9247-312146FB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2211249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D2ECA0-EC87-4A16-B5CD-D4D3CE58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4CF60-73D5-4C73-8FE9-751A658F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图注：交代图里究竟比较了什么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5C789-7D15-47C2-9119-D880272D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8FE3E-40AC-4DBA-AF86-B59325EC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图注需要说明对象、指标、分母和来源，评价性形容词可以删掉。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026237EE-666C-4E27-8B8F-4EE1156043CF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6858000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94e1c8ac734c5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61310-272C-425A-8167-44F83A1F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评价性图注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E67A4B-962C-41E2-920B-5ED38F15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14750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“两种先进模型的表现对比，充分展示 AI 能力的持续提升。”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F3D7B-A206-4378-8657-F977B280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482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说明对象、分母和来源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987F30-9ED3-47ED-BB00-F16B644E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19750"/>
            <a:ext cx="59055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图：所引文献中虚构文献的比例。按 Walters 与 Wilder（2023）表3报告值重绘；n 为生成的引文条目数。结果限于原研究的历史模型与任务。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9830C7-0988-4008-98BC-2D6B4FD7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公开真实研究数据；本课程仅重绘，没有重新运行原实验。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9DFF0A-7FE8-43F2-B934-06D7C46E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来源：Walters与Wilder（2023），表3；Humanizer 3.1.0：本机技能规则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82B98C-C4FB-4269-A325-2B85F0AB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95716457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51D615-6FF8-44BE-B84B-D5F15CD1E471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620250" y="6619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526030-A2BB-4378-A6E4-A6E5C567D9CF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762500" y="6619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A0B8A9-B90F-4D89-A5FC-EB6198ED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D742E-510E-4D78-8DAC-63AA8AFA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评语：指出位置、问题和改法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028197-E273-4CB6-8535-5E94AE94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EC652-935F-4C14-9C80-C9F5FA55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有用的评语应让作者知道下一步改哪里。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DC5ED-50B7-41D6-88EF-C90DDBFE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原句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4FC13F-ADB6-4445-9F53-DB19AC13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11334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文章整体质量较高，但仍存在一定不足，建议进一步加强逻辑性和学术性，以提升论文的整体水平。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6AE966-E655-4AC3-B180-6A16E5C3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CCE00E-CE88-443C-BEEB-7C3690C0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修订稿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B82E3F-01DA-45F9-B77C-91F87E6B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52950"/>
            <a:ext cx="1133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第二段从相关性直接推到因果解释，中间缺少研究设计依据。建议保留相关性表述，并在讨论中说明尚不能排除的替代解释。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3D4772-548E-4BB4-A9C7-D8334E81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具体位置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55F3F3-5FDE-4F7A-AD96-06CF6B5D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判断依据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6F1884-CF0D-4C10-A08E-2BC10F6E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修改建议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6430FF-B7C4-4E5C-810F-0672DD54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第二段的结论句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7B0F0-1BFF-4AF8-9A6F-439C8FD6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相关性不能直接确认因果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9BFF55-065C-4268-8B1C-41ECAE7B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保留限定，讨论替代解释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A07856-70BD-4BD5-AF1A-7F8845C6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教学模拟：真实审稿稿件与评语的使用须遵循相应保密要求。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177FCE-E885-499E-924B-48BC4984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3D9D47-2467-462D-8EBF-73132682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5164902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E7FB36-AD5D-4E08-A292-76453579C88E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572250" y="6419850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342EB6-2D74-4122-9A04-1695473933E4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572250" y="5000625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A7751-CBEC-49EC-8D8E-9C3B245C415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572250" y="3581400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ACC761-710E-4B9C-AF27-AEE801D0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F5B6D-16D7-4B79-B5FF-C99911ED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中英文转换：保留术语与判断强度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58EF3-FE8A-4D06-8A06-FE3ECF9A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3CD94-AE97-4936-B003-032F7CAB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同义改写和翻译都可能改变条件、否定或推断关系。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448425-2061-48E4-88D5-060D08AA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581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may be associated with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95574A-B40F-451A-98E3-26C1E093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09925"/>
            <a:ext cx="590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可能与……相关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D3AFAC-696E-4F81-9175-B6302F85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7670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不能改为 causes（导致）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1D0412-C6E9-46BC-A439-705A9359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581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in this sample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BF5737-22D0-499A-AB90-A0676CF0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29150"/>
            <a:ext cx="590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在本样本中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448ACC-EEDE-4A34-BD74-899128FB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95925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不能直接扩大到整个人群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932CCE-DC92-421E-B797-02CB4CC8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48375"/>
            <a:ext cx="581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did not detect a difference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ECC77B-F0CA-4213-83A2-85910E8D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048375"/>
            <a:ext cx="590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未检测到差异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715ACF-E9A9-47CA-9002-CC2D4CF3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91515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不能写成两者完全相同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B66AAA-8085-430D-A888-0CFFA214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教学示例：术语选择与统计解释仍需结合具体领域和研究设计。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8113F2-0409-4987-AA1C-DE46A9D3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3.1.0：本机技能规则；McKinley，UCL（2026），第4、8、10、13—14页；课程编写：教学模拟，非真实研究结果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9793AE-7E8D-4D9A-8289-6EF9F283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24038322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7D07D1-76E9-4C29-A7E5-2F7FE4E3933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620250" y="6905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1204CD-890A-43FE-9C14-F474733DBDC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762500" y="6905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E01A7A-CE83-47C8-9017-037CF044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FC519-EDEA-4F46-BD56-C3A43535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给修订任务写清边界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E93DC3-2389-43E9-BEA2-FC5D2F8F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1FEBB-655E-4B1C-801B-77D3A49E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要求说明保留项、修改范围和交付方式，减少无依据的扩写。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36E4B-1887-4FFC-9B7B-5600EAB8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37160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请按高校科研材料的语体修订下文。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保留数字、单位、专业术语、引文、否定和限定条件。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改掉空泛评价、重复结尾、指代不清和过长句。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不要补充未提供的研究事实。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交付修订稿及逐项差异说明；事实不明处另列问题。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7CC9F-98F8-4BC1-B01B-D5AAB928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作者原稿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A6ABE-CF57-4B0B-A4F2-A3C48085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47700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修订要求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CD8224-A39E-434C-8DA3-8FAA4B86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修订稿＋差异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9BA3A5-8315-4530-8CE8-6D3886FB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课程编写的任务示例；提示词本身不能保证事实不变，需要再次核对。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6D1E45-6828-4801-BAE0-0248A3CE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1E8159-222C-4F05-9E58-159B7CF1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51275453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2E88D0-2974-441D-8D47-988B3E62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D086D-2821-40CB-B2D3-5150FF92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差异核对：表达变了，事实还在吗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896CF9-15E2-4D72-BF9F-624D0156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80A01A-92D2-4433-9153-80F4AEFD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把修订前后并排看，逐项核对容易被顺手改掉的信息。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30CF1B-C84B-41D5-BC6C-5B3AF01F236A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953000"/>
                <a:gridCol w="6286500"/>
              </a:tblGrid>
              <a:tr h="8382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核对项</a:t>
                      </a:r>
                    </a:p>
                  </a:txBody>
                  <a:tcPr marL="161925" marR="161925" marT="161925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风险改动示例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处理办法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研究状态</a:t>
                      </a:r>
                    </a:p>
                  </a:txBody>
                  <a:tcPr marL="161925" marR="161925" marT="161925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拟开展 → 已完成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需要撤回，不能改变时态事实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推断关系</a:t>
                      </a:r>
                    </a:p>
                  </a:txBody>
                  <a:tcPr marL="161925" marR="161925" marT="161925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 → 导致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需要撤回，不能提高因果强度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范围与否定</a:t>
                      </a:r>
                    </a:p>
                  </a:txBody>
                  <a:tcPr marL="161925" marR="161925" marT="161925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本样本／未检出 → 被省略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回到原句和研究记录核对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数字与引用</a:t>
                      </a:r>
                    </a:p>
                  </a:txBody>
                  <a:tcPr marL="161925" marR="161925" marT="161925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数值、单位、DOI被替换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逐项比对原始资料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1C682B-EC55-43A6-BD89-F5B825D4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逐项差异说明支持复核；关键词检查只能覆盖部分问题。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56B0F0-1817-441A-96E8-12E4CCA7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F3E6B-B4A0-4C32-A11C-553F7BA0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73178754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751862-27B8-4E15-9101-B89EFE86DE0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834F00-16A0-45B6-AEE4-0F8D3876C7D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020C7-B4B3-44E8-9E35-76D3FE8C2A1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8598D1-BC2D-4290-9658-750D193D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13B4E-F531-42A9-BB45-81C57433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修订记录与使用说明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C8938D-2EC5-4CEE-A59B-DA30CE83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FF881F-FD98-41CC-AB14-11D7FA09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表达自然之后，仍要保留材料来源、修订记录，并按目标要求说明 AI 的使用。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79AA0D-90F3-4FDC-997A-50783ED1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原稿与来源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C70F8D-5C6E-42F0-BBE9-BD893A04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修订稿与差异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3CAC48-796C-4D3D-A6AC-80F910C6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作者核对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0E08F-AC09-4B8E-87B1-D4F3BBAB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按要求说明使用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7F8C01-48AA-4260-A2DF-25FFDA4F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哪份材料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哪个版本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3228D0-5BBB-4AEE-8EBC-95FF872E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57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改了什么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是否补了内容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8C8C0D-D1FC-44BF-82BD-AF5F8760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57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逐项确认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事实和判断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8A906B-DEBC-401A-A509-44FCAFED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857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核对目标期刊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与机构要求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E1EBA5-4F14-45D2-8CEF-9D1833FB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使用说明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632D9F-1644-4E8A-ACCA-B0F4B656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524625"/>
            <a:ext cx="1019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自然表达、事实核对和透明使用需要同时保留。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CCE8A3-4424-4A60-87A7-BFDF3922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PLOS FAQ：单纯拼写、语法和清晰度修改无需披露；内容生成、代码和制图另按规定处理。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C45665-B707-4900-9F96-BCCB5A6D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来源：PLOS：Ethical Publishing Practice（核对2026-10-17）；Humanizer 3.1.0：本机技能规则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9496C2-4696-45A0-B733-12484881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785296417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9F5261-BBB6-4B9E-B132-BC6C1FB61BD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095750" y="4976813"/>
            <a:ext cx="2095500" cy="1428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4105B7-440B-4502-AA46-46B5D9C2F89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095750" y="4976813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C4491A-7B6F-44E0-B834-E19A88C523F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095750" y="3548063"/>
            <a:ext cx="2095500" cy="1428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16A918-41C4-4FFB-BA5E-0232007C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100451-37DD-4DF1-AEEF-EE85C299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一份可交付的修订结果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9974F-1155-41B1-A6BA-E414C54F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7DEEDE-ACA3-44B0-9F89-B49ACFDB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交付时同时提供可读的正文、可核对的差异和仍需作者处理的问题。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6981F-7386-4AE3-A68D-5C00D034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333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修订交付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10A35-A532-49C9-A466-70483484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3333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6C3110-A714-4207-8E69-67B59D1C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90875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结构清楚、专业信息完整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45CE6F-1A0B-4489-A3B3-C107A91A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72000"/>
            <a:ext cx="3333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差异说明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752967-79B9-406E-B52B-90644CC7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19625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原句、改句、理由与保留项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E424EF-C3AD-4565-AEDD-59EAEFC2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00750"/>
            <a:ext cx="3333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待确认事项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DA04B9-5AD4-4F78-9677-21B0ABC2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48375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材料缺失或需要专业判断的部分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C089C0-1DDF-4124-92F2-6EE0C459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读者能看懂正文；作者能核对变化，并处理仍未解决的问题。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4E92E5-195F-4D01-B21F-CA1E26F1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后续各节都采用这套审阅要求；写作、图注、申报和汇报分别结合真实材料展开。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735018-CFBA-4C99-A59C-0B5BFBA2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3.1.0：本机技能规则；McKinley，UCL（2026），第4、8、10、13—14页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A471D0-E714-4F44-85C1-E645B27D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43064519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EA665E-315A-4EFB-AE6C-03043DC7F2B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A399D-115E-4E45-8834-CC7EFE98F72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AEED39-3025-48D8-960C-5C7195CB807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6C01AD-6699-4AD6-A99E-BF9000F1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E6D4F-2554-49D6-A581-841D9B2F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选题与研究问题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E41C0-A8A4-4B5A-833F-C83991F9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45DFB8-DCAC-429C-B1E4-05F73F3B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以“AI辅助学习”为例：明确要解释的现象，再判断现有证据和资源能否回答。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2DF8F8-F468-4B66-8E0C-E2602C29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研究方向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C06EA-4B18-463C-BA39-30730E3C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4F713-3C17-4973-AF74-76EF3972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证据与方法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CEF13E-5746-4E38-83F0-36856FCD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选题判断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0A58C1-53F5-4422-AB8B-93B06BEB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AI与教育：范围仍很宽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EB39FD-190A-402E-A974-8679CBF9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谁、何种帮助、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何时测量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630B28-ECF2-4DD3-B331-312CD42E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需要哪些数据与比较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6408BA-8688-4089-9447-59DDE8DD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保留、收窄或暂缓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E315A9-F487-431D-8141-B8EEECF0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05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2817DF-5D1B-4BB7-822B-7CB1BE3F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例：同样讨论AI学习，可以分别研究使用现状、预测风险或帮助方式的效果。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979F1B-6EB9-43C2-B05E-655F108C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本节讲选题判断；具体检索和实验安排分别在Section 5、6展开。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518F80-B570-49F2-A427-386FA466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来源：Utah CS5493/6493，2026，pp.35、41、52；课程教学模拟／方法说明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D88D4C-C778-4E61-97EB-DC8CE7B3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42652314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E25E29-7E03-4AA9-9E6B-6E303D2BA23F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0239375" y="5514975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7DC8DA-B9C1-4267-8D46-CF2344048C4B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239375" y="407670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0E100E-32ED-488C-87CE-44AEA086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4353A8-B3A5-41EF-9363-BCDDDF71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Google Scholar怎样找出值得读的论文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C6B92-7FBC-453B-9511-B5D43C64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72B29-2F54-40AB-BA42-42D3E1B6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真实检索：“generative AI” “tutoring”；限定2024—2025年，先看前10条结果。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C7D5EA-F754-4CDC-A320-06DE812474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248a25b7fd4261"/>
          <a:srcRect xmlns:a="http://schemas.openxmlformats.org/drawingml/2006/main" l="0" t="0" r="0" b="49000"/>
          <a:stretch xmlns:a="http://schemas.openxmlformats.org/drawingml/2006/main"/>
        </p:blipFill>
        <p:spPr>
          <a:xfrm xmlns:a="http://schemas.openxmlformats.org/drawingml/2006/main">
            <a:off x="762000" y="3057525"/>
            <a:ext cx="7620000" cy="45624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69CFB8-8B1C-46A8-9308-9B7012B6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5755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看材料类型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C64E47-019E-455F-83FF-41DE1A3D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295650"/>
            <a:ext cx="266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首条报告被引204次；</a:t>
            </a:r>
          </a:p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用引用量寻找线索。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F33BAE-B74F-48FE-9E72-3724416C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95825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回到原文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D3CFE1-1260-49C2-A8AE-EB80E6B7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733925"/>
            <a:ext cx="266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GPTutor研究参与度，</a:t>
            </a:r>
          </a:p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独立作答需另看测验。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51CF3D-66FB-4EEF-83D0-5CE07FD6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13410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记日期与版本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588CA3-8798-4B64-B286-1AB415D3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172200"/>
            <a:ext cx="266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前10条保存为CSV；</a:t>
            </a:r>
          </a:p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版本关系逐项核对。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22EAEC-6AB5-41B2-9E65-741A3C83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引用量为2026-10-19页面快照；前10条不是全库，也不等于Web of Science高被引名单。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EC0713-5786-4A41-B954-BAFBAA53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来源：Utah CS5493/6493，2026，pp.35、41、52；Google Scholar官方检索帮助；Google Scholar实际页面，2026-10-19；Bai等，GPTutor原文与更正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F16639-04C4-41EA-AC3A-1D445755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43856005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82245-74BE-4ADA-A07E-12C27FDD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42F23E-7221-4A06-9F71-3E9AB473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真实研究：完成题目与掌握知识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F71526-8CA7-44D4-AF08-BBB119F6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DD0B1-AFB3-4758-9FCF-C09256E1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一项土耳其高中数学研究分别测量有AI帮助时的练习成绩，以及撤去帮助后的独立测验。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63DDE0C-C542-4B39-B584-56AA9841532F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7810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78404b0b8b845f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41A270-B98C-4D4D-8A6A-EE5BA105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908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练习阶段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28F31-018E-4429-B78E-48EA030A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14750"/>
            <a:ext cx="4953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Base：常规AI答疑。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Tutor：含教师预设提示。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均相对无AI对照组比较，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127%为相对增幅。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FCE2DB-2740-480F-BD22-35CCDE55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768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撤去资源后的测验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4D6AF-39B6-42E8-92BC-E70DAC4A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007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Base组相对对照低17%。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Tutor组与对照差异未显著。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11443C-CF88-43D1-BD10-D5AD63B9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0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选题启发：明确“学会”指什么、在何时测量。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0EAF33-EA7D-4100-8331-4A935C02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研究范围：特定高中、GPT-4工具和数学教学情境；不能直接外推到中国高校。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99F9C-745C-4D6F-87B3-018D1C37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2025，摘要、Table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07DD1E-1E7B-47A6-B35E-2BCC0B9F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70169643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CFBAD7-126B-42C3-8178-B80086FA19D6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5857875" y="6000750"/>
            <a:ext cx="95250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20C236-E814-4508-B5FB-3FBB03E01468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4905375" y="4933950"/>
            <a:ext cx="95250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AA76A4-0F96-42E5-A483-BA2FBC18FADD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952875" y="3867150"/>
            <a:ext cx="95250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FD2A30-3902-4934-93D6-FD03FF55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5C80C-F9B0-4C9A-B391-D666BD55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研究问题的收窄过程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F5B7AC-AF08-4A7C-87AF-9CAF7184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B4CDC9-1A3B-4587-9B68-D1C16365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“AI能否提升学习”需要进一步指定人群、帮助方式、比较条件和测量时点。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09858-DF01-4D88-BD04-54E66B1A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638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AI能否提升学习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D497D5-3EC5-4898-B4D3-60D65A9B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57550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方向太宽，无法选数据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D529D-B730-45B1-8E18-0A7F070A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10050"/>
            <a:ext cx="638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本科生使用AI提示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357471-B482-4462-B92C-D1FD835F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24350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限定对象与干预方式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883B9E-8F3B-4298-8933-6387D5E4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76850"/>
            <a:ext cx="638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与完整解答相比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08BCC6-6505-40F1-8480-6B755267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91150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明确在比较什么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2CF618-A286-4618-8568-5BC5771F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343650"/>
            <a:ext cx="638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撤去工具后的新题表现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18719D-3E74-49E4-8C77-675D353B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规定可测量的结果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316B30-3AA3-464D-92B2-735F22FA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教学模拟：本科课程、提示方式与延后测验均为拟议设定。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D18852-5A1A-4761-B5AC-9899E6ED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来源：Tello-Trillo，2026，作者课件文字版；课程教学模拟／方法说明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EE2074-8F65-46FC-8AE7-2BE0CED3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02475921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705E57-B3C4-4DF9-A87B-C98E95A24756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667750" y="647700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EF11F-11D6-4E06-A8BC-8AEBA54ACA1B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667750" y="500062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8576C9-895C-4358-B683-1EEFF86FBA2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667750" y="35242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F2CBBD-3F15-47A3-AAA0-3DCACD29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DA64B-EB2E-40B4-9AA8-4B378062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描述、预测与因果问题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1FB2D-C0A5-4B05-9956-0B17A9F6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0A437-1505-4D6A-B088-B53E8B68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同一主题可以提出不同问题。需要的证据随问题改变。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9EA166-AB79-4ADF-B46A-46E27EC3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描述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036F1-6104-4D95-A850-286CFBD7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43250"/>
            <a:ext cx="600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教师在何种任务中使用AI？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9AFD3-C490-4556-A93C-0BDA360D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43250"/>
            <a:ext cx="4381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使用记录／调查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C46787-4293-4875-A3AD-EBD041B3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2907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说明分布与情境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5E56B5-6507-4E4A-88B9-48B5B117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预测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B80955-CF47-46D1-BD89-C24A0BB7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19625"/>
            <a:ext cx="600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哪些学生更可能过度依赖？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E4045C-9B07-4368-AE73-F0B5136E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19625"/>
            <a:ext cx="4381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前期特征／留出数据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B935ED-6D3A-44F0-8761-FE780845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5054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检验对新样本的预测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927440-9CAD-4223-AD64-F460EA03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因果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4EE002-7B33-4DE0-8816-9892A6E1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096000"/>
            <a:ext cx="600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提示方式是否改变学习？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D5CA89-8029-426C-A5D2-5D1C0BC4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096000"/>
            <a:ext cx="4381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有依据的对照设计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9DB220-84DD-40A3-B9AA-F21DFBC7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98182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估计干预带来的差异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15590E-0B33-4644-8C45-37F499DF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另有机制、解释性和质性问题；此处三类用于说明常见的证据差别。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B64231-F034-451F-8BBF-FAD39053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来源：Tello-Trillo，2026，作者课件文字版；课程教学模拟／方法说明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7B924B-F4F6-47A9-8871-E2D68CF7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2971190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04CE97-C8BE-4A55-BFF2-63C956FFBB02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9334500" y="6143625"/>
            <a:ext cx="2286000" cy="9763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08CCDB-6A84-4987-B283-3B35A9500BDE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3619500" y="6143625"/>
            <a:ext cx="1905000" cy="9763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83DDC-0002-4A81-AFC0-82D0CB3B38E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524500" y="5738813"/>
            <a:ext cx="419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61A159-30F7-42A0-A38E-AEF1C43C2E9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334500" y="3548063"/>
            <a:ext cx="2286000" cy="17859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7D3972-6FB8-4AD2-A68C-B050DEA24278}"/>
              </a:ext>
            </a:extLst>
          </p:cNvPr>
          <p:cNvCxnSpPr>
            <a:stCxn xmlns:a="http://schemas.openxmlformats.org/drawingml/2006/main" id="5" idx="1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3619500" y="3548063"/>
            <a:ext cx="1905000" cy="17859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070C6F-2C4C-4E6C-99F5-EF445416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5EB7C-AED2-4754-86B5-F1F6A01B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使用AI与成绩的关系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4EE90-2939-49CE-A23F-C70EBD9E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C4DAD-DC3D-4D2B-BC77-7C755318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“使用更多的学生成绩更高”可能有多种解释，需要检查原有基础和学习投入。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0B573F-DB4F-4B8D-A97B-5FC8290E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4325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原有基础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7FA376-8235-4BFA-AF90-DEB7F886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AI使用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9B36A1-33D2-4AD2-8449-8540D08B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33400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后续成绩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F5BA00-844B-435A-AA6B-3A75FE2E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762750"/>
            <a:ext cx="3810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学习投入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6D15EB-1C34-4324-9416-8534E457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053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待估计的影响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6EB498-DA5B-4984-801D-5A224D0F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9575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可能同时影响使用和成绩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5B998B-61F3-40A1-BA95-78020D3C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教学示意：箭头标出可能影响，实际关系需要研究设计与数据检验。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FA06CC-813F-402A-96D0-AF3A5F2A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来源：课程教学模拟／方法说明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1FA0C2-8481-4A67-93F1-95C6E938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21533468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8D845B-70B8-4AF6-B964-3C99F3E43806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810500" y="67246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D7BC30-0B8F-477F-B8A6-EE54B2EEF86C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810500" y="56483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D777E-BEF0-40F2-AEFD-6A5FF48447DB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810500" y="457200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D53E5-A907-4BFC-8010-77593CA6272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810500" y="349567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835AFF-1D18-4BC1-9E71-1FC957C7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587619-06BA-41C0-B20B-BD030E01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研究空白的核对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509D96-D4BA-43E8-B93A-CB0DB5B4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EA529-D1B6-48FD-8467-0EB88095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“没有搜到”需要追查检索范围。可以研究的空白还要说明已有结果在哪个条件下不足。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4B97B-F71F-48B7-8C6F-901CA78A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已有证据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2B669-92DF-44A2-B010-10983928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24200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特定高中数学情境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C9C84-39CC-4613-BB95-824B0EA7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24200"/>
            <a:ext cx="4857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能说明什么／不能说明什么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A00826-4B4A-4EBE-9CEF-C5EE8DBF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拟议对象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519590-BFD9-4D23-A858-6BC6A7E0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00525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某本科课程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419304-DBFE-42C9-B86C-14A1403C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00525"/>
            <a:ext cx="4857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对象变化是否有理论理由？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CD37FB-0B16-47D0-9804-39D7135A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拟议测量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404BF4-A7A8-45E4-BBFD-578440FF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76850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延后、无AI、新题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57376F-2E7F-437B-AC30-4CDDF70F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76850"/>
            <a:ext cx="4857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与即时成绩的区别是什么？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F45461-2687-41CB-BD2F-68B82086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4842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当前判断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BD4C99-B3C7-4350-AF48-D4009066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353175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值得核查的候选问题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34E368-911E-4813-A335-5730DD02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53175"/>
            <a:ext cx="4857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尚不能宣称首次或无人研究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0A20D5-4907-4F55-9D0D-73592C15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课程模拟对照，非系统综述；尚未完成高校场景的完整检索。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AE3F68-0DA2-47E4-8016-09B2C5C2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2025，摘要、Table 1；课程教学模拟／方法说明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4406B4-172B-4FE0-8130-D93B17B8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54938022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C7C6AC-2BE7-4FF2-9236-98BC18C854A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617B63-E1B1-4230-B013-5C8FEF08352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B91D9C-4CA0-4561-A12F-F46E164E636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119DD2-4690-457A-B1F6-7BEB9FD2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6B6638-C666-4DE4-BF67-D86E00D0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假说与可能推翻它的结果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F2EE1-5922-4278-8F89-5E2192B9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30862-ADB3-41AA-A652-DBA857B0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假说需要同时写出预期方向、测量办法和对不支持结果的处理。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303E3-9DFB-421C-B873-6F9E60DC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假说：提示改善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延后表现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A9D266-0340-4CDF-8505-1DF7B227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无AI新题测验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BEEEA-4550-4805-963E-C36F4E6D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差异与不确定性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E6F09F-5BAF-4A0F-A3FA-FC2BFE09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支持、不支持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或证据不足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B2705-12E7-4269-BC13-8DB6923E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说明比较条件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和适用人群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77363E-5693-471A-85D4-C5202B6A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题目质量与评分一致性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29E7D6-74B5-4B1F-ABB9-B99A9A73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报告估计值及区间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06C1FB-A172-4C27-9345-69CCD3D1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区分反向结果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与证据不足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1238DE-0799-492C-B080-7C1A8042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05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1F8A3F-9AF3-4432-97C3-4D98B978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主要结果、测量时点和判断规则需要事先说明，结果出来后再按证据解释。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7BB4DE-86C1-4B05-93A2-A2A71A2F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未显著不等于两种方式等效；等效性需要另行设定界值和分析。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39C79C-A294-4ADF-97AD-F24ACF1D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来源：课程教学模拟／方法说明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C34BB3-2825-4A5B-944F-26A4E68E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54948203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F0030B-9FD0-42EA-B93B-383C14A4E3E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095750" y="5238750"/>
            <a:ext cx="2381250" cy="1571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774BA0-BBCF-4CDB-8646-EF05DF98438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095750" y="5238750"/>
            <a:ext cx="2381250" cy="466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E67B5F-E29C-4211-8B7A-C97788AF041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4095750" y="4600575"/>
            <a:ext cx="2381250" cy="638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44472-CBA6-4302-ACFA-AB6BD4A73B9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095750" y="3495675"/>
            <a:ext cx="2381250" cy="17430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FF32EF-DBCF-45CA-91F2-7FF5C287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87586-7521-495E-B786-5E29E60A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选题的四个判断维度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6092A0-899A-4F22-8C9A-0530B857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93FA6A-8749-405D-8DE9-ECA8F445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每个判断都应附依据和缺口。四项可以并列比较，不必合成一个看似精确的总分。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38EF2-8890-4635-9D59-BEC63A9E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333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候选研究问题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421C5-4456-4314-B1D1-D55A4813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创新性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2E47C-7A4B-4695-B4EC-BF9F7AD4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14675"/>
            <a:ext cx="4667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相对最接近研究增加什么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562D03-B19A-4603-85B7-554473A8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29025"/>
            <a:ext cx="466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最接近论文与差异说明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1EFBB-D5C9-41FE-9A02-D6818268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4815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可行性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357149-934A-43B0-BE38-C5147D27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19575"/>
            <a:ext cx="4667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现有条件能否提供关键证据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E5A04B-BE5B-4A9F-9954-8964881A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33925"/>
            <a:ext cx="466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授权、样本、设备与时间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FFBE15-2BF2-4E73-BD91-4DCAFEE9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5305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影响力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C363A7-44AB-493C-B0CE-D5723A34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324475"/>
            <a:ext cx="4667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答案会改变什么认识或决定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AD088A-D1DC-42D2-8FBB-8E20C5C5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838825"/>
            <a:ext cx="466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受影响者与具体决策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7408B0-7460-406B-AB2B-DC53A370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45795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竞争热度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77FC8A-7FC3-4416-993A-4D92E7AF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29375"/>
            <a:ext cx="4667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谁在研究，进展到了哪里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CEB91A-8CB9-49EC-BC1D-D28618DC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943725"/>
            <a:ext cx="466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近期研究、预印本与更新日期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385D2B-CDF5-4CE0-8C5F-7BD080F4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每项判断都记录依据、缺口和更新日期，便于随新证据修订。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48FD02-5B67-40B1-AE13-1D5BB228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来源：Utah CS5493/6493，2026，pp.35、41、52；课程教学模拟／方法说明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DC0BC8-926C-4B40-A9B0-CCC5355E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15639135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D52B4D-2FF5-4CE6-A7DF-09AA7C59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A5C2A-EAFA-41E7-884D-22A70B7B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三份材料怎样帮助收窄研究问题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F2676A-BEFD-4030-A0B9-EDDF2456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E3D74-60C4-4FD8-AAB2-A763BE74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界面能生成、方案已公开、学生学会了，分别需要不同证据。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3B570-86A6-40F1-BFB6-50E11FED65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b872a0d1624b87"/>
          <a:stretch xmlns:a="http://schemas.openxmlformats.org/drawingml/2006/main"/>
        </p:blipFill>
        <p:spPr>
          <a:xfrm xmlns:a="http://schemas.openxmlformats.org/drawingml/2006/main">
            <a:off x="762000" y="3230235"/>
            <a:ext cx="6858000" cy="271210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2A72C-A6F7-436A-996B-E45D964C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81725"/>
            <a:ext cx="685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原文Figure1：A提出要求，B生成初稿，C继续修改。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C68FB-2407-4005-99D1-3FAA834B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71825"/>
            <a:ext cx="609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预印本：怎样制作辅导界面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8948BB-32A6-4753-AF03-BF110C17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19500"/>
            <a:ext cx="609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有方法和初步效率比较；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不直接证明学生学得更好。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18FCD-4C91-4BBD-9280-11A22E68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62450"/>
            <a:ext cx="609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专利：怎样生成内容和反馈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D89506-1F1F-4651-863D-21D20CDD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0125"/>
            <a:ext cx="609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有技术披露；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不等于授权或效果验证。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EEB69-EE4B-4567-91B3-BF48652D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553075"/>
            <a:ext cx="609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期刊：撤去AI后能否独立作答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FDEFEE-54C4-4517-B2F0-541646E6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000750"/>
            <a:ext cx="609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有学习结果比较；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不能直接外推到高校课程。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7F55D7-DFB1-467E-94D6-7E0DB349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627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017F2F-921E-470D-8325-C9AFFE20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818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拟议问题：高校课程中，分步提示相对直接答案，能否改善撤去AI后的独立作答？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9CA32F-929F-4AE7-871A-D4A5E835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拟议选题由AI编写，尚待研究者审定；未证明首次创新、教学效果或专利自由实施。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F129B4-21EE-4CAF-8149-FA3B8C2A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来源：Utah CS5493/6493，2026，pp.35、41、52；Calo &amp; MacLellan，arXiv2024，Fig.1；US20240274025A1，首页及说明书；Bastani等，PNAS 2025，摘要、Table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F9FEEE-26D4-4AFE-B5A5-7BEF1929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95717538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D2FF1D-5899-4BD1-8058-587D8BF1050C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477500" y="6215063"/>
            <a:ext cx="76200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B1E928-A7CB-4EBE-A944-55638DED201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0477500" y="3548063"/>
            <a:ext cx="762000" cy="1190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3AC599-EEAF-4FA7-994F-0554FACE62E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905500" y="4762500"/>
            <a:ext cx="1714500" cy="14525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33D00F-03C0-4B45-BEE2-CD539D6AD7A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5905500" y="3548063"/>
            <a:ext cx="1714500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D0B066-3789-4301-9629-8ADA13E8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29245-6624-45C0-A82C-D2110E89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资源缺口会改变研究问题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33856-1C22-4042-9AAA-BF4C294C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C1180-B930-4BE5-ABE9-16B2F11C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关键数据或条件拿不到时，应收窄问题、换证据路径，或暂缓研究。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F1D55-AC5A-48C4-B645-5D896747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5143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能获得关键数据与必要授权？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7AB9E0-7970-4266-9F2B-FBEA6E6A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90875"/>
            <a:ext cx="2857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能够取得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0734B-9953-4CFB-A36B-EACDD7A6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90875"/>
            <a:ext cx="3238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先做可行性核查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E4AE5F-52E4-4C6E-827D-E886E6E2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857875"/>
            <a:ext cx="2857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无法取得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E1C4BF-CC20-444B-A3A2-CD92AFF6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715000"/>
            <a:ext cx="3238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改题或暂缓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A5FE5F-752E-4A07-A7AB-805F37EC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例：有问卷但缺少成绩和使用记录时，能回答的问题会改变。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127316-E56E-4F0B-897A-764E54A4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课程模拟：公开数据不自动包含所需变量；公开可访问也不等于可任意使用。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16B00D-466B-4C01-95EA-E015ECFC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来源：课程教学模拟／方法说明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CCBB25-F29B-4544-BED9-63A11850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52663477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F77B95-C7C5-4499-9EAE-CE3C4AEC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C3EDA-68FE-43A4-B5C9-B502BB91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候选问题的比较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5A72F-DBA2-4769-8612-5343E66A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85720F-6208-44D3-B5A5-30AB2E98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下面比较研究问题及其关键条件，所有项目均为拟议情境。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76B27-7C13-4B49-978B-C187090E843D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3048000"/>
                <a:gridCol w="4191000"/>
                <a:gridCol w="31432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候选问题</a:t>
                      </a:r>
                    </a:p>
                  </a:txBody>
                  <a:tcPr marL="142875" marR="142875" marT="17145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新增信息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关键条件／风险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当前处理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AI使用场景分布</a:t>
                      </a:r>
                    </a:p>
                  </a:txBody>
                  <a:tcPr marL="142875" marR="142875" marT="17145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了解任务与用途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抽样范围、记录质量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可先核查调查可行性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提示方式与延后表现</a:t>
                      </a:r>
                    </a:p>
                  </a:txBody>
                  <a:tcPr marL="142875" marR="142875" marT="17145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比较不同帮助方式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分配安排、测验、授权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优先核查关键条件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全校AI使用的长期影响</a:t>
                      </a:r>
                    </a:p>
                  </a:txBody>
                  <a:tcPr marL="142875" marR="142875" marT="17145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范围更广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长期追踪与数据关联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暂缓，收窄对象和时点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8D6CE-91E7-4CB3-BBE9-31A9C93D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教学模拟：处理意见基于设定条件；新增信息仍需文献核查。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8A929-8EA6-49D6-8CB8-0B79CA72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来源：课程教学模拟／方法说明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FC704A-B022-4B9F-8198-EDDA7437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26699384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A9BAB-7629-48E0-8CD8-5E6C4B3AC668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8F90FE-6EBF-4DE8-90DB-C3C26FB6A13A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362BF-2581-4062-AFB9-818817EE2AE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0993A4-5F62-4ABA-9B83-3E046AC6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47312F-946D-4241-B6DE-E33EE010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AI参与选题的工作流程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F8560-11AD-41E0-8B32-084BFDCE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B1708-7E88-4B0C-9AB9-79BCBF86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AI可以整理候选方向和比较材料；研究者需要核对原文、识别遗漏，并决定取舍。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7A13D-FD17-4C01-AF3F-492B7B3A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范围与已有材料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06DC7-9693-4C66-9AC8-54C0D415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候选题与证据表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64C2C-DF4D-4746-A9FC-B272BFE3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原文核查与反例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AB05E1-726F-43CB-A469-202EF47C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修订问题与边界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A75F08-C597-44CF-A714-BBD20524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给出限制、来源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和时间窗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F5825F-B705-47FB-BB37-C6DAF62E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逐条链接到实际材料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02DB76-FDE7-42B8-968F-24B4ACD1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检查相近工作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与不支持证据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FB8900-6A3F-42A3-931C-A5B8A87D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记录保留理由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和未决事项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6293A4-8DA5-4386-BC40-8CD2B820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05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F89A17-7CC2-4936-96ED-B22B5D27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研究者复核：来源是否存在？是否遗漏相反结果？当前条件能否取得关键证据？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D76EBD-846C-43A2-A011-0A445646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流程示意：候选题、证据表和未决事项都需留存来源与修改记录。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E4020B-156B-4455-BFCE-01DAEC0B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来源：课程教学模拟／方法说明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BBBC7A-94C1-43C6-9F0F-A2F77299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77929769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EB6C6B-68D7-479D-8A91-FB33F0ED42E0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2762250" y="6029325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D7451-1C28-490C-B83E-0F04B01E33E1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2762250" y="4943475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89EE44-CAC9-43FF-9038-17A70D798506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762250" y="3857625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CE47F0-85BB-4C51-86B1-F18B3502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A1ABE-6C4A-440A-9D0F-0ECAB4E0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一份选题说明的完整结构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A5DE40-BD81-423C-A0A2-4A2FA1D3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2DA12-88B2-4EC1-AEA1-9B030B6E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把问题、已有依据和仍缺的条件写在同一份说明中，才能进入后续文献与设计工作。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CEA7F-F2E3-4A60-B097-DBF408B1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000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拟议研究问题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96C82D-4CE1-4954-988C-AF8F2985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24200"/>
            <a:ext cx="800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本科课程中两种帮助方式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对延后无AI新题表现的影响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52B0A-89EF-4C63-BC93-AA9E39A6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4000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现有真实依据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2C9B88-A8DA-4BD7-AB59-9D68A523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10050"/>
            <a:ext cx="800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高中数学研究显示：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练习表现与独立测验需分开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802C6-EA2A-4CE9-A661-F0622D72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4000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新增证据的理由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68A0F-BF0F-4C17-AB41-96EE7350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95900"/>
            <a:ext cx="800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核查对象与测量差异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是否对应明确的理论问题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EBB1E4-3F08-434F-A761-024FB905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00800"/>
            <a:ext cx="4000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启动前仍需核查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0F39D2-A0BD-4236-97D5-5DD0C724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81750"/>
            <a:ext cx="800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最接近研究、数据授权、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分配办法、测验和样本依据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11B859-DF3E-47BF-9916-9A36A885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公开论文提供出发点；本科课程方案为教学模拟，尚无实施与结果。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370E94-C757-4D3C-9405-D49F89B8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2025，摘要、Table 1；课程教学模拟／方法说明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7945E9-83F2-41E0-B014-A468254D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61359747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B38E91-BC85-4A1D-A104-2F7E0BF6339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08F8F4-7AFD-4904-81C2-D0955A4973D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7C1A37-9910-46D6-923C-9CE1588378C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A85B1A-14D6-424B-87E8-0D0DBFA0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6E3167-B337-4603-8197-36957772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文献检索、阅读与综述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8D2AD-484C-4BD9-9EF5-CE72DAED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85EF61-B48A-468E-9949-DBC6A5FE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科研问题需要一组可追溯的研究材料，文献工作要留下找到、读懂和比较的依据。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AF0AF-D331-4E08-9850-7884A215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B29CD-7E3E-4179-9736-DFBF7B92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检索与追踪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934E2-1B1D-493E-B296-DD5B01E9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原文与证据表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3ECEEE-4A5C-4314-8C11-EB39BCE4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综述与引文核对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91C72E-6236-4F5F-8E2E-6AF21117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限定对象和结果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249A8C-8477-42E9-BA60-77AC8616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保存检索记录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1735C7-432C-4D94-A59F-04849C26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标出原文位置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468F7B-2B62-4542-944B-41161F14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按问题组织结论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9CA38D-5A62-4A60-A2CF-E6E46444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93D8D0-2B80-44AA-8CC2-F72831AA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研究者需要能解释：为什么选这些研究，哪些判断来自原文，哪些仍是推断。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0511DD-7C22-4AA2-837F-8B83A5BE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交付材料：检索记录、文献条目、证据表、综述草稿和未决问题。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8AEA59-68E5-4623-BA61-244E60F5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来源：UCL Thomas，2025，原始工作坊课件；课程方法说明／教学示例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DBD0A4-C014-451F-A4B0-A2C396A2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99706717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A21BC0-81B6-4F1C-8EC7-C2A816C8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FF9E5F-9FF5-403B-B8E2-E43A1975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综述目的与检索范围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933AE-C991-45AF-999D-0F697C47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5C27A-301E-4D25-A34E-9A466091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为选题了解背景，与系统回答一个限定问题，需要的检索范围和记录强度不同。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62D7D-4EF6-4DD9-AB1C-7CCA3105A1B3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191250"/>
                <a:gridCol w="46672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主要内容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需要检查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背景了解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掌握概念、主要观点与代表性研究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范围说明清楚，保留代表性来源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专题综述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围绕一个问题比较多类研究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交代选择逻辑和未覆盖范围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系统综述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按预设方案检索、筛选与综合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完整报告方法、排除理由与流程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DA910-9476-404E-9665-F329AA29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选择哪类综述，应由研究问题、时间和方法要求决定。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A04A28-0DC8-423B-96A8-4D60FA2E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来源：PRISMA 2020官方说明；课程方法说明／教学示例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64A046-B7FD-4E05-8D29-C2301112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54395431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EBE30F-C3EE-4000-9912-1A73E9AADAA4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048250" y="6596063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B13934-BEF4-4B8D-A744-26675053A575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048250" y="5119688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E9A06-EF2C-40F5-A684-16B855CF287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048250" y="3643313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0D5CC9-FD9F-48A2-B913-975C65DA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D7F694-BFD6-4704-9DB3-5750725F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研究问题中的检索概念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736066-98C8-4231-AC51-DE6321D1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355C0-A555-4DD7-9C48-95974B21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先找必须同时出现的概念，再扩展同义表达。结果测量可以留到筛选阶段细分。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B84BB2-B413-4738-B952-D611145F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4286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生成式AI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D6F59-7742-4215-AE32-E6D4B260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38500"/>
            <a:ext cx="7334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generative AI、LLM、ChatGPT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A0D3AA-5D83-4668-A81B-0234F7CD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4286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学习／教学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973BD5-53A5-4E8E-9328-01493FA7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14875"/>
            <a:ext cx="7334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learning、education、tutor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6586A6-8882-43E6-9C84-8B136FD7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286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目标情境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A46FA-DF08-4FB5-9AC2-1D43840F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191250"/>
            <a:ext cx="7334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本科／高中／具体课程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35A75C-AEC0-4548-8484-19CB4D25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教学检索式需在所用数据库中试查，不能直接当作完整领域检索。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3E20D6-B813-49A7-B34A-22658C5C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来源：课程方法说明／教学示例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A89DEF-3256-442E-900F-96DA499F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186336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896A5B-1F50-4718-87DA-D14130CAD51F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620250" y="6048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0D43D-C084-436C-B476-B710313199D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762500" y="6048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46594E-FC6C-4066-8A74-23C068DB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31446-3BDC-455F-89E6-1A8EA370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同义词与概念的组合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9DD26-AF2D-4761-BB1F-E233A11D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E69D1-BF13-49B1-B81E-43AE30C4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OR扩展一个概念，AND连接不同概念。排除词可能误删相关研究。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7C7BF-6525-42B7-917E-6A5F94F9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("generative AI" OR "large language model" OR ChatGPT)</a:t>
            </a:r>
          </a:p>
          <a:p xmlns:a="http://schemas.openxmlformats.org/drawingml/2006/main">
            <a: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AND</a:t>
            </a:r>
          </a:p>
          <a:p xmlns:a="http://schemas.openxmlformats.org/drawingml/2006/main">
            <a: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(learning OR education OR tutor*)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8D989D-EE0A-4167-95D1-83BF8BE9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一个概念内扩展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E2E20-B807-405F-A7EC-EF939562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619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概念之间相交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E9B89-F48A-49CA-9111-8C43A3A4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619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试查并检查遗漏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74C866-5C32-4863-B5B8-89EB348D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24F5E8-356C-4DD0-B0FC-291B4701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810375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D9C221-633D-429F-A572-84FB22F9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810375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慎用NOT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5C5EA2-0316-4B01-B728-243798DB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先用已知相关论文检查检索式，再记录调整理由。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52ADE4-6707-4D24-BA59-5C604AB1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来源：NLM PubMed用户指南及实际检索页；课程方法说明／教学示例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442434-3EAE-4D2A-9719-F712AE7F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88893665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229EFE-B551-40A6-A365-B6B6B94E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9995FB-729F-4C6A-9B35-0DAB7FCD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真实检索页：结果排序与范围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C0AC2-67DD-4E5F-AC8B-885D8AF6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B1314-C150-4231-A5F0-D761DAE3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一个宽泛查询会混入不同学科和文章类型。前几条结果需要逐条判断。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8B6CB-2BD9-4BE5-B553-B3CA8A12BA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81e9a0928a4465"/>
          <a:stretch xmlns:a="http://schemas.openxmlformats.org/drawingml/2006/main"/>
        </p:blipFill>
        <p:spPr>
          <a:xfrm xmlns:a="http://schemas.openxmlformats.org/drawingml/2006/main">
            <a:off x="1091045" y="2952750"/>
            <a:ext cx="8485909" cy="4667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35740-30B5-457A-B3E1-106DAB26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908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B3BB3C-A563-4F87-9020-9995D394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71475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查询："generative AI" learning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E6CA35-D6E4-4FE1-8565-C3577DFF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720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ED4AF-631B-40EB-A371-A42032F0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095875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Best match排序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需要另查研究质量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B30155-48C0-4C3C-B7FB-490AD47C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531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68D70E-6A5F-49DC-B7E4-F984E396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此处仅示范PubMed界面，教育主题还需补查学科数据库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12C889-E6E5-463F-A1FE-7C420F83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实际公开网页截图，2026-10-17；结果数会随数据库更新变化。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2E4CE6-07E8-49CB-BDB4-7B9D0BA3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来源：NLM PubMed用户指南及实际检索页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F255C9-9902-49C7-A6AB-6B6A9EC0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21630087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60F196-03B7-47E8-9494-AB833FD0DBE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A11EC-2442-4E39-92E0-67AE53CA049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FED49C-5C8A-4797-BFAB-A31A4C8E5BF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12B426-71B4-4DD3-B5C7-687E2998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3AE0C-E37E-45F0-B85D-5F4CF9ED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检索记录中的必要信息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14EFB-90F8-4461-AABE-AE1513B9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CE932B-3957-42E5-9B04-F1ACFD6B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仅保存论文列表，通常不能复查它们是怎样被找到和筛选的。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B8FAF-B904-4596-81B1-A0BCD3C5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数据库与日期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0B06A3-43DA-4297-B919-9C02B7DE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完整检索式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E2869-D3B5-4E15-AB10-709D0502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筛选与导出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7EF22-C9F9-480B-AD91-3EDB34E3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后续修改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048A88-F54A-4B04-87D4-0EF2CE3B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写明平台和覆盖范围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1D5917-CABD-47AA-8FB7-083806B5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保留字段、筛选条件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22287D-BE8E-4BA4-ACBC-E12DA63B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记录文件名与排除理由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A601A0-D6A0-45B1-9D34-C9137224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版本、原因和新增来源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7DDABA-C002-4625-86B4-D18E8803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F8679F-3C82-4CCD-8C6B-A583423F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记录实例：原始查询、网页实录与候选材料可以相互对应；预设查询另标待试查。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8E859E-7FFE-407C-9903-A50C41A9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没有执行的查询标为待试查；无法获得全文的条目单独记录。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EA5A1C-A5ED-4EA6-ACE1-69372104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B35A58-272A-4BE1-AC73-73CA2319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82824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4CEA5C-4E5C-453A-B1F2-96772471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89C2D-D1FE-41E0-806B-C1F30EEA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关键词、语义与引文追踪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F87D81-8445-4C18-B504-812FFA94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966CF-3908-406A-A7C9-A6FED998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关键词匹配可控制表达，语义检索发现近义内容，引文追踪补充前后关联研究。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9209F-2A65-4BED-9EB2-A9D3ECA7711E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191250"/>
                <a:gridCol w="46672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主要内容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需要检查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关键词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术语、字段、短语与逻辑组合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检索式便于记录和修订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语义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用自然语言描述问题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相关性仍取决于问题解释和收录范围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引文追踪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参考文献与后续引用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补查基础研究及后续检验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E3891C-FB6D-40EB-99AB-7F072ACF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不同路径可能找到不同材料，合并后还要去重和筛选。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CBD737-6995-47A7-97FB-3471714C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来源：UCL Thomas，2025，原始工作坊课件；Semantic Scholar官方FAQ；课程方法说明／教学示例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D8389-B69A-43A9-9320-440801DB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65426986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A1C01B-2919-43D2-AAEE-74F0FBA1DF7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9334500" y="4881563"/>
            <a:ext cx="2000250" cy="1476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DEA551-5A20-4CB4-A51C-879AA3F7E84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334500" y="3548063"/>
            <a:ext cx="200025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A4249-93EB-4298-A0D9-A3DE2B9701C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905250" y="4976813"/>
            <a:ext cx="2286000" cy="1381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159743-5CD6-4FEC-ABB2-4B7F9A65A09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905250" y="3548063"/>
            <a:ext cx="228600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96F07D-7E5A-4164-B24E-FC0AE752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CD8DA-9456-4361-B519-FABB9314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Connected Papers与引文图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30E4D-3783-41B0-8797-12555B01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DD140-7E5B-411B-877B-81DA3EDB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关联图帮助寻找相近论文，图上的邻近关系需要回论文确认。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FE39B-AFB5-4D7D-875B-87A78098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143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种子论文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598DC-B3AA-4254-8AF0-914344ED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90875"/>
            <a:ext cx="3143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论文甲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226A57-2D6F-47D8-B068-78089F75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00750"/>
            <a:ext cx="3143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论文乙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494199-C75D-4664-B46F-4BE60AFA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524375"/>
            <a:ext cx="3143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论文丙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AECBCE-0EFA-42D2-9CA6-7206AC14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相似关系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329573-319F-4C38-9DC0-43C212B6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5143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邻近表示关联线索，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不能据此判定互相引用。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2CB16B-E19D-417C-AF32-79A1043D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实际引用另核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469C3D-F317-477A-AE24-4AB6F6B2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000875"/>
            <a:ext cx="4381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参考文献和被引记录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用于查明引用方向。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826A4E-D710-4525-83EE-8C1D7FAE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可编辑关系示意，非Connected Papers执行截图；节点不代表真实文献。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B6C684-DB93-46D2-99BF-06588870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来源：Connected Papers官方About；课程方法说明／教学示例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4A94F4-3DF9-4348-9CE0-53A3CB14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68007057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4E2167-0777-437E-9F66-1CC73438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FAECB-2A69-4488-B30F-42C78A50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Elicit入口的现行变化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C7643-2845-4C3E-8FF4-95DD6B6D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912FE-4366-4398-9ECE-EA2CE492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独立的Find Papers、Extract Data和Chat with Papers已并入Research Agent工作流。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76527-B42B-4D02-B130-0943611A3B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fbd6a31ec14e43"/>
          <a:stretch xmlns:a="http://schemas.openxmlformats.org/drawingml/2006/main"/>
        </p:blipFill>
        <p:spPr>
          <a:xfrm xmlns:a="http://schemas.openxmlformats.org/drawingml/2006/main">
            <a:off x="762000" y="3960495"/>
            <a:ext cx="9144000" cy="265176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28499-A8CC-4B12-AECE-9083346F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908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983EE-E3A4-466B-BD3B-28194F24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71475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官方变更日期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2026-09-30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7F5667-B903-4F94-BB75-57D62D62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720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7DF10-2809-41D3-8242-92DFFAE2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095875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新任务在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Research Agent中开始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424A52-0C35-436C-87BF-123F857C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531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65E7CD-1C74-4D2E-89FD-7C8C7CAB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检索、提取和提问仍要核对来源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BE04D6-F4A0-4ECA-A46E-308386A6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Elicit官方帮助页实录，2026-10-17；不是本项目Agent执行记录。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0056B8-3CAE-4F37-B228-BDFBBE98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来源：Elicit官方说明，2026-09-30入口变更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B92170-8A99-457B-A4B5-B80119DA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89920300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2D52A-F2B2-4965-AF0F-B620DB5AF33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6E35B7-FB57-4692-A2FA-7F6A68BBE36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9493F-F4DA-4B4B-85BA-11C32B4A909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F4CB66-559C-4D61-B194-D7A9470E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6A926D-5F87-48E4-9204-36985D50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带引文的答案怎样核对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003452-60D0-47CA-B3D4-497BE339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A5A43-CE64-4DF6-B495-7445BFDB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Consensus等工具可把检索与答案组织放在一起。引文链接只是核对的入口。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F05B5-324A-4FFE-AE01-068BC4D1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自然语言问题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CD6C1-AD4B-4F0A-96B1-50BDF775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检索到的研究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3A471-A532-40EC-99CD-3B549285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带引文的综合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263C4-0849-48C0-8289-C1F78E28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回原文检查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513837-F613-4427-AF74-FAE0614D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说明对象与条件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7BD7E5-C844-4ED3-9DF0-3AB04C19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核对相关性和覆盖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1C139-77F5-4181-86F4-0F337DFB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定位每个主要判断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8F9B39-4CF9-4FF7-9456-B8D11CA6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看设计、结果与限制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727E3B-36B2-4415-99FD-E12C0D42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1EA065-BD9F-4E97-804E-4B1B4AC6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核对顺序：先看引用了哪篇，再看原文是否包含该判断，最后检查条件有没有被省略。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FBF45C-4035-4C4C-9621-A8CC72C8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模型给出的“多数支持”仍需检查分母、筛选范围和研究是否可比较。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5D8840-4A2C-4DA2-A55C-955702A3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来源：Consensus官方说明，2026-09-10；课程方法说明／教学示例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78508A-B1BE-4CA4-8CE1-0C26EFB3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91667251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DFD499-5A0F-4025-ABED-4D42BFC03D1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762500" y="5214938"/>
            <a:ext cx="2571750" cy="12239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207AEF-6E2F-4F3D-8FDB-FC7C09A460A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4762500" y="4981575"/>
            <a:ext cx="2571750" cy="2333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8ACCD-F44B-4D82-9043-E7F572E8602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762500" y="3524250"/>
            <a:ext cx="2571750" cy="1690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CE7C57-FADC-458A-80D4-BCD4A81B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D0B08-D954-4E93-9ACD-6B993D43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Semantic Scholar中的发现与阅读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841E7-4878-4E0C-BE07-BDAA9BBE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0F23B-536B-4D3B-ADAF-0FEB350C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论文条目、引用关系和辅助阅读信息可帮助定位材料，短摘要只适合初筛。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3B730-C499-407E-965E-51EE2022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论文条目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F0C8E7-0A4F-4BA4-BE45-149F608F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43250"/>
            <a:ext cx="714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引用与被引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9351A-544B-4213-BC57-4AA61072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38600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寻找前后研究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044CD2-B1D5-49F1-971F-0A9AB16D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00575"/>
            <a:ext cx="714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原文链接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B459D7-E8AF-49E6-95DB-C69BBC51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495925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检查可获取版本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CDFA86-B1E8-464C-AD93-5C2EC5E9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057900"/>
            <a:ext cx="714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辅助摘要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A3498F-826B-4E74-88E6-81856F43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953250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回正文补足条件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85E28D-BDAE-4B4D-827B-A5F2F2B2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48375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核对题名与作者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B2070E-3F95-4D3D-9CDB-1BC552EA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辅助阅读信息可节省定位时间，关键主张仍需原文位置。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3D35B3-DF5D-43CD-9C4F-0869777A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来源：Semantic Scholar官方FAQ；课程方法说明／教学示例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6A9D46-0BAC-4E0D-AEBB-4BBF4BAA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54988740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50F5F0-B5C4-4D30-84E9-8C6B88FA4FD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762500" y="5214938"/>
            <a:ext cx="2571750" cy="12239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D76B6-7132-4659-91CF-B3729DFB60D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4762500" y="4981575"/>
            <a:ext cx="2571750" cy="2333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C6C37-8B5B-4565-BBEA-566380BAF7D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762500" y="3524250"/>
            <a:ext cx="2571750" cy="1690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15FC56-E5D5-4FF9-A190-A756CDFD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1B0B71-290E-4D4B-B970-387A26DF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Zotero中的条目、附件与笔记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3808A-3A68-423D-BDCA-E396C529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567C5-F76B-4DD6-A7CE-01DD41C7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文献条目保存身份信息，附件保存原文，笔记保存阅读判断与证据位置。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D8098-64BE-4BB6-9D80-C5C55787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文献条目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C7AAB2-7C83-42A9-9586-AE90536C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43250"/>
            <a:ext cx="714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题名／作者／DOI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4A0C4B-96E9-4F86-BD9B-5E1D5D98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38600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核对自动获取的元数据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6BE724-9E7C-42BB-83E9-8987EBBA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00575"/>
            <a:ext cx="714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原文与补充材料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9AD334-1349-4CE7-BFB1-AE171420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495925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记录版本及获取来源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ED92B9-BA58-4E27-ACC3-73992263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057900"/>
            <a:ext cx="714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带位置的阅读笔记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4837A5-6CC6-4998-91A5-A3EC9900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953250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区分原文与自己的推断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E0DE60-EED2-4C55-9D64-3DBF8928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48375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同一条目可属于多个集合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9F952E-5769-4421-9C79-0D6BD79A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文献管理解决保存与引用问题，条目仍需对照出版记录核查。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07C57C-DCA0-42E7-90EE-144989FB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来源：Zotero官方使用说明；课程方法说明／教学示例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BFF6ED-D8EE-4CDF-8A59-A757A38C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87269648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A8B3D4-381B-4059-A1C5-E96FB449B7AB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858500" y="6357938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8B8E10-00FE-4D47-8660-E1FAA82D49D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0858500" y="3595688"/>
            <a:ext cx="57150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F6F31F-9CA8-4516-A7EF-19ED011425C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953000" y="4905375"/>
            <a:ext cx="2095500" cy="14525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75ABA6-4BF8-4612-A379-FED6827B7A4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953000" y="3595688"/>
            <a:ext cx="2095500" cy="1309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D346CC-1793-4536-94A4-0D036A9E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5FF0D-0074-4318-A6EF-50A95439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去重与版本关系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044C16-F171-41D3-A2F3-792E0D35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ACD8B-FE39-4F09-B975-2487DB26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题名接近的记录可能是重复导入，也可能是预印本、正式论文或更正通知。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7FE1DE-0339-4CB6-8C6F-991CA867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4191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记录疑似重复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CFD870-3893-413C-951D-4BFFF964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9087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同一研究同一版本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AA659A-5141-4495-AA94-A8F8078B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190875"/>
            <a:ext cx="3048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合并条目并保留附件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F80338-F351-4C6A-82BD-46DB932A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95312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不同版本或更新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E4747-3343-41DD-ABEE-393D52A2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810250"/>
            <a:ext cx="3048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记录对应关系与差别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38D847-D7F0-4589-8D6E-BF97AF6E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去重操作应保留记录；版本不同的结果需回原文逐项核对。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7A8A24-62E3-45B6-A9D6-59300563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来源：课程方法说明／教学示例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73C8F0-4BED-4204-B787-9A04A2BD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72716746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9D86F0-1FE7-4D53-B0E8-518FD16E802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891B55-1D23-474D-8BE3-F12DFDAFCF5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07FFDD-2648-4CA0-9344-03E6AF91345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659D2D-096C-4125-BD86-A369E345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EC6B3-7908-4BB5-8C65-3A842116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纳入、排除与全文缺失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F72AF2-CB38-4EBA-AB50-E5D36911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E489C-1F05-4416-9D21-BF398A69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题录初筛、全文判断与证据提取是不同步骤，每一步都可能留下未决条目。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D9E62-D37F-4077-9944-F4F7399D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题录与摘要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ABB8AA-B389-470D-977B-15F2A9F5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全文是否可得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567B5-4EA2-4FCD-BC15-1DB76697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符合问题范围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DDDC93-E36B-4D7D-A559-DF087726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进入证据表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B1AC0F-68B2-490E-9E5A-7290A7CC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检查对象与主题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509289-5FE9-47E4-B489-8771FC5F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672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缺失全文另列待取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C1FE52-63E0-42FC-B331-47D43856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672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记下排除的具体理由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3A8A25-529D-48CF-9FBB-33C9D5C8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6672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保存原文位置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638D34-E5F6-4845-A567-928ABE0A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72250"/>
            <a:ext cx="6572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全文缺失／范围不符／信息不清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A57A24-9F66-4A88-9D9E-18F37FE1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分别记录原因和下一步处理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72D03F-6B10-43A5-A4CF-B5FFD042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流程示意，无虚构筛选数量；全文未取到与研究不符合需分别记录。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DE26CD-031B-4BA7-8768-8BE8E9B7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来源：PRISMA 2020官方说明；课程方法说明／教学示例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A432E4-FEAA-4AAF-8FE4-44FBAC29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59267042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C650DC-B1C3-4DB4-BC83-6327DB3795A4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6A49F-8815-470F-A0D4-FC50CB62110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EB04A6-F855-4316-B160-449DDBA8DC2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DBD6E8-E2C9-4901-AEDC-BD8A2403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A06A4-6760-4889-AD46-37DE1DCC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一篇论文的阅读顺序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ACD6F7-D479-419C-9D58-CCA4B33F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B2120F-F0FF-4C83-8701-B14B8AA6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先判断论文在回答什么，再查设计和结果，最后解释作者结论适用到哪里。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E6D08-8326-4962-ADEE-C7A0F3E7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问题与研究对象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CD1389-B12E-47C4-8BEB-BBB23293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方法与比较条件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AF7BD-C219-414A-B594-5533F8F5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主要结果与图表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CA35D-C9F9-42EC-A10A-69BC7317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限制与适用范围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1C7153-89EE-4B32-969F-D77A19ED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记录作者真正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研究的内容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5D69DF-2558-43DB-B308-14AA864A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看分组、测量与排除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F2D13E-4DFE-4C3A-9D09-774928BD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核对数值、单位和分母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E0043B-CE70-4348-8201-A172F27C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区分结果、解释与推测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5E2FFE-CF41-4C6D-A065-5B8810BC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0CCA56-6DF3-45B5-A04F-529D7F8B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阅读笔记中把原文事实和自己的解释分开，避免写综述时找不到依据。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AD2A65-E2CD-4C1A-B702-9EA19C51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笔记至少保留：原文位置、自己的转述和仍不确定的地方。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BF67FC-F7D0-4A20-8DFE-CEF7A025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CEF656-5915-4B89-9BC1-3E108D55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124859766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433F19-757C-4575-88DC-312C9A4459B0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810750" y="68008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41165E-0A53-44A4-8791-00D2DC6AE170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9810750" y="570547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2CA810-DBE0-405A-AB32-FA73A60923D4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810750" y="461010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F8AAD0-A117-46B8-94C1-5DA5A7DEDBF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810750" y="351472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53EBB7-79E0-495D-9B45-FCBB24A2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1885D-3BAE-4CF7-8D3D-B0AC981D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证据提取中的定位信息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C43A1-7CDC-45EA-96CD-537E1A00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F14C3-24B5-465F-86BF-4FF52DA7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同一句“提高学习表现”，需要补出对象、比较条件、测量时点和结论范围。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40D14-EDEA-462D-8CF5-26C1B363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A2486-4DF4-46C3-8FBA-F49D568E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695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土耳其一所高中的数学教学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BA73D-85F3-4E34-8D05-14D60105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4325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Experimental Design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79774-73B1-4844-8A30-64AFB8C8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比较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F2D9A3-2BC3-4245-99DD-D6DCCA28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38625"/>
            <a:ext cx="695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Base、Tutor与无生成式AI资源组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F83B43-B8C3-4EEE-BE3E-A0D6E49D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238625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Experimental Design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F19CF1-6FDD-43DC-9A2D-F21417E7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测量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8DE273-98A9-473A-889C-ADBF31E6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34000"/>
            <a:ext cx="695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有帮助的练习与撤去资源的测验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B4028D-4248-4730-8B3B-FC08181A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33400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Abstract、Table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AB7690-0C8A-4F67-BE2E-C62197BE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限定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DAAD97-C481-47C4-BF49-23B90690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429375"/>
            <a:ext cx="695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特定工具、学校和教学任务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D4BBC8-55E9-4702-BBA6-47D6922A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课程解读：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外推需证据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3DDCFE-A748-498A-9946-CB264EB1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公开真实研究的中文提取示例；定位到段落或表格后再引用。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175A85-3DD3-4B38-81E2-112C357D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2025；课程方法说明／教学示例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AE8E36-F60C-450E-8A0B-C715AC71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187789508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CEE561-C111-4D04-A345-91AB100C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0B4620-67AE-418D-A7C6-4D019A0E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两篇研究的设计比较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673DA-914B-4901-9163-A2319D27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A77D5-250C-497F-8F91-07254A9D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两项研究都讨论AI学习，但人群、对照条件和测量安排不同。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42A7A0-3BC4-4D7B-AD77-5EEFABF30204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137160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429250"/>
                <a:gridCol w="5429250"/>
              </a:tblGrid>
              <a:tr h="8572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比较项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Bastani等，2025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Kestin等，2025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对象／学科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土耳其高中数学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Harvard本科入门物理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比较条件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两种AI辅导与无AI资源组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定制AI辅导与课堂主动学习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结果测量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有帮助练习／无资源测验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课程内容的前测与后测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解释范围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工具设计与独立表现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定制辅导的特定课堂比较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7E4CA-2AB0-4705-9783-A80D0811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两篇为比较教学案例，未覆盖全部相关文献，不构成系统综述。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B9E586-FB00-43B2-9E18-C29BAFE4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2025；Kestin等，Scientific Reports 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A030A-76B2-4E25-839B-D79BD150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10614288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7A941A-3DD2-43A3-B0B1-AFEE7960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2B16D1-6B3D-4DF4-85FB-922D7958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真实数据：一张后测成绩图怎样读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72DB05-70F0-438F-AE14-B98888B3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0D06A-3E30-408C-A6D8-8B7F10A6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Harvard本科物理研究：比较定制AI辅导与课堂主动学习，先核对统计量与记录单位。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CDE4EDAF-E0C2-4FEA-8D32-9F3BCAC34BB9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8096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5c121ebbfb432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30D0B-0105-42D4-A79C-12A715BB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7239000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174条记录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A4BF4B-A3F7-4046-B15C-93EC2515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7239000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142条记录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4E267-5B25-4A17-9EA8-82ED2D7C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908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先看统计量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BE2AFF-BCE8-4B42-94EE-B8C7D556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78142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中位数是排列后居中的分数。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3.5与4.5是分值，不是百分比。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29276-D335-4B51-983B-AB4473B3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33950"/>
            <a:ext cx="4762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F418DF-2BA8-4706-80E0-67D4A957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2197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再看记录单位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91A31D-F696-4317-BD52-F82F2DA2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810250"/>
            <a:ext cx="4762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316条记录来自194个编号。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合并前测中位数为2.75。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并非每个编号都有两条记录。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B5BD24-6B2A-4843-B1F9-652C83CB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作者公开数据的描述统计复算；未复现全部回归，未重新实施实验。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5AA17D-75C4-4A26-846C-BEA48D2F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来源：Kestin等，Scientific Reports 2025；Kestin作者数据，本地复算2026-10-19；UCL Thomas，2025，原始工作坊课件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14331B-5D19-435E-8905-68CCB80B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33491269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3F21F-7BFE-43A5-B376-525678AC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CC7E3-7D73-419B-A008-6E97E5CF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一条研究结论的证据登记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E2C56-0D02-4B24-9606-90F763D3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4B4C8-5ECF-49CD-A21A-BF60F4E5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以“定制AI辅导的后测中位数较高”为例，分开记录已核事实、解释与待查问题。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6B60C9-B004-40BA-A065-E507E2632941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191250"/>
                <a:gridCol w="46672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主要内容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需要检查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原文与数据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后测中位数3.5与4.5；</a:t>
                      </a:r>
                    </a:p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记录数174与142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Results对应段；</a:t>
                      </a:r>
                    </a:p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公开文件post_score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课程解释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特定课程中的两种</a:t>
                      </a:r>
                    </a:p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教学条件比较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保留对象、对照</a:t>
                      </a:r>
                    </a:p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及后测时点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仍待核对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194个编号、316行；</a:t>
                      </a:r>
                    </a:p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72个编号只出现一次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核查纳入与行记录关系；</a:t>
                      </a:r>
                    </a:p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不补造缺失原因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323F4-5B9D-43AD-B24F-B9251FC4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复算结果相符，仍要检查设计与材料缺口；72个单次编号保留为待核事项。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1C820A-45A9-42F7-AB7C-C8906C90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来源：Kestin等，Scientific Reports 2025；Kestin作者数据，本地复算2026-10-19；课程方法说明／教学示例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9D165D-C990-476B-92E6-FBCA1B9A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065534902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99F698-E517-4CED-9A8D-F1B24483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7ACCC-4F65-4B2C-8954-F71C8D42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综述段落的组织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ECCA8-F60A-4909-B59F-D3FF3EB8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62F44D-7965-4379-93FB-56CC8670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按研究问题组织证据，说明差异发生在哪个条件下。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9CAB7-5986-4D6A-ACAE-435C78A3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逐篇列举，信息停留在主题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CD7DF-B757-470B-970E-684BF5F5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研究甲讨论了AI教育。研究乙也讨论了AI教育。两项研究都很有意义，未来值得深入研究。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8F88B8-16D4-49AA-8E54-B2C4F9F6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14C868-2C6A-4E0B-BB88-989D2060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围绕比较条件组织证据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4E1E1B-F37D-4793-967F-DB9490A3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371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评价AI辅导，需要先说明比较条件与测量时点。高中数学研究区分有帮助的练习和撤去资源的测验（Bastani等，2025）；本科物理研究中，定制AI辅导与课堂主动学习的后测中位数为4.5和3.5（Kestin等，2025）。这些结果回答的问题不同，不能合成“AI对所有学生都有效”的结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7A27ED-9B43-4ABA-8F86-F3C64F62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课程编写的综述示例，附具体研究出处，未宣称代表整个领域。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86B081-B52B-4194-A6C2-4BA17789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2025；Kestin等，Scientific Reports 2025；Kestin作者数据，本地复算2026-10-19；课程方法说明／教学示例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C08EAD-B24C-4745-B716-9A532985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29790358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CB9A82-53C1-4BDC-B538-6999BB545307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D7B37-53C3-4712-9355-8401445D8B5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5AF79F-19BC-4ACD-B4FF-F4399C7D406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9CDE7E-A56D-466C-BF44-05742A3D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DADF3-6A11-403A-B14E-582ABB9C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一条引文的核验过程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C2165D-BC57-44BE-AF93-6D8C6BFD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D5D94D-492F-459A-8D94-489448EC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文章身份、发表状态和主张支持是三个需要分别回答的问题。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35ED43-29E0-49CA-AB05-89F709E4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题名与DOI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F5F6F-EFE3-47AF-82AB-6B40C60C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作者、年份与版本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E2FAF-1914-416D-A4D8-F543861F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更新或撤稿状态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F8C36B-2233-4F3E-9B94-8C8CE6DB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原文能否支持主张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732076-ED0E-4AE8-A428-3861C315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找到原始出版记录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D91452-219E-40FB-8166-EF65CE23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核对条目是否错配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38BC08-5FCB-400D-BDD2-D598D789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查出版商与更新记录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1DF0F2-0FA0-47D0-BD51-2E6F69A9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看对象、结果和限定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F5AFF1-9FA9-4B5D-9E3D-8E9ADA27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39A413-AF38-49EF-9540-0AA7664B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引文真实性与主张支持分别检查，不能用DOI可解析代替原文核查。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5120BE-99A1-4931-8047-FD77B130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核验结果应分别记录：身份、版本、更新状态与主张支持情况。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0F5E66-2057-45E3-9163-37FE853C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A9347A-E27B-4C8B-8D8E-D6543024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629459705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E973A9-4018-45E8-870B-D42D5DDA61D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429750" y="37147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120DBB-36B2-4D24-97D5-2874CC3DF7C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381500" y="37147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7C488D-C6A2-423D-B6BE-6E7E21E5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A5696-B0A6-4466-880F-8359B58A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研究空白与反证检索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8E1D94-E39F-48BA-9722-E90374ED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53AD8-B31D-4F08-8AFA-A886C2DD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一句“尚无研究”需要主动寻找反例，并回到原始研究核对。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E13DF-A6BA-437A-BC1A-C737AB6C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3619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待核查的空白断言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82C58B-1A6A-40F5-84AB-89B44FAC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33750"/>
            <a:ext cx="3619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查找反例与原文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AD6F1-0290-41A8-90E3-376CAB67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333750"/>
            <a:ext cx="3619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修订研究问题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FB54A3-C188-47D5-990C-5B0F2BBC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3619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高校没有AI辅导</a:t>
            </a:r>
          </a:p>
          <a:p xmlns:a="http://schemas.openxmlformats.org/drawingml/2006/main">
            <a: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实证研究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9B5059-CB9D-46AA-963F-AA65BE0C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14875"/>
            <a:ext cx="3619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Kestin等已报告本科物理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随机对照研究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DB8346-E6E9-41ED-8A1B-ED2A9BDF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714875"/>
            <a:ext cx="3619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继续核查特定课程、工具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及延后测量的未回答问题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83B2F-3829-4EA9-9CD2-179253CC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反证检索：同义表达、前后引文、近期论文和预印本都要考虑。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1AD32E-86F3-4BC7-ADF1-F46E8D9F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反例能推翻过宽的空白表述；收窄问题后还需继续检索。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36E4B9-9871-46B8-A7DC-CA9DC92D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2025；Kestin等，Scientific Reports 2025；课程方法说明／教学示例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11DDFA-DF81-4AA1-ABEA-47E1FBD6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100031237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8552F1-314D-4F6D-957B-762CBE956D37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143250" y="60579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45C4A3-9AC5-4333-BB75-9E9DB0EAE8CF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143250" y="49720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992B1-FF49-49CB-BB56-4F5ACA538EA7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143250" y="38862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E9482E-9896-4F98-810B-43EF8042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66651-0DB9-4356-AAB9-B9806B83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文献Agent的材料流转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9BC4A-A9A7-46CF-B4E2-D570713B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37767-5086-41FB-AADB-936CC0EC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检索、筛选、提取和写作需要保存中间材料，才能检查遗漏与错误。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D10CE-A4FD-4BF0-B4CF-FC549BD5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问题与检索范围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8679D-F006-4AAF-946F-86A63EDB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1945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输入与版本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35F1E4-6175-49A9-BD0C-B1EA498D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候选记录与全文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F676F1-1554-4FE0-A0D2-663EFAF6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0530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去重和纳入依据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CDF0B-3D79-4869-B3FB-68399D84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证据矩阵与缺口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50729C-2A6A-4DFA-87FE-99A9AEFF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9115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原文位置及信息状态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B76B9D-B8F8-4293-9B89-2F7E10C5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008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综述草稿与核验表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EEB6D1-7561-4CFA-A41E-A6F93DB4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7700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引文支持与未决事项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63DE6E-D66C-4DDD-BF51-72E3C84E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流程示意：失败和缺失也要进入记录，不能用生成文本替代未取得的原文。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C9B188-D912-4C3C-9C79-7713F7B4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来源：UCL Thomas，2025，原始工作坊课件；课程方法说明／教学示例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F67DE4-F58B-40C4-B796-6F57895B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139240271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94D491-623C-43AA-8AD4-E99AFAB8DD84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143250" y="60579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C91B1C-1164-4D89-A182-960218755ABC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143250" y="49720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DF466-38FA-4BA0-9892-9332FBB0C41D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143250" y="38862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B896B0-1AAC-4D36-AAA8-E320CB10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92CC5B-666C-4C1E-87B9-F83AF14D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一份可检查的文献工作包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07993F-7C35-4BF5-B7EA-FBDB198D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9E0C6-664A-4C23-B64F-219787B1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交付时应能追查材料来源、比较依据，以及仍然没有解决的问题。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98AA3D-9AFA-4F99-8ED8-E95889DC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检索记录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7222A-8A26-4644-A915-0D83EC86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1945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检索式、日期、筛选条件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B9696-5058-4411-8436-C9295042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文献与版本清单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63B22-A3EF-4505-B59E-B1073053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0530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DOI、来源与全文状态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C8FF8B-F69B-4D6A-BEEE-33A2AA97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证据矩阵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2602D4-6D75-44B5-B568-CFC1B83E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9115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设计、结果、原文位置与复算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7BD437-BF60-4170-94B6-6BFB41AA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008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综述与问题清单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523247-29A0-4921-BD48-A27278ED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7700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支持的结论和待补材料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75AFAD-0E0C-4A58-BC40-43B8DE6D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下一节：依据已有研究与资源条件，安排研究对象、比较和测量。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B63583-A20F-41A9-B95C-7D7CB148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来源：课程方法说明／教学示例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47C1D4-2EFC-4EBE-BDB1-B87BB2DC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638720454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1D5DCE-4F71-4940-8034-69DA23B17A8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E415E2-7820-49E6-A3D0-34C24BD9810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B20050-F963-45F7-ACE7-47809037960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CFA32F-0C0C-427C-8312-092EF62A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F5445-A412-40C6-BB27-9B0503A9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研究与实验方案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E72A9-77BD-4E10-968B-F9E9CAB7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9406F-06FE-42BB-A3F9-C2308F32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研究设计需要说明：比较谁、改变什么、测量什么，以及哪些差异会影响判断。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D8E16-EB72-4CFA-8CE3-BA2FE4F9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5727AD-D707-4138-9BBF-5C540851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对象与比较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455BD7-3001-4894-A971-0B3E9AE0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测量与分析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42A82-3B2B-4176-A642-4E1AF6BE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资源与风险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D23918-AF97-4BC4-ABC9-58336C71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明确要估计的差异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BDDDFE-B78A-4C01-B388-0974B485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规定分配单位和对照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07205A-3E2D-4FFA-BA44-F4F7669F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记录指标、时点和规则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89769A-E419-4184-BF4D-E5498EEA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确认授权、条件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与备用安排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16F66E-A76F-401C-9337-5909121F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851655-62F8-4742-ACE7-CEB21876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例如：比较两种提示方式，需要先统一内容和测验，再说明分配与实施差异。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6C7C9C-5671-4505-B563-E5C5DD1B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问题、指标和可获得的证据需要对应，后续分析才能解释结果。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DADE59-3227-4068-AF24-3C41C1C6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Davis 2026，区组设计课件；课程方法说明／教学模拟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2B3C52-5713-4AF0-B2C4-C28B164C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10651352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8FD947-6137-41C5-B62C-49664A4F7545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12382500" y="5381625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66A44F-ACC0-4DAB-8491-268BA6A792C8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8763000" y="4905375"/>
            <a:ext cx="1524000" cy="1714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997993-C74F-4BD7-879D-E5DE63D4D09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810000" y="4953000"/>
            <a:ext cx="1619250" cy="1666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1367C0-D741-4AB6-8E7D-DB1DFBB41D3D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8763000" y="4905375"/>
            <a:ext cx="1524000" cy="238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6554F0-88AD-483C-9F97-8B6F0251D36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810000" y="4953000"/>
            <a:ext cx="1619250" cy="190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A1BA20-AB12-4963-BA69-C60672EAC56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763000" y="3667125"/>
            <a:ext cx="1524000" cy="1238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6D2E5-94F8-4F7A-B689-D9ABF1DE26A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810000" y="3667125"/>
            <a:ext cx="1619250" cy="1285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83E7C6-6EB0-49FB-B783-B3CB906D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CD6835-55FA-4913-AEEF-F2A51FA4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公开研究中的分组与测量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52D70-A161-46D7-9B2A-F74D4709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27213-60F4-4320-8A46-E1D1FCFE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高中数学研究把辅导方式与测量阶段分开，便于比较当场表现和独立掌握。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DA284-5CC7-416A-9C99-123FE1D5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班级随机分配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58089-115A-4870-A94A-5A55520C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29125"/>
            <a:ext cx="4191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按组条件完成练习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B163FC-F21F-459D-A8F8-C1810896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3333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无生成式AI资源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CC7132-4AA9-4DCC-A94E-00C06D91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19625"/>
            <a:ext cx="3333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常规AI答疑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（Base）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F7B9ED-57E3-477A-8E8F-B60B7B10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096000"/>
            <a:ext cx="3333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教师预设提示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（Tutor）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07E50C-6136-4FC7-A9C1-9151169C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29375"/>
            <a:ext cx="4191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统一无资源测验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FAF54E-E6B1-46DE-8048-D6BDECFA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0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对照组仍可用课本和笔记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DAD1E-FB7E-4ED7-A66D-F259E520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公开真实研究的设计转述；班级分配，三组资源不同，测验条件一致。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820477-5D14-49DF-AFDE-364CFBA9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2025，实验设计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3ABB81-DF2B-459A-96D1-C7161E12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901679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C53CDE-E37A-466B-8DEB-032042015F8B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9239250" y="4929188"/>
            <a:ext cx="1809750" cy="1309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BDAB49-73FA-4A6C-AAD5-B4D4A67B8A5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239250" y="3714750"/>
            <a:ext cx="1809750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D302AF-45D4-462B-8F50-CCDADAB7E994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095750" y="4905375"/>
            <a:ext cx="180975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0218BB-1475-48B2-8CE1-93ABFB6E279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4095750" y="3714750"/>
            <a:ext cx="1809750" cy="1190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66757D-D628-40C2-9E60-0F80BF26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E78F6-A00D-4760-910A-91546106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一份拟议研究的分配与测量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2CD9C-10FB-47C5-9A87-409805CC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1FF32-E0EA-443C-BDED-38A6EC84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本科课程教学示例：比较逐步提示与完整解答，以一周后的无AI新题评分为主要结果。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6A9CCB-600A-44A4-9C1D-E3C360DE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第0天：学习前测量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B197C-24DA-4440-955A-F30B186C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33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学生随机1∶1分配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518BA-FB5D-4163-9AFA-EDA1FC81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90875"/>
            <a:ext cx="3333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逐步提示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计划50人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F2B27D-7F78-4C31-84E5-9FA058ED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715000"/>
            <a:ext cx="3333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完整解答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计划50人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9657B-1CB6-4BC8-A987-BB93147C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0"/>
            <a:ext cx="3429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一周后无AI新题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主要结果0—100分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3ECCF6-DF16-427E-A608-67831EF6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同类内容与时间规则；补充记录当场表现、用时及额外帮助。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A0AF28-09E0-4D33-B5FB-DC9E6B78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教学模拟：50人/组来自第11页假设情景；尚未招募、采集或获批。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416B3A-7A06-4438-AF2E-10AC3FDF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来源：课程方法说明／教学模拟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500044-BC2F-4AF0-9C0D-72F10330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54063419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4F05BB-117C-48B9-8096-97108ADAC455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953000" y="6596063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74B40-5E64-4725-B821-EE9DE340AF08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953000" y="5119688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85F4FD-7BC9-4FAD-B0D5-E7E8284C1E5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953000" y="3643313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134EF-9298-436E-8CAB-971C3DFC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D32C7-37E2-40B7-908B-42A97FA7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变量与可能的干扰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D1DF0-608E-4E09-A7DA-B5EDA386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C123FE-6328-493D-A32E-8EBBB880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方案需要区分研究者改变的条件、实际测量的结果，以及需要控制或记录的其他差异。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E8B5C-B02A-4077-ABD1-34B7F97F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4191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改变的条件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78DC7-2B5A-4154-9DF5-C550260D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0"/>
            <a:ext cx="723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提示方式、使用规则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5EDD4-9B3A-4A00-A74B-8A9D90F0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4191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观察的结果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04DFC5-EB0D-44C8-9EC9-175E93AF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14875"/>
            <a:ext cx="723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新题评分、完成时间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70537-F711-451C-AEEF-A3FC16EB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191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可能的干扰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2B6112-938D-4B7A-A2EB-AFB4F05A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91250"/>
            <a:ext cx="723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基础水平、课程内容、额外帮助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11221B-ECB2-4FAD-8506-B36B92D2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同一变量在不同问题中可能扮演不同角色，先回到要回答的问题。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EA6F4E-6DC5-4037-A002-E6383F79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来源：NIST手册§5.3.2；课程方法说明／教学模拟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83DE2D-82D6-4825-832B-22E484CE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8490875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C3ACF-97F9-413A-94B0-8085DF1B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908DD-123A-453E-99F0-C0DF6CDF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对照条件与一致条件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AF0A50-80AA-4AEC-AB81-5BD2FC94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7960C-ECA2-43B8-BFE7-27ED9CC0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比较提示方式时，若题目、时间和评分同时改变，就难以解释差异来自哪里。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99F59F-078B-4794-BC8D-05EF86E1554A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5334000"/>
                <a:gridCol w="5334000"/>
              </a:tblGrid>
              <a:tr h="1047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比较条件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逐步提示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完整解答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共同安排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同类内容、相同时间规则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同类内容、相同时间规则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共同测量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延后新题、统一评分规则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延后新题、统一评分规则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记录偏离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额外帮助、缺席与执行差异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额外帮助、缺席与执行差异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C2460-E751-4809-BAB4-F90BB931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教学模拟：差异条件和共同安排分别写清，执行偏离另作记录。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BD309-692C-426B-828B-8B5B6C16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来源：课程方法说明／教学模拟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D1A3F-807A-44F1-9045-3BE23A45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56236415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E368BC-0106-4880-97EF-CE74464C6A62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001000" y="6310313"/>
            <a:ext cx="2571750" cy="619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C579DD-D924-4758-BB05-46DD29638228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8001000" y="5834063"/>
            <a:ext cx="2571750" cy="476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59E1DA-BA22-46F3-8233-88FD9824FFC2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238500" y="6310313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B925D1-3E28-4869-B059-81F64CD4037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001000" y="3976688"/>
            <a:ext cx="2571750" cy="619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68232B-DF1F-4C18-A8EB-C5DA4BFDC25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8001000" y="3500438"/>
            <a:ext cx="2571750" cy="476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5EA44-BD80-4D5F-A9AD-19655A1E447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238500" y="3976688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2E0CDE-4248-4296-92F0-0D12C12D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E8A8D-570D-4095-B6E8-02A49387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随机分配与区组安排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652BE-4E6C-42BC-B9DD-9C5C55BA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77AAA-F409-4BB4-8C99-A3515878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已知批次差异可在设计中分开处理，再在每个批次内安排不同处理。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9D537-AFE1-4CBB-A0F2-8E9FD120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2476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第1天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FDBCE2-E748-4F9A-97EC-CA8E8431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71875"/>
            <a:ext cx="3238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日内随机安排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6CF69-A97C-461A-B3C3-466FEB6E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43250"/>
            <a:ext cx="3905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处理A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27170-9137-45F1-9CBD-A5DC3DE0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38625"/>
            <a:ext cx="3905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处理B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DA6C64-CD4A-40E3-91E9-A6FFA5B0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2476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第2天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1079D5-DA0F-47E0-B062-C39D1C21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905500"/>
            <a:ext cx="3238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日内随机安排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5A4280-F11F-485E-9818-9CA6B9F1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76875"/>
            <a:ext cx="3905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处理A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6D0B46-DFCD-4B68-A1A2-F9D9191A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72250"/>
            <a:ext cx="3905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处理B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288124-C37D-4524-A562-4FE868B0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教学示意：每天都有两种处理，具体样品数与分配表需按研究另定。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D3E719-D7FA-4719-B2B7-B5CD514B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Davis 2026，区组设计课件；NIST手册§5.3.3.2；课程方法说明／教学模拟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76F5EB-FCCF-4550-BEEE-EBFD6C36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86303739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29B1A2-B34B-47D2-A82D-36F6AA54308C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286750" y="6548438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750B69-9284-42A7-8453-04D6FDC719E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333750" y="5119688"/>
            <a:ext cx="2095500" cy="1428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57C539-AD2D-4B77-85CD-B0EAD5363C76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286750" y="5072063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0BC43-F139-4C30-B022-62DAEB6CB6F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3333750" y="5072063"/>
            <a:ext cx="2095500" cy="47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FA0A7-2353-4E8B-8B34-5ED4477A498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286750" y="3595688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61566-91FC-4A66-A339-A0F50C3BF67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333750" y="3595688"/>
            <a:ext cx="2095500" cy="1524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B20985-67E9-4897-8F1D-5782B807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48D4D-A5C7-459A-B2F8-70FF4B16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独立样本与重复读数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618CD-485B-4E49-88CA-C976B8CB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29905D-9050-4677-A4B4-4E7EB4E4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同一试样读三次，可以检查测量稳定性；它仍然只提供一个独立试样。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CA6DF-D2C9-4A87-8ADE-90D744F9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2571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独立制备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2C0A2-C636-4D96-B5F1-5DB2EDDE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90875"/>
            <a:ext cx="2857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试样1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8BA4D-E404-4C71-ACA1-0E8D1831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90875"/>
            <a:ext cx="4381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读数1    读数2    读数3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70CDA4-14A3-4E50-B64B-087CF580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67250"/>
            <a:ext cx="2857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试样2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EC73D6-C86E-4620-979D-FA1C61E4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67250"/>
            <a:ext cx="4381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读数1    读数2    读数3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0F466C-41EC-494A-922B-983567EF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143625"/>
            <a:ext cx="2857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试样3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8594F8-6972-4B79-B445-DDC668A7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43625"/>
            <a:ext cx="4381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读数1    读数2    读数3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B72B34-011E-4D24-8303-BFA3F8D9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48500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独立试样数：3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44153F-780D-4911-8B08-685738E7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048500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总读数：3 × 3 = 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CEC8F3-9204-4829-9B87-2D3FB236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教学模拟：图中3份独立试样、9次读数；不代表已完成样本量论证。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29DBF8-2A68-45EB-91D1-F052B744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来源：课程方法说明／教学模拟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AE9E50-1BE3-44D5-9ED3-CB397927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62131672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350696-1D3A-483B-88D9-920855D4317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698EB-0E2E-4265-A391-0C9584630C2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CF9990-296F-425F-B85E-CBE1E029F7F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3D9FD2-CF95-465E-BB08-079A0FAA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B7A88-1257-4D44-8775-8ED4C009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编码、盲法与评分偏差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274EC1-1966-47AD-B854-EF35EC38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4D625-80A6-4788-87E6-1316773C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知道组别可能影响操作或评分。能隐藏的信息和不能隐藏的环节都要在方案里交代。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95AB8-CE52-4ECE-A01E-8A3F40DC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样品或答卷编码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3252E5-77BB-4589-8947-46C91328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按统一规则测量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477D6-C03E-4927-B703-5E8E7B62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独立保存组别表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31B41-85C0-4874-9B4D-CFAD7A47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分析后按规则解码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E92472-895E-4047-8A2C-C0330CC0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编号不直接显示组别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89A6C2-40D5-4F76-93BC-A8744E8E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测量或评分者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尽量不知组别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8B553B-70D2-4823-9CDB-650A104B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限制可访问人员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并留记录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5F0716-B9C0-43A3-8FCB-271C4363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说明谁在何时知道分组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96D7BB-8C8E-48F0-9310-FEADB17D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BEAD13-2BC0-4797-9863-2D20FCFB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编号、隐藏分组和解码由谁负责，应写入方案；盲法无法实施时说明原因。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29BB9F-0ABF-47EC-A251-590351B7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可行性受研究任务影响，未能盲的环节也要明确报告。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B3DD46-7254-4A16-8A7C-95E3C621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来源：课程方法说明／教学模拟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6B0537-692F-4B88-8FFF-06EB2336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62016379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EC603F-E0C9-415F-806A-6AA14C3D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442015-0A08-4461-81D6-6874E244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公开教材示例：三因素的全部组合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9CFE4-F975-4329-97BD-AA1C44E2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32F8B-499E-472A-B3FD-45D88EA9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温度、浓度和催化剂各有两个水平，全部组合共8组。表中y是课件报告的响应。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2F59C-8092-435B-8764-7C3D447C771F}"/>
              </a:ext>
            </a:extLst>
          </p:cNvPr>
          <p:cNvGraphicFramePr/>
          <p:nvPr/>
        </p:nvGraphicFramePr>
        <p:xfrm>
          <a:off xmlns:a="http://schemas.openxmlformats.org/drawingml/2006/main" x="762000" y="3028950"/>
          <a:ext xmlns:a="http://schemas.openxmlformats.org/drawingml/2006/main" cx="13716000" cy="4514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238500"/>
                <a:gridCol w="3238500"/>
                <a:gridCol w="2857500"/>
                <a:gridCol w="2857500"/>
              </a:tblGrid>
              <a:tr h="5016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温度T（°C）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浓度C（%）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催化剂K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响应y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83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F5DE1-298D-4A22-BE63-8BC27B69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公开教材示例，非本项目实测；y为两次重复均值，原课件未标物理单位。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406DB-14F4-4DA1-B561-54B2F8DC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Davis 2026，因子设计课件pp.8–9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73D56-F3F5-4EAF-9FFC-59FE7B3C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90366495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E2A796-5D61-4ACE-9682-E0600D86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A15C9-696F-4B93-A3A8-0EB50C3C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一个因素的效果可能随另一个因素改变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B2E86-8E29-4210-9415-D944DDBA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483596-206C-4C68-AF3C-E7D5F576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固定浓度C为20%，温度从160°C到180°C时，催化剂A与B对应的响应增量不同。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A368278-47E1-4EC4-A948-AE9874C5F0A5}"/>
              </a:ext>
            </a:extLst>
          </p:cNvPr>
          <p:cNvGraphicFramePr/>
          <p:nvPr/>
        </p:nvGraphicFramePr>
        <p:xfrm>
          <a:off xmlns:a="http://schemas.openxmlformats.org/drawingml/2006/main" x="762000" y="3238500"/>
          <a:ext xmlns:a="http://schemas.openxmlformats.org/drawingml/2006/main" cx="819150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67e9199fa6b407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EA381-ED4F-4BEC-9C6C-E85CD174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0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温度变化的响应增量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D7AE8-EC47-431C-B36C-626DB917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43375"/>
            <a:ext cx="457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催化剂A：72 − 60 = 12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催化剂B：83 − 52 = 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CFC8CF-6458-4380-87D1-A3D381DC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15000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增量差：31 − 12 = 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FF329-E69B-4EE7-9A92-E965AC5D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7225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无原始重复读数，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不据此判断统计显著。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20ED5D-8810-414E-8066-71771A13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公开课件数据重绘；仅展示条件增量，未作显著性判断或工艺推广。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A7FC26-A799-4BB4-A128-4DD1DABB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Davis 2026，因子设计课件pp.8–9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DD4FAA-BA55-4CA6-988E-40289844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48868539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82AA5E-4C84-4AF6-B918-831A2208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2E532-2D9A-4C89-A366-A6B5491B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样本量怎样随目标差异改变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FB2BB-E545-42A2-90B2-C8FF4452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92F383-D9C3-4230-9150-5E12E5C4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教学计算：两组独立、等人数；假设标准差10分，双侧显著性水平0.05，检验功效80%。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22A02F8-9B5E-4BFB-95D4-BFCAE2B58B3C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838200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c2c687cf2045a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40BB4C-B2DC-4582-993B-32CD2BD9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3850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差异与波动要有依据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871D6-285C-4713-89CD-3C2CB7FF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05250"/>
            <a:ext cx="447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标准差描述分数的分散。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10分和目标差都是教学假设。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891AA-B6F1-4118-A09C-6D45F7F1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095875"/>
            <a:ext cx="4476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0EA8D2-D150-4A15-8669-8FE210A2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3816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45人/组的适用条件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E74865-9BB2-4CA4-951F-CDD84911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048375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只对应本例“差6分”情景。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改为班级分配需重新计算。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C09378-0E14-4C19-A1CE-133BA344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1371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功效80%：若设定差异存在且前提成立，重复研究中约80%能检出。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3D9535-6E74-4E0B-B522-356512F9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参数为教学假设；本地R实际计算，未纳入班级相关或实际缺失机制。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4A1FD8-3C16-45F9-8A6B-2D9BE3AC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来源：Lakens，2022，样本量论证；R stats官方说明；本地计算2026-10-19；课程方法说明／教学模拟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BD7B5E-73C7-4377-BF47-2E595F68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71122211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238EBB-29B9-4A65-A044-9E75E35F65C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19ECE6-31DD-4C6E-A055-689399D2BE8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0545A6-7077-4DA2-B244-51010D9714F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10F15D-4A4F-4C20-848C-96DB0B57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0878C-3913-4D03-82CA-88DFD625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测量方案与预先约定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C07BB7-649A-4A23-AF99-5E56E32F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A2A59-1ABF-45F8-8B2F-6AF900AD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主要指标、时间点、排除规则和分析办法应在结果出来前写清，并保留修改版本。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2B1D4-8BCC-40D5-918D-FE9503B8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开始前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4BAA1-7B4F-4EA9-BF92-0FA6D281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执行过程中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66C02-B63E-4ECB-A091-A6F682CC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数据整理时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A0BEC-F0D2-4DF6-8DE5-FFD24C6D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解释结果时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2877C1-58DE-4FEF-BF41-522DFECE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确定指标、测量与分析规则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9E8048-BA5E-4C1E-AD89-EC27F1D2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记录偏离及原因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4CCD6A-58D1-4556-815C-5A2D4209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核对缺失、排除与版本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CBF1BC-3755-4F7D-9D2D-16C8D1B2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按原计划和偏离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分别说明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F7B8FF-C0D9-4D9B-9F29-E737CC68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9E12CD-2BCE-4D85-B82D-67458C7E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指标与测量质量先核查，再确定排除及缺失处理，保留计划和修订记录。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B0DF36-CC9D-4C13-AB48-A6315E05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发现执行问题应留痕修订；原计划、偏离和探索性分析分别说明。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045F24-6E28-499B-A942-B231677F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来源：课程方法说明／教学模拟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0AB293-EC6F-4B06-B9A6-CC9C0350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16176967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C4355-95C8-4F07-8B33-5A90DDA7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1FF31-CA3C-4F30-809A-785D08C7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样本计划怎样变成工作量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AA798-F399-4C01-9E50-845C7FD0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A8827-8050-4ED3-9101-2A3C3701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沿用“差6分”的教学情景：每组需45份完整主要结果，再估算招募、测量和评分容量。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B3B42-0A5E-4569-9188-9DF8BB13F0F1}"/>
              </a:ext>
            </a:extLst>
          </p:cNvPr>
          <p:cNvGraphicFramePr/>
          <p:nvPr/>
        </p:nvGraphicFramePr>
        <p:xfrm>
          <a:off xmlns:a="http://schemas.openxmlformats.org/drawingml/2006/main" x="762000" y="3095625"/>
          <a:ext xmlns:a="http://schemas.openxmlformats.org/drawingml/2006/main" cx="137160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810250"/>
                <a:gridCol w="5048250"/>
              </a:tblGrid>
              <a:tr h="9144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安排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本例计算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仍需确认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完整主要结果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45人/组，合计90人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差6分情景；前提见第11页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招募预留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45÷0.90向上取整＝50人/组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保留率90%为教学假设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测量排程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100人×3时点＝300人次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基线、当场、一周后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评分任务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100份答卷×2名评分者＝200份次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按满额准备，尚未实际评分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AF8C21-E7BC-4639-8AF2-AFEA2989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教学容量测算：人数、人次与评分份次各有含义；90%保留率未经实证验证。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8F6B09-5FFA-47D6-AF2D-624869F9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来源：R stats官方说明；本地计算2026-10-19；课程方法说明／教学模拟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B07F63-65E8-45B8-8A3A-495890CD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0901057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61E591-0FAC-484D-94ED-32092EE4EFE1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858500" y="6357938"/>
            <a:ext cx="762000" cy="714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CCC44-02DA-4890-9C05-BE02C9047F3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0858500" y="3595688"/>
            <a:ext cx="762000" cy="714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85384C-79A6-45F7-9917-B92A8754501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857750" y="4929188"/>
            <a:ext cx="2190750" cy="1428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6514D8-3F2A-48D6-91E4-414BDA653BA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857750" y="3595688"/>
            <a:ext cx="219075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2D4CD3-1F5A-4E58-8550-131C4FF1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C21C5-5EB9-4C42-BABF-065DE055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失败触发条件与备用方案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3542D-B5F1-43EE-8C71-A9BDE908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020638-7AD1-4414-B828-6D24F6BA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备用方案应说明什么时候切换、保留什么问题，以及改变后还能得出什么结论。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28814B-DB2B-498F-AA6D-2E14F7DD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095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关键条件无法满足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8F5C0-371B-4C7C-A6A9-15EBB1AC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9087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设备或测量不稳定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F9E5D-17C3-46A2-A4F2-085407F8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04800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暂停采集，校准后复核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A030C8-E96A-456F-8F4D-6DA69627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95312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核心数据无法取得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54096D-F8C1-435A-9499-F6362D0C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81025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收窄问题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或暂缓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4024F8-E0AB-4774-A1E1-5AB4E830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教学模拟：切换理由、时间和对结论的影响都应记录。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1EC037-5BD4-44CF-B5E1-B86EABF4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来源：课程方法说明／教学模拟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50F024-534E-4329-921D-CA0E71B6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47578558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072FA7-CB47-4D4A-A97D-015E5C928FB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30482-5CAB-4B01-BC0A-E9374C461A6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F913E7-D2DA-4B05-A8D7-7F872CD47D3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A63343-A49C-464E-9580-653B671A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3C154-6D2B-4800-899F-88869D02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AI协助检查研究方案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51A40-1FB3-4889-8828-7E54B16F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83E65-889A-44DA-B67F-A9EE7CC2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把方案、材料依据和限制一起提供，要求AI定位矛盾与缺项，再由研究者处理。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3CD4F-63E2-4A69-A1A3-8E3D98DC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问题与现有方案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38929-20FE-44F1-ACE3-BC2F4BF2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变量和资源对照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83393-5D9E-4545-BAC8-F1564743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矛盾与缺项清单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C0EE03-8F6C-476D-AF84-74374BAD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修订后的方案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88C352-0875-44E2-BBB7-2B7306C4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附原文、设备与授权状态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4B7144-AC4B-4428-A263-4C98673C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逐项对应对象、指标和方法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12C413-6222-4980-A6E4-A3A481B7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返回位置与理由，允许未知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B54D15-63A3-449E-B952-04FBC87B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保留处理意见及仍缺的证据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D97D5B-9B03-4A30-965D-8EF379FC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AC27FB-15BC-4451-8010-B140941A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检查实例：同一试样的重复读数，是否被误算成独立样本？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60CE7A-9980-4400-8749-57BE7847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流程示意：模型提出检查意见，研究者依据原始材料确认与修改。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940266-EE51-4C86-92CB-834C1A9C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来源：课程方法说明／教学模拟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E5CFB1-A12B-40C3-9B91-E066847C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64557419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52EC2D-4924-4260-9E41-62240EEDA055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143250" y="60579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E6365-D074-4564-8A8E-5FFB53C524EF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143250" y="49720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C36E0-E3FC-4328-BA46-38937F79F0F4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143250" y="38862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9F1AA9-A773-4FA2-A5F0-12A43DDE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7414F-885B-4381-ABB3-E709E4B5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一份可实施方案需要的材料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2028A-FE02-448E-A04C-8A5C7FBC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09C38-067C-4659-AD8E-4AD639CF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设计说明、测量规则、资源安排和风险处理应能相互对应，未确认事项继续保留。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90EEA-320F-41B7-A02B-5FE52961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研究对象与比较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68EE49-6128-4EBF-97F7-E229FCF3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1945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对象边界、对照与主要结果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E1444-2A09-40E0-8D90-DD44EF77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变量与测量表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6BD27A-06B6-4A49-8C5F-A0F2D14B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0530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定义、单位、时点和质量要求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F25A1-3FEB-4C3A-98F5-F81A9CE5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分配与分析安排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56F088-3DC6-4624-A8E3-112C61F8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9115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独立单位、样本依据和缺失处理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CD13B8-7B2D-489D-B59D-19DC3636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008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资源、风险和版本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617FB4-9C51-427A-870B-0220C5CA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7700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启动条件、备用方案与责任分工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33B31F-DF72-4FBA-B03C-9251CA94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下一节：检查原始数据、运行分析，并把数值与研究问题对应起来。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7C506-5131-46D2-ABBD-9DCA43CE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来源：课程方法说明／教学模拟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465DA4-8963-4D13-8CE1-ABD8E8CF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121186158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50C9DB-6021-481A-AD86-3F00F7DAC65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7ABF5-5740-46C9-9F6F-7514EC63F4E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8EBB2C-8DDA-4A6D-9661-D2C63DE7CF7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C70FF8-B28D-4611-805B-C530932C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E3BF3-2B6D-464F-A23A-35041E13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数据处理与统计分析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E0BEBC-2379-492A-B525-13C6D1C7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40825-0D0B-4A7B-A1B4-B572D285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本节用公开测量数据，说明检查、计算和解释怎样衔接。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DF0BC-81EA-4284-AFE1-280A6D49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C005EB-FDE3-4738-9843-6827F6FF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原始数据检查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557BDA-5ED9-4B58-8579-10BBAB89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统计计算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98139-6E02-4656-90E7-309FE1E3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结果与限制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4631D5-C3EB-47CF-AAF3-754D7866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同物种雌雄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鳍长差异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A592DF-814A-472E-A678-4B073F3A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核对字段、单位与缺失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55C251-2F2E-4ECA-B6F3-EDF175F8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描述分布并估计差异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B75FFF-8F0A-44CD-B4F7-18D3AA87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说明假设与适用范围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4E82C3-B297-4B2D-B1C4-9C06310C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F5BEDB-72A9-4C81-9DBD-9CC8450F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580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示例任务：比较同一物种的雌雄鳍长，并核对年份、缺失与独立性假设。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D482E7-0259-45E3-A6D5-9137D8DC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分析对象、单位和排除规则共同决定结果含义。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E967FD-FC6D-4A93-918A-DFA34B2F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Berkeley 2026，EDA I，pp.9/20/24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B2BF6A-B2C5-4302-8A2B-4848B560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07267182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FF0FC8-E0F8-4BB2-AD0C-5FD2E498665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095750" y="4929188"/>
            <a:ext cx="2095500" cy="1524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DC8946-B201-47EC-BA5F-CE0F28F96B8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095750" y="4929188"/>
            <a:ext cx="2095500" cy="95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29DD47-8263-4E14-9BEF-A09A7435F37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095750" y="3595688"/>
            <a:ext cx="209550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6BC7AC-A400-434B-88C0-FCEE8267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576AA3-D731-4F5D-9307-426CB9F7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公开数据的采集背景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B6075-CEB5-4057-AC37-8B0A003D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9BA64-EB42-4359-B0B7-D15F44ED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Palmer数据包含344只企鹅、3个物种、3座岛屿，采集年份为2007—2009。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2A0A7-043E-4E5C-9F16-D9577C0F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333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344条公开观测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2253D5-B07B-45A7-94DE-4EE7D64F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90875"/>
            <a:ext cx="4286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Adelie 阿德利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D5B49-531B-47A1-B8A9-4EDA0DB9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3813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152条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7242A-616A-4B2F-B33B-7E7066DC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9625"/>
            <a:ext cx="4286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Chinstrap 帽带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92FD6-0CEE-421A-AB98-3197AA46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81012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68条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4C72A5-451A-4ED2-8EBD-480FECCF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48375"/>
            <a:ext cx="4286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Gentoo 巴布亚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FCB4A5-5536-4113-8DEF-F4D45B95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238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124条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4EED5B-4B8A-4632-92D0-3699CEC0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05625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3座岛屿，2007—2009年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11DB0B-53D5-4BAE-8C92-6E8730A8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公开观测数据的二次教学分析，研究范围需结合原始采样设计判断。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B35F21-841D-41E4-A23E-911B66E3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9D1497-F7DA-487F-AD1D-BB13B974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15251093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0ED78-CF98-40A5-AB3B-7B01B7A9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92F2D-A0BA-47B5-BF1F-C227EDD2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原始表格中的数值与缺失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9FC8B-3DA3-4A9A-B9E0-AB8AE253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B275B-5B60-4A50-A590-EC0E437E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预览前6条记录，就能看见鳍长的单位、性别分类，以及整组测量缺失。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CC422-999D-4FFB-A1C7-1C5DF2C9B2F8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137160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238500"/>
                <a:gridCol w="2857500"/>
                <a:gridCol w="3048000"/>
                <a:gridCol w="2857500"/>
              </a:tblGrid>
              <a:tr h="612321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CSV行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物种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鳍长 mm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性别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年份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181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male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2007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186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female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2007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195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female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2007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2007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193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female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2007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male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2007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67BD6-D03D-438A-B222-EC865D53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NA表示缺失；male为雄、female为雌。CSV行号仅用于追溯。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F1EA6C-0E4D-40C3-B058-33FA5FC4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26094-003B-4BB4-8FED-BFC13FBD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38115696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815BA3-E449-4B5B-BBC2-5CB3CB3F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69398-2E7E-4BDE-847E-EF120CED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字段定义与比较口径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AA478-6033-4E8D-81E4-8AC96F4B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98C69-32F3-453D-8340-8C0CE5F8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示例问题限定为Adelie物种内部的雌雄鳍长比较，测量单位保留毫米。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7C6ED-2762-485D-9651-C6EB622E77E2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137160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5334000"/>
                <a:gridCol w="4762500"/>
              </a:tblGrid>
              <a:tr h="7143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含义与单位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本次用途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species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物种，分类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限定Adelie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sex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female（雌）/ male（雄）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分组变量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flipper_length_mm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鳍长，毫米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连续结果变量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island / year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岛屿 / 采集年份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检查组成与分层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原始个体ID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简化表未提供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无法仅凭此表核验依赖关系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4A29F-C4EF-454F-9143-DF122A5A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本节计算沿用原始字段，不对NA补零或猜测性别。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1792CF-ADE9-425D-A939-D58ED8AB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75C055-E8C9-4067-B2BA-A7902F19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0730174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4941E7-4E54-4922-A6A8-F8B6EDF9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7F264-03C4-442D-971F-12322722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缺失检查与分析分母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F6C4B-E67C-48D2-BD04-35765CDD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CB140-E51E-4AE9-8A27-238BE060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344条记录中，性别缺失11条，四个体型测量字段各缺失2条。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4D6AD28E-CF48-41C3-B810-7F1D0E9ABA00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144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e9e80845d4432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8F947-91EA-49B6-A00F-7631C4F2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861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分析分母随问题改变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2ACB6A-13E9-4C3F-87DD-6D3E63E6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381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物种、岛屿、年份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均无缺失。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同一条记录可能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缺少多个字段。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C875DD-67D8-482F-BE08-0837BD0B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每个字段的缺失数有重叠，须回到行记录确定排除范围。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CF8170-722D-473F-B557-44A4AC03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E733F2-BED9-47FB-B0BB-53CB5663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70177122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85948B-9612-4449-A840-39463CBF42FA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858250" y="44291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789C4-4644-40EE-843E-C55680D7C2C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905250" y="44291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F9FA5B-18D9-41A7-B7ED-AFD1C015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D5F64-6505-4B1B-8991-2713DAD8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本次计算的纳入流程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F18FB-F7BE-43F3-AC38-F3674B7A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B1E01-E287-48B4-AF62-3CA9BFA0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152条Adelie记录中，6条缺少性别或鳍长，最终纳入146条。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22CD6A-AB3D-4F5F-9270-D6E75E5E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全部记录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344条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72A9D7-9BBD-49E0-AE35-97CD1265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57625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Adelie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152条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CF5DEC-6880-444F-8BEC-8AD0E211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57625"/>
            <a:ext cx="3810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所需字段完整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146条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B8161C-8525-452C-A47D-2F1A1D31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337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限定物种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4C8CE-02CE-49BC-B915-7666892D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337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排除6条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61A963-9216-4CA3-B1E0-2B370D8C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24500"/>
            <a:ext cx="381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male：73条</a:t>
            </a:r>
          </a:p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female：73条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7EF571-BE5D-432B-A581-E29C01DE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排除依据：性别或鳍长缺失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未进行插补，完整记录分析仍可能受缺失机制影响。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2DEE77-28A3-4923-A477-75E665F7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仅检查本次所需列；缺失处理的影响仍须结合采样记录判断。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480F70-E161-45A8-AB88-B13AFEE1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1CFD24-B878-40AC-973C-937FF6D3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35506217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085CED-E604-4436-9F4E-23FDB624A979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809875" y="5667375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8E1797-7BE4-4D5B-A2FB-726AD4FC01B8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2809875" y="4143375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53CA0D-0DA2-42FB-8C32-4CA0DCBA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7BC94A-1F62-494F-B996-093E7AC5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异常标记后，结果怎样变化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50023-F34C-4434-991F-645F5C5E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515E9D-37C0-4869-B9F0-033F001F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同一份Adelie数据：比较保留全部记录与暂排两个标记值的均值差，原始记录保持不动。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C0E8E-C5C4-425D-9250-CF47BD32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095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按分布规则标记2条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8C04B-6D14-4680-AA15-A3EF56E8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4095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回原数据查原因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6B75A-3AC2-46F4-9C8D-E292DA2A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4095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原始记录继续保留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516C9F-4A2E-46B4-97B7-95BCB52FC6D5}"/>
              </a:ext>
            </a:extLst>
          </p:cNvPr>
          <p:cNvGraphicFramePr/>
          <p:nvPr/>
        </p:nvGraphicFramePr>
        <p:xfrm>
          <a:off xmlns:a="http://schemas.openxmlformats.org/drawingml/2006/main" x="6191250" y="3333750"/>
          <a:ext xmlns:a="http://schemas.openxmlformats.org/drawingml/2006/main" cx="828675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1905000"/>
                <a:gridCol w="2762250"/>
              </a:tblGrid>
              <a:tr h="8572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比较口径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雌／雄条数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雄减雌mm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保留全部完整记录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 / 73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4.616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比较时排除2条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 / 72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4.153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3B5AF5-84F6-48DA-B96F-4CC44E43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286500"/>
            <a:ext cx="828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标记行30与131：鳍长172、210毫米。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AF106-E0C3-40FA-A47B-85ADD76D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953250"/>
            <a:ext cx="828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暂排只是一次敏感性比较；未查明错误，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不能将它写成清洗后的“正确答案”。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63F1E6-87BA-429E-A546-D2343CB7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真实公开数据的敏感性比较；标记不等于错误认定，原始数据未删除。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BD0108-A1EE-415A-9178-CCC314F5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来源：NIST统计手册 §1.3.5.3；palmerpenguins公开数据，本课程二次计算；本地比较与模拟，2026-10-19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7BF5D4-D3B1-448E-A739-1DAF7E0A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81975179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B47A1F-D285-46B9-90EC-530062F5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A53E1-A0A1-4603-BAC6-C6FAA0C1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鳍长分布与组间重叠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85C0AB-F6C5-4950-BCC8-D50FDA57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46809-026F-45DC-A5F6-724A48A7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雌雄分布有重叠，均值差异不能用于准确判断每一只企鹅的性别。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1437A69-4543-4D24-BAC4-C6D244599750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144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0502de7b1704ce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0CD21C-D6CF-461D-9373-0B509BE2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861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每组73条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D4078D-6525-4B5F-B4FA-08932F9C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381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每5毫米一组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组间有重叠，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均值差异不等于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个体可准确分类。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4B510-B080-4DCC-886E-6076CC6C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横轴为鳍长区间，纵轴为记录数。分箱边界与计数可复算。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2A1B99-983B-48F0-943F-AE3946DA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0CDA1-E4EB-45C7-A8CE-FD6ABA05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97752807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EAD39-9522-4650-BFD5-B99ED727A54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381500" y="4857750"/>
            <a:ext cx="2286000" cy="1214438"/>
          </a:xfrm>
          <a:prstGeom xmlns:a="http://schemas.openxmlformats.org/drawingml/2006/main" prst="bentConnector3">
            <a:avLst>
              <a:gd name="adj1" fmla="val 9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9C281-6523-44BB-8E01-D0FBCCFD25D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381500" y="3738563"/>
            <a:ext cx="2286000" cy="1119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0D8EBF-E858-4C24-8E8F-576BDD0F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0902A-7F00-458B-8566-A9BB7CF7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标准差与标准误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C40F3-E528-459B-985D-D6F39DD7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8194EE-2DAC-4ABF-9630-65A740F5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标准差描述个体测量的分散程度，标准误描述均值估计在抽样中的波动。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E95D7-50C0-4275-9476-074F311A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3619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female 73条测量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BB422-8ECF-4CE2-9094-097769D7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4762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个体之间的分散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81FF2-719E-4BC6-B8BE-127B3B9B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19750"/>
            <a:ext cx="4762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均值估计的波动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66479E-579B-4131-ACF0-032C5D6A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476625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SD = 5.60 mm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2EF8F-358D-41E3-8632-5A835BB1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81025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SE = 0.65 mm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0C7FAC-E9ED-4B43-B97A-A0FFDCCD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均值 187.79 mm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2BF9A5-E882-415F-B560-814BD923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7019925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独立同分布假设下：SE = SD / √n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7C6B2E-BBDB-4ADB-96B1-612E95C6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此处SE以行独立为假设，未核验巢或个体层面的相关结构。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4E7E1F-332F-4701-A074-C00C1998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来源：NIST统计手册 §1.3.5.2；palmerpenguins公开数据，本课程二次计算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516668-A382-4707-B9E9-8AFA3780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68316875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E7159C-5899-4194-A002-E0D6E8A31CDB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1049000" y="4905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EC4871-EC9E-4780-AB81-5DB5F420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AE12E5-A560-4024-BF49-F8B697A5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独立组与配对数据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97FF5-58C4-4C82-8DC9-65F2B8C8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93D66-FCBD-40B1-8477-C79B062D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不同个体组成的两组，与同一个体在两个时点的记录，具有不同的数据结构。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62F8E-C436-4D5B-BC27-81471EE9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独立组示意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97C24-E509-42A5-A693-1836C900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90875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配对示意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8C06C-7178-4426-909E-9CDF1224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276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个体A、B、C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组1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226C5-0C89-4BE1-A9F7-6D79DD03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91000"/>
            <a:ext cx="276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个体D、E、F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组2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A1C808-7D05-4C87-9B4A-845CADFC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9100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同一个体X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时点1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AAD3E-89FF-4E20-91D6-B6259FDD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19100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同一个体X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时点2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A8D212-9BA6-4574-8703-4E298D49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比较两组的分布或均值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DDD6C3-7BB0-4B3A-825A-54745793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29375"/>
            <a:ext cx="609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先计算每个个体的前后差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222048-C1C5-4707-BB91-EFA9C9B8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教学结构示意。组内行数相等不能证明一一配对。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F7053C-BAA6-4C88-AEFD-C2ADBA86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来源：NIST统计手册 §1.3.5.3；课程方法示意 / 教学模拟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DE8C04-0D68-45AA-814D-A382930E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24559378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EA2F21-9E88-4E56-942E-F97F7386422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095750" y="4929188"/>
            <a:ext cx="2095500" cy="1619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00B115-0E0D-45A0-8486-2DFD1E5CFAB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095750" y="4929188"/>
            <a:ext cx="2095500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B0E1A9-354A-490F-AAA2-59EF67832CF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095750" y="3595688"/>
            <a:ext cx="209550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61137E-F8A3-4FFA-8745-E6F25172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11E103-6B67-4EFE-9BBC-5B959A38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分析方法与数据结构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B397FB-CC5F-4401-BE5E-CEDDAB63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53AC5-28DC-426F-BBA5-05BFC4AB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方法选择需要同时考虑结果类型、研究问题、分配或采样单位及模型假设。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24F54-4438-462C-826A-14FC4015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333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结果与数据结构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DEC466-3DA4-419C-86A0-6639A743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191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连续结果 / 独立组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0643A6-76BB-43FF-B5DB-FE1B7BBC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333750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均值差：如Welch方法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1B7974-97B5-483D-A4C4-0D8BBB77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9625"/>
            <a:ext cx="4191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连续结果 / 配对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F13465-7033-4109-B0AC-13D51961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810125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对应差值：如配对分析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FFD4EA-7844-44AC-A531-0AC4EE76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96000"/>
            <a:ext cx="4191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分类结果 / 计数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389E40-9DCB-412C-AFC8-EDC40555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比例比较：检查稀疏计数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ED6690-7A09-4F72-BD1A-BB5A193D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重复测量、聚类或多组比较，需进一步匹配研究设计。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EFA7B0-4367-4150-8C22-099DC2B9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本节实际运行描述统计与分组重抽样（bootstrap），未运行所有分支。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1397CC-F09B-49E0-93E8-3CB8508A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来源：NIST统计手册 §1.3.5.3；课程方法示意 / 教学模拟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5A5DAF-24D1-4E1A-AF67-D68151D7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34459190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BE09DB-8A9F-4176-9849-918DA23D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7FC49-CB2F-4649-8C81-FD7711C2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雌雄均值差与条件区间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4F2BD-5111-43EE-85CD-15854B94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5EA39-2DC0-4525-8842-F50BAE56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Adelie完整记录中，雄性均值比雌性高4.62毫米。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3E1CFF-B19C-4440-A0CE-D65858FD638A}"/>
              </a:ext>
            </a:extLst>
          </p:cNvPr>
          <p:cNvGraphicFramePr/>
          <p:nvPr/>
        </p:nvGraphicFramePr>
        <p:xfrm>
          <a:off xmlns:a="http://schemas.openxmlformats.org/drawingml/2006/main" x="762000" y="3095625"/>
          <a:ext xmlns:a="http://schemas.openxmlformats.org/drawingml/2006/main" cx="137160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1905000"/>
                <a:gridCol w="3524250"/>
                <a:gridCol w="3524250"/>
              </a:tblGrid>
              <a:tr h="7302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完整记录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均值 mm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 mm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female（雌）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187.79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5.60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male（雄）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192.41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6.60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EDB735-F547-40CC-BFE9-0250B3FE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雄减雌：4.62 mm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4ECEC-3C07-46AD-952F-1EBC8739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重抽样区间：2.68—6.58 mm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CBB5C-39B3-4B34-B88E-10AD5E31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每组按行抽样，10000次，取2.5%与97.5%分位点。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845EE9-F36D-4CB3-9ED4-22502A1C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区间依赖行独立假设，不是原研究的已发表推断结论。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2C534F-2DDC-4DD2-A9A3-17FA8209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来源：palmerpenguins公开数据，本课程二次计算；UC Berkeley 2026，置信区间，pp.4/7/8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170B0D-E067-40DF-84B5-DF121FFD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5832332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0E572E5-8B57-4F96-B243-9C07CAA2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B21D2-F0F9-4445-9B55-221E6868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95%置信水平的重复抽样含义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386B1-AD76-40BE-ABCB-00B9C5E0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7EDA0-8AD6-49C6-BED4-EE0FD2A0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重复模拟中，区间位置会变，真值固定为100；95%说的是这种方法在模型成立时的长期覆盖率。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E1F56-E20D-4EFA-B2B8-6A49B0D7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第1—10次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798D2-9868-4B14-8088-BEBD5200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528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固定真值100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6AF13-CFB1-4A0D-9CC6-30BAA7B7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648075"/>
            <a:ext cx="0" cy="32194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63F3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546D17-39E7-4921-BD1F-CFFBD58A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99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14BEE-2112-4F76-A01D-40EB623D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4" y="376237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750D8C-ACA3-4AD0-8E29-2A338FE4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338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165AC3-6EBD-4D27-AE22-0B6C147E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365" y="408622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B2699B-F1E4-4C16-8D33-975F8F38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8CFB93-2878-446D-BB1B-38EB203E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581" y="441007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F61E53-2ECC-41EE-92C2-A3B6AC46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815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34ED41-28D0-4164-B367-72283DE2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7218" y="473392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6B73B8-131F-4E50-A6B3-7FE202F8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2353B4-4BCB-4955-8DA1-D2114F0C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381" y="505777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540588-C202-495F-A7CB-375D30CC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292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5EA550-B8DD-405A-93B5-C106CDC1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460" y="538162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1D80C5-FD29-4A61-9B6E-44AFA981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530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186C6D-06C1-4498-AC0E-F21C7A54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6665" y="570547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29D2DD-F80E-4EDF-B7A7-AA6890CB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769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2E3C75-9033-4A26-BA58-4727F1FF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7594" y="602932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0F5D64-FFA6-42F2-A0BB-9AE6499C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007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99C69B-BDD2-433B-9CBC-6E0D38DC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3214" y="635317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70F765-A517-4753-8DAC-36C5D2BE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D818BB-A619-47F7-A80F-58DC73C1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0379" y="667702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740B04-8A81-4A7F-ACD0-966331A3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8961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90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434AFF-AC8E-4CEC-AB15-00262235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8961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95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0AA3D4-F1C9-486D-8467-0C60C79F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68961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4D15E7-43D7-4EB8-B650-0AD2FF59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8961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83849B-085F-4ADE-8826-E1B544CB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68961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2D6BAD-3386-49A5-B778-F8463E9D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003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第11—20次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B29A6D-A243-4621-9B59-ED1BC3CC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3528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固定真值100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25B7DA-B854-4EB6-90B2-9B1209A6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648075"/>
            <a:ext cx="0" cy="32194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63F3C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9467EA-5DC1-4589-A618-88D30179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099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E3E3EB-C957-4926-BFF8-612CF540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8994" y="376237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B0841B-1664-47A2-A541-F025D3BD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338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9A6BF4-6218-4F62-B4D0-1F0F6D59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022" y="408622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35D6A0-1682-43B3-B478-B937F503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576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B53A2F-3A01-466C-88B5-03AF2495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3522" y="441007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867398-2DF2-4A69-B7DF-D1D6F723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815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B26284-BB56-4836-9318-4390E02E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0199" y="473392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C975F8-7B83-4FFE-89C0-428A74C0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053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2EDEF10-051F-4B94-84B9-AC0F68CE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7075" y="505777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12888AF-28D2-4264-BACE-67B1C508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292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5B6A904-F923-4C20-B650-F7F6D764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5187" y="538162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85C8E6-9518-4558-B570-E019DC2F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530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5687CC0-6CA6-4CC1-AB68-F5207FC2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1865" y="570547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CCBD754-4050-4103-995D-0A468025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8769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81E9A9C-E3AB-49BA-8103-8910E582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310" y="602932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963F3C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8B6F584-707A-4C32-9B44-59A43DAF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2007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73A078E-FC3F-4125-9C78-F711543A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5586" y="635317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8836E0B-E46F-4829-8C6D-D539E8EB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246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71D872C-92E4-45EF-B01D-79EA69FD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5795" y="667702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EAEE4F2-C4AA-4B35-BF77-ED06B144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8961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90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7507E9D-9AA6-44DE-AC8D-F62866FC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8961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95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3FBC7A1-056F-4569-8F88-FE985F2C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8961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1BAA08A-A3E9-4B14-AE4B-21A4983B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68961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105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8DDF257-1536-427C-A30B-21105D6F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68961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110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DB52733-01C8-4C07-B78C-28622FAE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1371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模拟：均值100、已知标准差10；每次25个独立正态观测。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B727B2C-33D3-474A-B278-8BBC0B36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连续前20次中，第18次未覆盖；全部1000次中941次覆盖、59次未覆盖。教学模拟，非真实测量。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364D4E8-1E91-473A-A1E2-E794105C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Berkeley 2026，置信区间，pp.4/7/8；NIST统计手册 §1.3.5.2；课程方法示意 / 教学模拟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9F4AA20-9685-4076-8B0B-B13137FA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48888611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3FB255-9A1A-492F-9C10-AA817EC7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14010-D033-4232-A54B-527350F9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双侧P值的条件含义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229452-B320-4CA5-9ED9-0880AF2B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64CBA7-D8AD-4B67-B700-B9473324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教学设定：独立抛硬币20次，观察到15次正面，在正反等可能假设下计算两端概率。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D863E4D-8CD9-4120-A9A6-853DCF804F19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144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1aca35aec34496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89DF44-DB2A-42B6-B452-986936E8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861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红色：双侧极端事件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B1544D-EA9B-4E32-ABFD-C4A33DFE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381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K ≤ 5 或 K ≥ 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红色两端概率之和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P ≈ 0.0414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不表示零假设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为真的概率。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CCD20-F4C9-476B-8C1C-5A032ED3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教学设定，不是企鹅检验。精确双侧P≈0.0414，未采用正态近似。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D7EF59-895A-474B-A2A6-694906E3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Berkeley 2026，假设检验，pp.6/17/29；ASA，2016，P值声明；课程方法示意 / 教学模拟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1A01D7-64BD-4D19-84A1-FD99A0BB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75721743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32BEB-1CDE-4B2B-B496-A34F73975F4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4238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029CC-17A3-4F11-99CB-84B710FB483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4238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2E2660-246D-49E6-A4D6-7DFE462E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F9748-F93B-4BA7-AF01-AAC26DDA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效应大小、统计证据与科研解释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7D76C-D1F2-4F9B-AE4A-8EFF3A8E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D5A30-341F-415F-B2DD-E9630515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结果报告需要同时交代差异大小、估计不确定性和研究设计允许的解释范围。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E7A9B-CAFF-4C4B-B1D9-869F2F7E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差异与单位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4787A-6506-4C79-A01D-DD582106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1000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估计不确定性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2C6DB-E5F6-4E1F-BFBA-44DF8E4E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81000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1F93DD-3D98-4A9B-B20C-17F8CDCE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对象和比较方向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BEF985-CDA4-49AE-8779-4C2B1CEA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95875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抽样与模型条件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D7F735-6012-453B-8668-5FD28F4A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095875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选择、混杂与适用对象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F728AC-8390-4885-AA62-362C03D9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F1F9AD-5440-49B5-BF8E-87B77A14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580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企鹅的毫米差异和硬币的尾概率，分别对应不同问题与模型。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BB3F18-10FF-45E2-BA55-E5B814A8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显著性阈值无法单独回答差异是否重要、研究是否可靠。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994B16-202C-4F6F-9C6C-1665A8FE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来源：ASA，2016，P值声明；UC Berkeley 2026，假设检验，pp.6/17/29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0EA53A-B2B6-4816-A81B-9C5494B9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95105199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1B3C9-0855-41F3-8BE6-7FC9911F864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D0BA7-7079-40EB-B2B9-18B1E5F3D00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B3A470-8115-4D79-A5C4-AD9F3C3DAC8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97AAEA-59F7-42B7-9F9E-897CC82F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09B16-F814-4457-9239-FA8F3DE4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Bootstrap的有放回重抽样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705D6-EA7C-4FAF-91BE-91530178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82D2B-F6D5-444A-B672-A4A7230C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在每个组内重复抽取原有记录，观察均值差如何随重抽样改变。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247F32-0C8A-41FE-8D64-42F60A77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雌、雄两组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各73条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0D62F4-27B7-461D-A865-AA27A057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各组有放回抽样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C3660-DA57-4EAA-B7CE-195EB6EE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计算一次均值差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60D62-9514-44B0-806B-5CA2ED69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重复10000次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5BF301-7ABB-488A-A147-30536B56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保留原有测量记录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D118DC-05A0-4E8F-BBF5-A2724CC6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每组仍取73条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C918BB-9765-4F6C-A1B0-A59FEB3A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方向固定为雄减雌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1EF31F-FD79-42CB-A5B6-23A243FE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估计分位点与波动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0A7E65-E8AD-4EA9-8D08-C8522234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E780F8-AC16-4704-AFCB-2D3C06D1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580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若研究以巢、班级或受试者为单位，重抽样也需保留相应结构。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5ED6F5-782A-4435-8E57-39B259AD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这次脚本按行抽样。重抽样次数增加，不能修复原始样本的选择偏差。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221F8E-E313-486B-8623-A1A5F63F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Berkeley 2026，置信区间，pp.4/7/8；NumPy有放回抽样文档；本地脚本实算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DD0A32-F47F-4AB3-8549-236CC085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24179320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10C758-0C4F-47E1-A602-FDF2DB20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3E356-A649-4225-B3D5-81F8D25B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重抽样结果的分布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B78C2-5F9E-4787-9D0A-0C40DAD9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F599F-80A6-4BF5-BAB2-737E0BD8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10000次均值差的2.5%与97.5%分位点为2.68和6.58毫米。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94A54255-7220-4372-9DB7-D2ED4F67AA69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144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93077fe8a743a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8DFFD-41EA-434F-B71F-2A20E6F6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861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百分位区间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CEF91-0C5A-4314-A4EE-62C5227F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381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每柱宽0.5毫米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横轴标区间左端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2.68—6.58 mm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这不是个体鳍长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的分布。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12452-6923-4890-A253-71B2AE08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本地实际计算；随机种子、分位点算法与完整重抽样值均可检查。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F64A73-DA33-4128-A481-02AF4642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Berkeley 2026，置信区间，pp.4/7/8；NumPy有放回抽样文档；本地脚本实算；palmerpenguins公开数据，本课程二次计算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D6F31-7056-4E79-9B6F-4E0D347A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880857314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BB1DA6-65EA-4F6D-BFDE-2359E569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2A321-3B05-4C73-A211-BCAA2631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混合物种与组内相关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FDAE5-E39D-410E-8750-106A3312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88F44-BFCC-4251-B847-E81377D5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把物种混在一起，喙长与鳍长的总体相关可能包含物种间差异。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D89B1EC-5B73-4AB7-8887-BC19A0A777B6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144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64a4935a9e43c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60061-B49F-43CB-9BF7-1C8FDBAF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861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Pearson相关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ED29F-4FFB-40B2-B2E2-1A50C758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381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总体 r = 0.656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Adelie内 r = 0.326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总体关系包含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物种间的差异。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97363-2417-4F2D-BC60-00B7F812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横轴喙长mm，纵轴鳍长mm。点来自公开观测，未画未经计算的拟合线。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333EF2-0FDE-426F-81DD-CCAB215F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D3731-2F5B-4633-8B1B-C70746DE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90327825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11A173-AD7E-4D0E-B3C1-36C457D9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1F807B-D89D-4D1C-B226-4FE34689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采集年份与样本组成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EF59D-0841-437D-B2A3-203A32FD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4ED06-D378-4B62-9F89-0A3D4469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同为Adelie，2007—2009年的均值仍有变化，合并报告需要检查组成。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ED73D8BC-B1DB-41B2-8436-A7F8118A217B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144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0bef7aa784420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866DC-41FB-4153-AED5-FABBEF1D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861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各年每组记录数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9CCB45-4F16-47DE-8F23-6FABF20E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381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2007：22条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2008：25条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2009：26条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各年观测的组均值，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不表示个体生长。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0B73C4-7838-4102-B348-D66AA78D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各年为观测记录的组均值，不是同一批个体的纵向变化。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A8E79-7A18-4968-82BE-F545FDA8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4A4037-7E70-4A2E-8CC9-F933393B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93633093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21798A-E567-4E06-95A7-F28FDDD7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FD610-0F8F-4DFC-9D41-82406687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结果段落中的对象、数字与限制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BA843-EEBA-4310-8C1A-282DA893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ED391-572C-45C9-AAC5-72A3215C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一段可检查的结果文字，需要把纳入范围、差异方向、方法和限定条件写在一起。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D35ED-C768-462C-8085-DA531905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二次分析结果示例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2762A-4F02-4A2B-BD77-B8545A7D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371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在性别与鳍长均完整的146条Adelie记录中，雌雄各73条。雄性平均鳍长为192.41毫米，雌性为187.79毫米，均值差为4.62毫米。按两组分别进行10000次有放回重抽样，百分位区间为2.68—6.58毫米。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07A39-FC6A-424D-B5FD-FE0CB264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3B9753-9613-46EA-AF6C-78045F25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1371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该区间依赖行独立的抽样假设。简化数据未提供可核验的巢与个体对应关系，也未在此模型中调整年份、岛屿和缺失机制，因此本例保留为条件分析，不作因果解释。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B89BD8-C3AD-4DB3-B8DB-1415E289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公开数据的二次教学结果，未作为原研究的结论或新科研成果发布。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564519-2E2A-4F5C-AD9F-5AB3959E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来源：palmerpenguins公开数据，本课程二次计算；ASA，2016，P值声明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DCEFC4-5E4D-40D1-A107-53D682B3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56141564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C56FA6-6267-4B7E-96B0-F52E622210D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1B5064-5FAD-495C-9EB2-0B87239B44D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F4D918-936A-49EC-8F7F-7A5B3E34C97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F0BFC9-4FC1-4FAF-A371-57ABB683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CE487-A629-45E8-8BA4-68F07882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Cursor改代码以后，怎样确认结果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FEB4BA-7455-4CB5-A43B-8CCB0039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7A9F1F-2C7F-4C4A-AD3A-8D176738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同一份企鹅数据：把鳍长均值差由“雄减雌”改为“雌减雄”，再核对两次输出。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AFCE2-4B76-47ED-9A34-018F7597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Cursor：编辑代码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706118-48B6-4026-AA51-10033B97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Python：运行脚本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412009-75EB-4E7F-A164-80C5E966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文件：两次输出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8B613-E901-4DD1-9A2B-307362CE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复核：回到原数据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F495D6-2313-4205-ADD3-AE2D73B2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改差值公式和字段名；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查看修改前后的差异。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F1CD6E-E7AB-46D4-B4ED-0259D9E4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243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使用同一个解释器，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分别执行两个脚本。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24AC87-1EBA-4F4C-A82E-0E409B70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243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分开保存CSV和记录；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差值应为相反数。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929AC6-81EC-43F8-9881-59A099B2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5243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纳入行、两组人数、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均值和SD应不变。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FB9AD1-37F8-431A-85A7-0A06F2DD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73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95AFBF-C18C-439E-876A-F2DD1921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1502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实际Python输出：同一数据、同一146条记录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F51BA3-A668-494B-B397-5276B7A8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225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原脚本：雄减雌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3B06F3-D57E-4FC3-A3B3-47896ADA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57225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修改后：雌减雄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086CBB-021C-41AE-BD82-6DB13B85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每组仍为73条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F6362E-1D35-47A6-8949-65F023BF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866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+4.616438 mm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4A69F3-034A-4A25-A571-A395DA33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70866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−4.616438 mm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8BF616-0F5A-4A97-ADF9-7D1AB012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1532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均值与样本SD不变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624AEB-F5FD-4C5F-9E03-546F5002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本例两份Python脚本已在本地运行；Cursor未操作，SPSS未执行。R沿用本地WebR实算记录。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2E7193-E382-4FFC-982A-396249B0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来源：CMU 2025 Lecture23，第26页；Cursor Agent与终端文档；本地Python改动与实算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ED3F82-BC74-4DF8-BC59-406B5C19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444392159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109929-F3C7-4982-AEBC-A7395817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6AAF9-B039-4027-86D2-CDAFB345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Python与R的实际结果核对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A315F-807A-48C8-AB20-BFF22844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A22A3-1588-4E6B-A9E2-4B9201AD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软件输出需要对照纳入行、分组、单位和计算定义，界面不同不应改变分析对象。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7DE1F-EFB9-402E-B6C1-1568B529FA02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137160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4191000"/>
                <a:gridCol w="4191000"/>
              </a:tblGrid>
              <a:tr h="7620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核对项目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Python实际输出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R实际输出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纳入数 / 雌雄各n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146 / 各73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146 / 各73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均值 mm：雌 / 雄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187.79 / 192.41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187.79 / 192.41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样本SD mm：雌 / 雄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5.60 / 6.60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5.60 / 6.60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雄减雌均值差 mm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4.62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4.62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FF5DB-38A2-474A-9744-85B71443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逐行核对146条记录，再比数字。SD采用n−1分母，均值差固定为雄性减雌性。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3DEF9-D34C-45A7-ABF6-00D43B34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SPSS尚未运行；得到输出后，再核对同样的行号和统计量。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25433-E361-4BDD-B192-606B1621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来源：本地Python/R实算与代码；R官方数据输入与SD说明；IBM官方语法索引，未执行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4A34EF-44F9-411C-8621-CBAA2973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940421634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9CBF5-214F-4122-9922-D9DAB8E68EF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286250" y="4929188"/>
            <a:ext cx="2000250" cy="1619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725EA-899B-4EFA-9606-2DFCD12DEBC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286250" y="4929188"/>
            <a:ext cx="2000250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12D02B-DE5B-4F68-8EC2-8ECE61DD028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286250" y="3595688"/>
            <a:ext cx="200025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412145-BD3D-40EE-888A-CDCCEB21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2281C-FAD1-4238-A30D-52E38FA7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科研图表与技术路线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3B6B9-9B8B-42B7-9F61-2A62886F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D4640-CAA3-4673-AEB4-9B59CB16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图需要对应一个读者能回答的问题，并保留作出判断所需的依据。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5F96F-A14B-444F-B8C9-37457878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524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图要回答什么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C437C-5D5A-49D1-8DC4-826F7329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数据图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7F1C84-30EC-4188-B8AD-89F8D612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343275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数值、分布、差异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D04D12-42F5-4BCE-BEE9-B9717871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6725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技术路线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13FBB6-D9F6-4A9B-9B4D-79FF07AF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819650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步骤、依赖、判断条件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B417BF-A0FF-4452-81F2-5F5B5ABF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14362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机制示意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BEAA5E-124C-434E-8118-30B03707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解释假说、待验证关系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72AA9B-7BB9-4AD4-9C36-2A475A87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数据、流程与假说的表达任务不同，来源与证据状态需随图保留。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DF2BBE-D1ED-4EAF-AE69-F2C7AB70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来源：UBC 2026，图形编码，pp.4/6/17；课程自编教学示例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6D9ADA-7D9F-4854-93BE-13CB409F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46617909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34B827-AABD-4DC6-ACC4-127D4F9B563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286250" y="4929188"/>
            <a:ext cx="2000250" cy="1619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DAF78-7D3F-485B-8491-0AC62E14299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286250" y="4929188"/>
            <a:ext cx="2000250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71D52-F55A-4D91-AB3F-25CDBE49E23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286250" y="3595688"/>
            <a:ext cx="200025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01C777-B231-4397-A71E-E3C2C8F6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F2FD5-50C4-4ED5-82C2-53663604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研究问题与图型选择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8EFF8-5BA7-4282-861B-A32048A9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1BFA4-C8AF-401A-8B45-D395AA14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比较分布、观察变量关系、展示时序和说明工作步骤，各有适合的表达方式。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E3688-A2EB-4DF2-9D3D-BE825EBE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524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读者需要比较什么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AA4BC-8A8C-4D41-ACF5-3DA5CA72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分布或变量关系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343C3A-21CB-4BCA-96E0-7165A77C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343275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频数图、散点图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4D5112-C065-4F9E-B3A8-EF1B092D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6725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年份或条件变化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6E7473-565C-4E08-8766-EE70AC1B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819650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有明确尺度的趋势图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99C56-3C95-4B84-951E-68C351CA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14362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研究步骤与依赖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D17ADB-2289-4FEF-8EA3-27FAFB8E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节点、连接与分支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279C07-912B-4A2D-9344-A9A7262C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选择依据是要比较什么、数据怎样组织，以及读者需要看清的关系。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98E604-AAFE-4EA6-BBEA-9249D0F0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来源：UBC 2026，图形编码，pp.4/6/17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86BA5E-AE86-414E-B3F4-228F9AB8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91405727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CDB76-0FA8-4E1A-AA98-4BA4CE6C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2B58E-B143-47A9-A424-E26F21F3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均值图与分布图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CE476-C6E7-446F-997D-8D5C4FAE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14274-1E3B-4298-9637-27623142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相同的两组记录，均值图给出中心位置，分布图补充重叠、跨度和频数。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5FCECE5-0160-4B27-A773-F90E1DD2FCEF}"/>
              </a:ext>
            </a:extLst>
          </p:cNvPr>
          <p:cNvGraphicFramePr/>
          <p:nvPr/>
        </p:nvGraphicFramePr>
        <p:xfrm>
          <a:off xmlns:a="http://schemas.openxmlformats.org/drawingml/2006/main" x="762000" y="3238500"/>
          <a:ext xmlns:a="http://schemas.openxmlformats.org/drawingml/2006/main" cx="5715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2bc957e032f4c83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D636D597-8662-47D7-9297-A1ED2BB16254}"/>
              </a:ext>
            </a:extLst>
          </p:cNvPr>
          <p:cNvGraphicFramePr/>
          <p:nvPr/>
        </p:nvGraphicFramePr>
        <p:xfrm>
          <a:off xmlns:a="http://schemas.openxmlformats.org/drawingml/2006/main" x="7524750" y="3238500"/>
          <a:ext xmlns:a="http://schemas.openxmlformats.org/drawingml/2006/main" cx="6953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825237fb1a9471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66DD4-6B92-4C25-AD0A-BE60296F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均值：187.79 / 192.41 mm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16103-7786-4A5A-B4F2-B8F48418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239000"/>
            <a:ext cx="695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同一批数据，补充组间重叠与跨度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8124DD-B1BB-4A9B-AE63-FBAC88A0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公开观测二次分析。两图使用相同146条记录，图型改变不改变数据。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B1932-2F23-42CF-9CDB-607AE752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来源：palmerpenguins公开数据，本课程重绘；UBC 2026，图形编码，pp.4/6/17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D8F492-D597-4F34-BBEB-48A4ED55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1038111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995B94-1919-4355-81A4-57C22243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A8B42-B926-40D9-A24E-B75403EF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纵轴范围与柱长比较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50EFA-ADDC-4CAA-A063-7BE301A2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03F69-EB6D-4A4D-A21A-4552D23C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同样的均值，柱图从180开始时，两根柱子的高度比会显得更悬殊。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EAECB08-481E-492F-B6E7-5AB9465BC4E1}"/>
              </a:ext>
            </a:extLst>
          </p:cNvPr>
          <p:cNvGraphicFramePr/>
          <p:nvPr/>
        </p:nvGraphicFramePr>
        <p:xfrm>
          <a:off xmlns:a="http://schemas.openxmlformats.org/drawingml/2006/main" x="762000" y="3238500"/>
          <a:ext xmlns:a="http://schemas.openxmlformats.org/drawingml/2006/main" cx="6477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1445c784b64034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3F2FCC2A-D15C-4776-AFDA-A9323C55C461}"/>
              </a:ext>
            </a:extLst>
          </p:cNvPr>
          <p:cNvGraphicFramePr/>
          <p:nvPr/>
        </p:nvGraphicFramePr>
        <p:xfrm>
          <a:off xmlns:a="http://schemas.openxmlformats.org/drawingml/2006/main" x="8001000" y="3238500"/>
          <a:ext xmlns:a="http://schemas.openxmlformats.org/drawingml/2006/main" cx="6477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3f0b5d68397447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C31CB-7AD7-4187-B18C-47FCE28D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右图两根柱子的可见高度比，不能作为原始鳍长的比值。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BD212-4708-457A-BFD3-373EB9AB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两图数据完全相同，差值仍为4.62毫米。右图用于说明截断纵轴的影响。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4C17DE-D431-4AE2-B37A-3C2F95B5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来源：palmerpenguins公开数据，本课程重绘；UBC课程可视化原则，p.4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BE9266-7228-4FA0-878A-B1025C57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21970026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8AAF9E-BA46-4600-9EBF-E4298333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239F3-F6B3-49D3-B70C-DCDEA365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误差线的三种含义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6D190-966F-4A11-804A-7BE3F744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5FCE1-F338-4F72-8AF6-259F9287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同一组均值旁的线段，可能表示个体分散、均值标准误或均值区间。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37D08A-28BB-4CC0-8B42-7383689B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示例：雌性73条，均值187.79 mm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D4D71-8731-43C0-91E7-C2594C92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7124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2B7C1-BFFF-4339-9E30-35549495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7124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185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0932AB-0487-4875-BD73-D7872602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7124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190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5F1BE4-E092-4338-A136-BF69DE70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7124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195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B31AA4-B7E9-4687-93DB-C42DC3A7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7124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3853C8-2173-4C75-8DB7-65A43716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均值 ± SD：个体分散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0CBBCF-AB3E-45A6-8B41-7E5A9C46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004" y="3810000"/>
            <a:ext cx="4263416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45B7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10526F-CFDA-4305-A3CC-AAEDFDBA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7562" y="3752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D68"/>
          </a:solidFill>
          <a:ln xmlns:a="http://schemas.openxmlformats.org/drawingml/2006/main" w="9525">
            <a:solidFill>
              <a:srgbClr val="2C6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A0F341-4B65-468E-9643-EA0C65CB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43375"/>
            <a:ext cx="381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182.20—193.39 mm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0A69E4-91DD-41FC-BF68-3AC365DD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均值 ± SE：均值波动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F2495D-617D-4A58-9897-31957F0E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215" y="5000625"/>
            <a:ext cx="498995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45B7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4D9C8F-C69B-476D-A17E-01381270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7562" y="4943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D68"/>
          </a:solidFill>
          <a:ln xmlns:a="http://schemas.openxmlformats.org/drawingml/2006/main" w="9525">
            <a:solidFill>
              <a:srgbClr val="2C6D6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DBFAC7-A5D1-449E-8FB2-EFB75944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0"/>
            <a:ext cx="381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187.14—188.45 mm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228B28-F72B-44FB-B94C-D9CC7E45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均值的重抽样区间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5154C9-E7F5-497C-95DE-4D8D1B85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9329" y="6191250"/>
            <a:ext cx="965548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45B7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8D4D7B-B83A-4670-B791-764A2947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7562" y="6134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D68"/>
          </a:solidFill>
          <a:ln xmlns:a="http://schemas.openxmlformats.org/drawingml/2006/main" w="9525">
            <a:solidFill>
              <a:srgbClr val="2C6D6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7161BD-288A-4E7B-9CAD-F046AFEF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24625"/>
            <a:ext cx="381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186.52—189.05 mm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E64098-473C-4AC8-9693-412D7454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各线段定义必须写入图注；区间依赖抽样假设，不能只写“误差线”。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A2C449-576A-4649-A3BB-27C57E47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来源：palmerpenguins公开数据，本课程重绘；NIST统计手册 §1.3.5.2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DA6E58-65D5-4CD0-B37C-F4EA91BA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72613946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0192C9-C7AC-4F72-92DD-B73A71FA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CFAEA5-B72D-48E2-9E0A-34EC9922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可独立阅读的数据图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ADD12C-1333-4E50-802F-518FA4F4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1A1AE-0693-4E73-AEF9-938EB44E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图题、坐标与单位、分组图例、样本范围和来源，共同限定读者能怎样解释图。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625605C-4243-4890-963D-5E89B5F175CF}"/>
              </a:ext>
            </a:extLst>
          </p:cNvPr>
          <p:cNvGraphicFramePr/>
          <p:nvPr/>
        </p:nvGraphicFramePr>
        <p:xfrm>
          <a:off xmlns:a="http://schemas.openxmlformats.org/drawingml/2006/main" x="1619250" y="3143250"/>
          <a:ext xmlns:a="http://schemas.openxmlformats.org/drawingml/2006/main" cx="1152525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8223208a944fe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C60C5-AF65-4DA5-B325-8D05BC51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721995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喙长（mm）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43377-A14C-488E-89E2-690B6722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鳍长（mm）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0D15C-A7BB-46BC-877B-F86DD321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Adelie完整记录146条。每点一条观测；未作因果解释或绘制拟合线。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CC6C2B-067A-491A-B860-6CA81B5C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来源：palmerpenguins公开数据，本课程重绘；UBC 2026，图形编码，pp.4/6/17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A5C10D-223D-40A7-959E-80BA3B65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77795560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ABD919-82F6-4FC8-A6AC-7D125971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5F3416-B897-49BD-8411-4964EEE4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图注中的对象、符号与方法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E75D86-128D-452A-9044-9320556C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0EB27-2AFA-40F8-BE3E-4379A0D7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图注应让读者脱离正文，仍能认出研究对象、样本范围、符号含义和计算方式。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6200B-97D9-4B09-9506-4D189084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图1　Adelie企鹅喙长与鳍长的观测关系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E0A151-6597-4CD5-8713-608E8761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1371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2007—2009年公开记录中，保留性别、喙长与鳍长均完整的146条Adelie观测，雌雄各73条。每点表示一条观测，蓝色圆点表示雌性，绿色方点表示雄性。两轴单位均为毫米，图中未绘制拟合线。数据来自palmerpenguins公开简化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09BC4-ECF4-4FA9-8BE7-EB0D1E92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809923-53E0-4EF0-856C-07C171E2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对象与样本范围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363DAE-5FE1-4884-99D7-01D87BF1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81037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点、颜色与单位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613DF1-707B-4BED-B060-C7C72523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81037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计算方式与来源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AEC7DF-5EDB-4106-A871-4AC4A465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图注示例中的数字、符号及来源均与配套图一致。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4C1262-8113-40C8-99CB-DD71B10F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One，图注与图像要求；palmerpenguins公开数据，本课程重绘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EE0665-5694-45AF-AA3A-4CABAA7A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882480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64779D-5EBA-4138-B691-69FFD0AB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2BAB1-5B40-41C0-ADA4-10E8A4FB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多面板图的阅读顺序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4E57D9-8420-42B2-9F00-8F0099A0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71F33-EC22-4560-A3B2-F11F829E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一张组合图可以用A呈现分布、用B检查年份组成，两个面板分别回答一个问题。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7BBCD0F-5FC6-4FE0-A39A-02898B1D137D}"/>
              </a:ext>
            </a:extLst>
          </p:cNvPr>
          <p:cNvGraphicFramePr/>
          <p:nvPr/>
        </p:nvGraphicFramePr>
        <p:xfrm>
          <a:off xmlns:a="http://schemas.openxmlformats.org/drawingml/2006/main" x="762000" y="3238500"/>
          <a:ext xmlns:a="http://schemas.openxmlformats.org/drawingml/2006/main" cx="6477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af81bca8b6a4afa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B2C99532-1F33-4D1F-A066-83595BCC39E9}"/>
              </a:ext>
            </a:extLst>
          </p:cNvPr>
          <p:cNvGraphicFramePr/>
          <p:nvPr/>
        </p:nvGraphicFramePr>
        <p:xfrm>
          <a:off xmlns:a="http://schemas.openxmlformats.org/drawingml/2006/main" x="8001000" y="3238500"/>
          <a:ext xmlns:a="http://schemas.openxmlformats.org/drawingml/2006/main" cx="6477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7fe5535258487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AE0AB9-EFCF-4ECB-93A8-8916474D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纵轴：记录数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BE69DE-F471-4910-A98B-7FA8214A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239000"/>
            <a:ext cx="647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纵轴：毫米；每年每组n为22、25、26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A3765B-1EEA-400C-9145-F2F39695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A：鳍长分布；B：各年组均值。面板单位不同，分组颜色一致。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C124F3-B3D0-48E4-BE3B-78F9C73D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来源：palmerpenguins公开数据，本课程重绘；PLOS One，图注与图像要求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BC52DD-3C98-414A-9790-E34A495D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80955271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0657C5-E791-46BF-912E-27483349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E236B-6B3A-40C3-9270-94F1BFEA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颜色的类别与数量含义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160F8-B35A-48B7-9E3F-030048AB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24EAA9-112C-46E3-8F64-A6FB9842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类别可用不同色相区分，数值高低需要有顺序的色阶，正负差异需要明确中心。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B7CA4-F700-47EA-8F14-851DAA6C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5334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类别：甲、乙、丙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9DCC1-1B85-4E2F-AC5C-1465F7FF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8612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77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41ECC-6F02-40A6-9343-17A22FF7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671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10DF67-178E-408D-A612-AE4FED40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8612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D68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640740-C747-474E-9528-6DCDB9D7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671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6580D4-BBA0-438F-85C0-22E1F933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28612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3F3C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7EBB64-79DD-4B6C-92CA-73C59601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0671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7927CA-B3BC-4556-9949-C9D76CAB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5334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顺序：低、中、高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F98F9F-265F-4BAC-9E00-24D95F01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1487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0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A5F8F9-7320-47D9-ADBB-748FB18F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959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918C6-51E3-4510-BD2A-463B792A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1487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CC0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C45AAD-38D7-4A97-839C-A1217BA7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4959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988320-7687-4B53-9559-7D99231B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71487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77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32CA9D-8CC3-427D-B9C9-970E8EC9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4959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E79261-BE65-4216-9EA2-109DE3DF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5334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方向：负、零、正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D9940C-7BC5-4A13-A3D2-3313DA5C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4362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77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912C7F-AA9E-4154-9DC2-A3BA3254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9246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−1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068C47-2120-4918-9259-212BEF9C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4362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960418-6F6D-4B91-ADC1-1AFCC183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9246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EA4203-4014-4AE4-97E1-F5D32E78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14362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3F3C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6C79FE-67E9-4E23-87BB-EAF56671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9246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+1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9AF8B7-4ACE-4DA4-9944-002EA0C5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色块与甲乙丙、自设正负数均为教学示意，不是研究结果。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617801-6F34-4808-81F1-081B7EB8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来源：UBC课程颜色课件，pp.7/21；课程自编教学示例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F1B301-5549-4763-98F4-50497816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00302447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958C7A-AC15-4F5E-8DC9-E4E92362238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333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55ABA6-CD8A-4A1B-BC8A-F70658D1C02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333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274BD-22A7-428C-9C1C-BFDD3FC836B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333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AA3F1D-9DB7-4D2F-A9BD-0E83577F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59A2F3-6205-44FD-9903-059A6B44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AI协助绘图的具体输入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A1783-AD00-47C6-97E6-72261DBE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872F9-3488-46BE-B37A-48F23B5C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提供数据、字段含义、问题和限制后，要求AI给出可运行脚本、图和图注。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A78F4-D157-483A-A375-3147085C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CSV与字段说明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975AB-63DD-4BE1-B6D9-B4D52ED9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05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绘图要求与代码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6CC38A-1B16-4650-91E2-6019805C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05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实际图与图注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0A21E-4DBF-4BF3-8589-8FFD8770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905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源数据复核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4BDEF9-D40B-4039-A902-DF2CA699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对象、单位与缺失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F2A592-BACE-449D-8AE7-C974532B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38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图型、尺度和限制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03208A-745C-4314-B636-8A16AB32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38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保留可编辑版本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CFE26C-7B79-47B3-831A-821F3861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238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点数、数值和标签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E534DB-0603-4FC1-921F-0CFB3648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8E8AAD-8587-4DF4-BE26-59E7F60A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247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提示示例：保留全部观测，不连线、不加拟合，输出图注和数据来源。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21C912-DEB0-478E-9280-B4A27CCD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本地原生图已生成；AI写出绘图建议与实际运行结果分别核对。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EA1667-8C39-48EB-9D9F-BDE5DB58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来源：课程自编教学示例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FAE7E6-A980-4F5E-BED9-2771A9A7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56214531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65E49C-7F8C-4282-B0DF-BB71EA68E1D6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2858750" y="571500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5588ED-E96A-4474-A563-BA26EBB309C0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9620250" y="5191125"/>
            <a:ext cx="1619250" cy="2143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A3E2C5-5D1E-4A22-86DB-B7BD3F909D85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620250" y="4833938"/>
            <a:ext cx="1619250" cy="357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3BD10D-7A34-4C80-B044-F5CEB1EF4F58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7715250" y="671512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230D4C-73C1-42A6-8D73-2B0ABB7B119F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7715250" y="414337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16B4E6-C3B8-4DE6-BDBA-7CDFDD67C80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095750" y="5238750"/>
            <a:ext cx="1714500" cy="1071563"/>
          </a:xfrm>
          <a:prstGeom xmlns:a="http://schemas.openxmlformats.org/drawingml/2006/main" prst="bentConnector3">
            <a:avLst>
              <a:gd name="adj1" fmla="val 86667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51B8B1-685E-4B99-B375-277226E6010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4095750" y="3738563"/>
            <a:ext cx="1714500" cy="1500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33B213-6AEF-4280-BE59-10A7510E7CA1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2428875" y="404812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DE6854-03B2-4DBA-AEDD-09692A73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1204B-9C9E-49A7-A235-1177923A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拟议研究的技术路线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9691D-8D92-4BE7-BDC8-8F9CAD3D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344BF2-2805-4EF6-A465-F0D829FC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题目、分配与过程记录分别留存；一周后按原组别测量无AI新题表现，再按预定方案比较。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80178-AE31-4FC0-89D2-71B4584B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333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题目与评分规则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C68CC-C0FA-4F77-8A40-8855F031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3333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材料预试与分配安排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80A3A-9456-4F49-893E-A8B00AF7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3375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分步提示条件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3ED95B-2106-47D3-BA90-FEED5A3D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0550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完整解答条件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9BEAD9-43DB-4771-9E31-EAF4BA65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2912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提示组过程记录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3B2E07-F911-445F-890C-0890AF50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7000875"/>
            <a:ext cx="3810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解答组过程记录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F622E0-1062-4237-B784-4321A62B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667250"/>
            <a:ext cx="3238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一周后无AI新题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按统一规则评分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EC5460-E8EB-4107-A277-FD11C832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762750"/>
            <a:ext cx="3238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按预定方案比较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E765C3-2023-46C3-B4B5-8FAAE664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用同一编号对应组别、过程与测验；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测量缺失和执行偏离单独登记。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AA8B60-066E-4FCF-A955-847F962E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教学方案，尚未实施。分配单位、样本依据、授权与评分规则均需另行确认。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33EE14-4D66-4CB0-843A-70E1D47C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来源：UBC课程节点关系，p.2；课程自编教学示例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703C66-9934-4560-A124-1CC5F2D9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2275762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8ABC35-BABB-4B2C-810E-EFC13F3E3164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5" idx="2"/>
          </p:cNvCxnSpPr>
          <p:nvPr/>
        </p:nvCxnSpPr>
        <p:spPr>
          <a:xfrm xmlns:a="http://schemas.openxmlformats.org/drawingml/2006/main" flipH="1" flipV="1">
            <a:off x="2857500" y="4238625"/>
            <a:ext cx="3333750" cy="2405063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71B402-E503-4662-A856-460763187F7D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8096250" y="4238625"/>
            <a:ext cx="0" cy="1952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B961B-1A3F-4FF0-B5ED-0B762DE9FC7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0001250" y="3786188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90642-BFEA-4679-9261-01CD0E0CF5B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953000" y="3786188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4A45AA-AFB0-4994-9D96-3C1316AF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C9B81-F854-479D-8038-6DE06777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启动材料核对与返工回路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972EA-C8E8-420C-BEAF-83B380B1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975BF-127C-47E3-B7A0-B1E849B6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判断分支要写清核对哪些材料；未确认时返回修订，补齐后再查。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A4200-B6BB-4375-97A6-1AAF7CE0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191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预试材料与检查记录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E39DCA-3359-4EB7-A5DA-703361EB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3810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启动条件已核对？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8AF65-E2B8-46A1-BC1D-454E918D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333750"/>
            <a:ext cx="3048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按已定方案实施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ED7227-ACA1-489B-BBAC-5EBCF3E3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91250"/>
            <a:ext cx="3810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补材料／修订版本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F08F4D-BE8E-4386-A993-50F59D5C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76625"/>
            <a:ext cx="109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已确认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D1415C-94B1-49FD-A216-A0956019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00625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尚未确认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92ECDA-0291-49AC-B3BF-576AB4BE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修订后再查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EB4A81-B5F0-426A-92F6-33078E9B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095875"/>
            <a:ext cx="409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核对材料：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评分规则与试评记录、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分配单位及样本依据、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招募与数据权限。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10DB5B-A06F-401A-BF36-9A48211E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返回箭头：补齐材料后重新核对；未确认的条件继续保留。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91DEBF-FB23-4AFE-85A9-68A7B3C5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教学拟议回路，尚未实施；图中的“已确认”分支不代表本项目已经满足条件。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63FD17-0E59-4BC7-882F-03A75BA1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来源：UBC课程节点关系，p.2；课程自编教学示例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EAF7F8-E647-4524-84EE-895FBB4F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37683349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0B6CEC-8C6F-4A57-AB39-6B212466B5C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10001250" y="4905375"/>
            <a:ext cx="1524000" cy="1738313"/>
          </a:xfrm>
          <a:prstGeom xmlns:a="http://schemas.openxmlformats.org/drawingml/2006/main" prst="bentConnector3">
            <a:avLst>
              <a:gd name="adj1" fmla="val 85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E5766C-9336-4E6C-87AE-FE9358A008F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001250" y="3690938"/>
            <a:ext cx="1524000" cy="1214438"/>
          </a:xfrm>
          <a:prstGeom xmlns:a="http://schemas.openxmlformats.org/drawingml/2006/main" prst="bentConnector3">
            <a:avLst>
              <a:gd name="adj1" fmla="val 85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40A77D-E584-41DD-8F14-378BA40DDDD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095750" y="4905375"/>
            <a:ext cx="2095500" cy="1738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9946BF-C72E-4ABA-ADED-32FF04E076D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095750" y="3690938"/>
            <a:ext cx="2095500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12D225-89A5-408E-B190-B65468C4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528A5-0582-4BD9-A8B0-EFC7C132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并行研究任务与汇合依据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97F557-F6CB-485A-A90F-F04FBC78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A2963-F415-4295-BB44-35CA181F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并行分支要有各自输入和输出，汇合时说明要对照哪些证据。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5A506-5E29-408C-81CC-10AD6A70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33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研究问题与假说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E907F5-EE2F-4514-9B9C-A8D86526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3810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作答过程记录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AC274D-8C94-4D48-8592-E3BF8B24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91250"/>
            <a:ext cx="3810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统一新题测验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69B050-AF6E-4E34-BD79-79C768BB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429125"/>
            <a:ext cx="2952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对照证据并解释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25549F-624F-4A13-8A2E-CA7131CA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2912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形成可核查的编码记录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B8E2E7-6526-4A81-ADA3-DB2438F8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2866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形成可复核的评分结果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CCFDD0-4A1A-4FEF-83DA-15787627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教学示意。两条证据路径可能一致，也可能相互矛盾，需如实解释。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63B514-66BF-49B8-BEC7-D4C9ED82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来源：UBC课程节点关系，p.2；课程自编教学示例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40F1E2-33B8-45E5-8787-51A11929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5755881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15E659-90F3-4411-93A6-B9C630FCB374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2192000" y="5267325"/>
            <a:ext cx="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prstDash val="dash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B2A0B2-E86F-4D6B-81F0-B62842B6CA94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2192000" y="3886200"/>
            <a:ext cx="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prstDash val="dash"/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059712-6B37-4E20-91BE-03A31722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42FC1-BBD0-4200-8BBD-897342E2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机制示意的完整任务与假说范围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D704D-500D-4B72-8656-6910A4E1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753F0-B4C8-4876-9A6C-ED3B8958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对象、布局和箭头含义写入任务，图中保留“待验证”的状态。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BEB882-8F17-4485-BFF3-AE6B5BA2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3367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关系核对图（可编辑）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87CAFE-2E41-441B-8491-8B02AE56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GPT Image任务示例（未执行）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5F0EE1-323B-4496-A907-3670191F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7524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请绘制一张供高校教师讲解的概念示意图，主题是“分步提示可能怎样影响独立解题”。白底，蓝绿配色，三个区域依次表示分步提示、作答中的尝试与修正、无AI的新题测验。区域间只用两条虚线箭头，图例写明“待验证关系”。不要添加成绩、提升百分比、实验照片或文献。图注写“教学假说示意，尚未取得机制证据”。中文标签须清楚可读，保留足够空间供后期编辑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6BB696-30EF-48FD-B4B5-EEF0F042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43250"/>
            <a:ext cx="457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分步提示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51974-70DA-4EE2-8DDA-A17A427C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24375"/>
            <a:ext cx="457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尝试与修正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2180ED-34BC-48E8-8155-602BF32A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57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无AI新题测验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78DDEB-C574-4E31-A43F-09038654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04850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虚线：待验证关系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34595C-313B-4FBB-B53D-DC7AFDA8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其他解释仍需核对：既有水平、练习时间、题目难度和实施差异。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892017-7017-4447-B78F-3456845F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任务示例，未执行。原稿DALL·E 2/3 API已于2026-05-12下线。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E221C6-AA50-4924-A46D-D7B27ED5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来源：UBC课程节点关系，p.2；OpenAI图像指南，任务与编辑；OpenAI下线记录，2026-05-12；课程自编教学示例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662F8C-D2B4-4C92-A909-46ACD5AC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06445707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A56DEE-5C3C-4250-B6F1-6AABB1F364B1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381375" y="60579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BCE03D-FDBD-4436-99F0-2A82D17FE11D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381375" y="49720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5CFB8-5B47-487A-A1C4-ABD76EECD5FC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381375" y="38862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D5F516-F617-46F6-BE5C-9CE0DF26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C7FAE1-2E07-4C52-92C2-7CCA40A0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数据图与路线图的编辑源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46CA7-72D3-4815-BB09-8222517E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73C7E-A716-424A-A159-7827756D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保留数据、脚本和原生图表，路线另存节点与连接，后续改稿才能追溯修改。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7D269-6FC7-47D1-AC1C-712025B3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523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原始数据与计算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1EAD0-0E32-4004-ADD9-AB4D4A83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1945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CSV、脚本、计算结果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92909-7CA1-4783-89A2-296B6BF8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523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原生图表与图注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E466A-EEEB-4C7F-B8AF-7274BC76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0530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PPT对象与嵌入工作簿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53AD2-56CA-46A4-98BC-16E2EAC6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523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路线节点与连接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EE385E-8F1D-47E0-B32A-9B35DDFE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9115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draw.io与route.json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D603C4-6A0A-4798-959F-845929B4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00800"/>
            <a:ext cx="523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PDF / SVG / PNG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6A8FD2-97BC-4C09-B869-6E8C1520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47700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预览、排版与矢量导出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968D41-C87D-4031-8F4E-77BD0C82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配套文件是可编辑教学成果；未声称已经通过特定期刊的投稿验收。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727578-270E-4668-979B-67784109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One，图注与图像要求；课程自编教学示例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148101-C29C-4115-A27E-59F81372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62263327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D45E3E-6149-4E92-BB39-208381BDE605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2192000" y="542925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F31BA4-3AC9-417B-A681-5ECBA5365945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2192000" y="400050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84A3C8-C0BD-48F0-A9C8-3C13EAC8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48A6A3-F926-44AD-A974-E45002B9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Midjourney提示与示意图复核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EF21EB-B9A7-4B30-9981-AA4AA018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F266E-605C-4185-B39A-7E749069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图像工具先接收清楚的画面描述，教师再逐项检查对象、标签和关系。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27A1B-A3CD-4C67-B0A9-EF87C10F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790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可复制的画面描述（未执行）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E515E-152C-40DA-ACC7-C3EC4058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905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Flat academic concept illustration, three simple panels left to right: a worksheet with stepped hints, a student's solution revisions, a fresh problem sheet. Thin dashed arrows between adjacent panels, white background, muted blue and green, ample empty space for labels, landscape composition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--ar 16:9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FD3A77-6A68-4F1D-B804-C4D012FF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7905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中文含义：分步提示题单、作答修订、新题试卷，依次排列，以虚线连接。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0F944-EEAD-45FE-91E6-82980C9A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790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--ar 16:9只规定宽高比；中文标签、图注和编辑源另行核对。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EB603C-70AB-4EAB-959A-D735D6CB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0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检查对象与箭头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EB7BC0-1379-4631-9D3F-3597C26A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67250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核对文字与符号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409E95-F472-4E5D-998D-362AFE63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096000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保留可编辑定稿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9E5625-5984-4124-81FC-7B0C552A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23900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删去虚构成绩，标明假说范围。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F5A5CE-95EA-4127-8E75-C92D5A60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Midjourney提示示例，未执行；Nano Banana未接入。右侧为人工复核流程。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798DFA-6D3C-42E8-A886-77E7FC61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来源：Midjourney提示与宽高比文档；OpenAI图像指南，任务与编辑；课程自编教学示例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F4D452-B6A4-4706-B1E5-E45036F8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32061688"/>
      </p:ext>
    </p:extLst>
  </p:cSld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859F25-0A69-4303-A5E1-B081D2BBB93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A79203-4D3F-46BB-A1BF-5E6E127D082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AE3918-1A15-45A5-8C77-DB84669CFB4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C37FE5-852C-4D44-99B8-88826B97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A1066B-416C-4B9F-8AE8-4A325E10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论文写作、投稿与返修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B57B5-20D6-4A68-9CA0-A1C3C2F9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36395-1AEA-4D2B-BB49-68D26D10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本节把研究材料组织成段落，再追踪投稿判断、修改动作和回复依据。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26ED8-E533-4570-B35E-986E53A5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材料与论证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772E7-1C9D-4796-90C7-F985DED5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段落与图表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78011-CA24-478A-B003-913C161C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期刊与提交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E7498-1A30-4D61-9989-18F8600C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修订与回复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210766-23C5-47B0-8167-DE120C1B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每个判断对应依据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92A296-655F-4887-BDD7-8CCC5D81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方法、结果和限制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1CD7C8-DB95-47ED-BB0E-0D2DCE0A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核对范围与要求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F40EF1-19F4-402D-9031-2BC58572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记录动作和位置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DD5966-847C-4BF4-94A5-99D1CA46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材料里的数字、段落里的判断和文件里的修改，应逐项对应。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E29B38-D71B-47B4-80B2-ABC610D1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写作示例、模拟审稿与实际文件修改分别说明。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7A8E8C-D34C-45C6-99E3-3D5516C3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来源：哥廷根大学2026原始写作课件；课程教学示例 / 模拟审稿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C17139-230B-4832-B406-38CEE704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03335451"/>
      </p:ext>
    </p:extLst>
  </p:cSld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D465EA-EE40-4276-8668-22D6260C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244A3-D066-4E9D-BFD7-FBD7F602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主张与证据的对应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8D2D3-5B17-42BA-9139-634AB5CD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BFE27-D88D-4BF5-A9EF-B7A4FC94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同一份数据，可以支持完整记录中的均值差异，却不足以证明因果机制。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32900-4ECF-4B49-9BAA-BB37AD7F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样本范围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C857D-5B0D-43EF-B282-3F080A12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344条原始记录 → Adelie 152条 → 完整记录146条，雌雄各73条。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FE6D4A-DABE-4AD0-B26C-55635C8F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6FB84-6687-49C6-A3A7-47435B47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可报告的结果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EA9D5-1368-4ACB-856D-2DC718F1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24375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在这些完整记录中，雄性平均鳍长比雌性高4.62 mm。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2F9C06-33AD-4E32-AC4F-A95B14DE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C41A8-6818-4E87-B2FE-A067035F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需要更多证据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46ECBA-834D-4660-829D-109B4866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0550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“性别决定鳍长”“适用于所有企鹅”涉及因果或总体外推，当前分析不能支持。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D26DC8-2DF6-465F-BA57-DE12D287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0D45A9-2972-4D21-8D5A-B3965003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公开数据二次教学分析，不作为新科研成果。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ABB887-7366-4233-950B-D39AA7EB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来源：palmerpenguins公开数据及课程二次计算；课程教学示例 / 模拟审稿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CB50E6-82D4-40CE-94FC-35A101B9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7797160"/>
      </p:ext>
    </p:extLst>
  </p:cSld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00B479-1F50-4D8F-9DAB-B95FB1D2BF5F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048000" y="615315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70F6C-F155-435B-9495-5C6D6F227F2C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048000" y="502920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67BF3-4A9B-4886-8C26-10D3ED6DFFBA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048000" y="390525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F0A256-3A78-4594-97F9-938878D9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EE587-B837-478F-9472-96A62240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常见论文结构与读者问题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D7C1A-F881-46F3-BCED-16BA36F2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77222D-2F6E-40D0-BC7D-CAF0446C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引言解释问题，方法交代做法，结果报告发现，讨论说明解释和限制。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40E1D-8183-4380-BA65-C8AC849E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4572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引言 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C0062F-FFCA-42B5-BBBE-C3FFD3AF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781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为什么研究这个问题？已有研究留下什么具体问题？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CD98A-0773-4D5A-9E59-44E20342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4572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方法 Methods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19CC99-47DD-4C54-AFD7-E32E453C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95775"/>
            <a:ext cx="781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数据从哪里来？怎样筛选、测量和分析？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D9952-84A9-4FCB-BF66-F93C67AB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43525"/>
            <a:ext cx="4572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 Results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BD2A21-C460-455B-8375-EFC30141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19725"/>
            <a:ext cx="781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比较得到什么？图表、数字和不确定性怎样对应？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B1AD37-DA66-4C8A-8729-F9678539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67475"/>
            <a:ext cx="4572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讨论 Discussion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2899CC-CABE-4114-A6F3-CA722BC5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781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结果如何解释？哪些条件限制解释和推广？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F411C3-0571-47E7-BE6F-50A59157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结构服务于研究问题，目标期刊和学科惯例决定具体安排。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FCBCC3-7A36-46D8-80F6-FF6A8386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来源：哥廷根大学2026原始写作课件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6187B1-85DD-4656-B0B7-9B87F0DA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78586486"/>
      </p:ext>
    </p:extLst>
  </p:cSld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0E71AC-5283-4CCC-BE28-ECBAB272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36771-5BB8-47E5-984E-D651F958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一段结果文字的内部结构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3A206-64F9-4758-8A34-2655840B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29230-3A02-4D7D-8F6C-B95B475A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先说明比较对象，再给出数字与单位，最后补足读者需要的条件。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4FE97-815D-457C-BE1F-BFF81E80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课程结果段落：对象 → 数字 → 范围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B1034A-878A-4354-B78C-1390E1AD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371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纳入146条Adelie完整记录，雌雄各73条。雄性平均鳍长为192.41 mm，雌性为187.79 mm，均值差为4.62 mm。该差异描述本次纳入记录中的组间比较，未作因果推断。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B7B135-7E7E-4211-925D-959C75EF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146条 / 每组73条：与方法中的纳入条件对应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9A4F8B-2ECB-4527-9311-CA1F544D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96050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192.41 / 187.79 / 4.62：与计算记录及图对应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BA0EDC-4FAD-4B2D-A4C1-DBA254F9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389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“本次纳入记录”：限定描述适用的范围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00B5F4-58BD-4316-9102-412FDE0F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以下为课程自编结果段落，数字来自实际计算。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0C45D9-00A3-4AD3-A2D4-FBFE23B5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来源：MIT CommLab，结果写作；palmerpenguins公开数据及课程二次计算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530465-05AE-428D-8BE5-5BD92932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47855044"/>
      </p:ext>
    </p:extLst>
  </p:cSld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0F83A-5294-4826-8B25-6586949C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1A8C8-4377-4780-B02E-E0E1455A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摘要中的结果与解释范围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97C76-6054-406B-9C12-8F3781F7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0B0BC-D2D3-4ACC-8DEE-061E562E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摘要交代目的、做法和主要结果，材料中的限制随改写保留。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EF9B2-A4B8-48EF-8D17-4E204F05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中文讲解稿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979F7-A9BC-4259-925E-C3DD5916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905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例用公开企鹅数据演示组间比较的报告。筛选Adelie并保留性别和鳍长完整的146条记录，雌雄各73条。雄性平均鳍长192.41毫米，雌性187.79毫米，差值4.62毫米。组内有放回重抽样10000次，差值百分位区间为2.68至6.58毫米。该区间依赖记录独立等条件。缺失机制、巢内依赖和目标总体未核实，结果限于纳入记录，不作因果解释。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C001F1A2-174D-499D-820D-A27F1BF2E174}"/>
              </a:ext>
            </a:extLst>
          </p:cNvPr>
          <p:cNvGraphicFramePr/>
          <p:nvPr/>
        </p:nvGraphicFramePr>
        <p:xfrm>
          <a:off xmlns:a="http://schemas.openxmlformats.org/drawingml/2006/main" x="9525000" y="3286125"/>
          <a:ext xmlns:a="http://schemas.openxmlformats.org/drawingml/2006/main" cx="4953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a52b39409ca4544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988770-EFFD-4B06-95F0-6C3CCF95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右图仅示均值；不能据柱高判断显著性。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510F13-6C06-4E12-922A-E6A5D9C9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中文讲解稿；英文改稿与核对随包提供。本例未投稿，不主张新发现。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24CCD0-0F84-4E54-8630-7E6AFDC1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来源：哥廷根大学2026原始写作课件；PLOS One，Language与Abstract条目；课程教学示例 / 模拟审稿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65B1EF-E1F2-4C91-866D-7AFC0156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84901811"/>
      </p:ext>
    </p:extLst>
  </p:cSld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75DEBA-A677-4A77-94A9-098DCFA520A8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524250" y="6124575"/>
            <a:ext cx="428625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CF4E99-C915-42A9-ACB4-91576E3D4BA8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095625" y="5000625"/>
            <a:ext cx="428625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8E430-E2B8-4473-9336-185E5A1767EA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667000" y="3876675"/>
            <a:ext cx="428625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9C5F90-1167-40C5-83D4-CB1A3545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F3E75-2755-4F64-9B95-425FCC2A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引言中的已有研究与具体问题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D51D28-9EC7-4A55-8CCE-066FB6A3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181DD3-40DC-484A-8690-11A9E3A4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引言需要说明研究背景和当前问题，并用已读文献限定自己真正要回答的内容。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D331B-6498-43E3-A32B-12E626F0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3810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领域背景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7A0BD-827A-4BDB-B32F-77DE000A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性别与形态差异是企鹅生态研究的一个问题。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BBDAF-453D-47DE-88B0-B9039AEF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19575"/>
            <a:ext cx="3619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已有研究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B407EB-6616-4F15-8CE4-BBD3333C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6720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Gorman等（2014）研究南极企鹅群落的性别形态差异。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8F3DD4-3E0C-482A-A901-615FF45C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43525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当前问题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15C15B-AA3D-479E-A5D9-66973785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911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这份公开数据中的Adelie完整记录，雌雄鳍长相差多少？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BD83FE-800B-48A0-823F-31C9E5C1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67475"/>
            <a:ext cx="3238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本例目标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FF6705-7405-4E77-86DC-89CF172D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51510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演示描述性比较及论文表达，不据此主张研究空白。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6DB298-D510-4C2B-9394-C736142B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本例演示引言组织，不把重复计算包装成研究空白。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F44583-502C-4A7A-AB59-29640DB0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来源：MIT CommLab，引言写作；Gorman等，2014，原始研究；课程教学示例 / 模拟审稿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05B9A9-19FC-4BEC-BB62-FA7BB22E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56810861"/>
      </p:ext>
    </p:extLst>
  </p:cSld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C6596-339C-4FD0-8749-F6B79E77EAC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714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3764AB-DD06-4EEE-9A50-629FDB0904A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714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CA4282-FF0F-44F3-8123-DDF306F4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1508B-180D-4BF9-9B22-517F35F4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方法段落中的可复核信息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A8AF8F-F533-498F-AC89-4131AEFA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90418-D00C-4D2B-AA59-E3A76781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数据来源、纳入条件、处理规则和分析参数，需要与实际执行一致。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6A122-6011-4725-87EB-8021732F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原始公开表 344条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883EE6-1A78-4CD6-911E-AA0A9250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Adelie 152条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47C713-AA54-457E-9E14-3B698671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完整记录 146条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1AD49B-234A-40B5-BA38-B5DE7D71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3862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限定研究对象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2AEF9-E2B9-47DC-9842-13BF52DD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3862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排除6条缺失，不插补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4C8A88-5AE6-487C-925D-7E6B7A4F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方法段落节选 [M1]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412036-D718-4A63-B54B-627140D8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371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数据来自palmerpenguins公开简化表。筛选Adelie记录后，保留性别和鳍长均完整的观测，共146条；雌雄各73条。排除6条记录，未对缺失值作插补。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A98749-7098-4A11-90BC-94C55FF9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完整分析参数另见[M2]：雄减雌、分组重抽样10,000次、种子及分位数方法。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90CC56-BF23-423F-9EBE-F1888C00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实际过滤记录和计算输出支持本页方法描述，未新增实验。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DB75D4-0993-48B8-BA7F-F5AC32C2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来源：课程教学示例 / 模拟审稿；palmerpenguins公开数据及课程二次计算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BAB85E-4B92-4910-B72C-1109668C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28869876"/>
      </p:ext>
    </p:extLst>
  </p:cSld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377D3D-1809-4BDD-A6F1-9E1CB6AF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2BBCB7-0984-4A9F-8EE7-6703C5BF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图与结果段落的对应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DCF9F-A245-4B2A-ACB8-119465A2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05741-FAEA-4312-AA3B-9EC1C0CB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正文概括图中能支持的发现，并给出对象、方向、单位和必要数字。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920C6EAE-5D49-4552-BA32-1D4FE1A6DA2F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828675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79732d7fc7476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2D36D5-700C-4524-9250-2D1E6E56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861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结果段落 [R1]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BA1AB2-EDE7-41D2-87D1-8FFDC5E4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48125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雄性平均鳍长比雌性高4.62 mm。两组的分布有重叠。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均值差与个体差异是两个层面：不能仅凭性别推断某个体的鳍长。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A31CFD-DCA9-4195-93E1-DE723AD2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图与文字来自相同146条记录，组间重叠不影响均值差的如实报告。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5BF650-1605-4A95-B2E0-94C7D9CF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来源：MIT CommLab，结果写作；palmerpenguins公开数据及课程二次计算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456069-A091-4093-8FA2-86B52B0C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41442984"/>
      </p:ext>
    </p:extLst>
  </p:cSld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0CE0AF-55FB-49DE-ADB0-8A7D8CB6A4E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048250" y="5095875"/>
            <a:ext cx="2000250" cy="14430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D802C5-2053-4989-A74B-8A7CFDFF226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5048250" y="5043488"/>
            <a:ext cx="2000250" cy="523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5B3B87-1FF0-40D5-8BBB-E23D0746C83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5048250" y="3548063"/>
            <a:ext cx="2000250" cy="1547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B7986A-49C7-4B16-AFA8-A6993AC6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413D16-94EF-42C6-821D-B3493C48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讨论中的解释与替代解释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0DBFD-129B-4A3A-ABB5-8348DBD0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C238A-C4D1-4DD5-8C07-49588C09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讨论把结果放回研究问题，同时交代数据和设计尚不能排除的解释。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16B74-E86D-4A09-8742-B56415BB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4286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完整记录中的均值差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雄性 − 雌性 = 4.62 mm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6F7F3-0081-460B-AF7B-CB592178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4325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数据组成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444D7A-85DC-4160-A47F-C5EAA57B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43250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年份、岛屿与缺失，是否影响所见差异？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AC668-7507-4922-9D75-C40F667E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38675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观测依赖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942596-4350-45AC-96E5-065FFC38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38675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巢内或年份相关性是否影响不确定性？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A87AF-FBCA-4F07-AADF-19BD6CC3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13410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解释范围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63E4FD-38ED-47C0-A175-7C23BE54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34100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没有实验设计，当前不能确认因果机制。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FB69B0-6659-4200-978C-E5B636F2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区分当前观察、条件解释与尚待验证的工作。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A9EF80-4DE2-4482-9C14-86E9E4AA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来源：MIT CommLab，讨论写作；课程教学示例 / 模拟审稿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E0B231-51F7-44A3-8C60-6E785528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78247708"/>
      </p:ext>
    </p:extLst>
  </p:cSld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C1BCDA-41A3-4A64-A6AA-5A638406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ED941-2697-41B8-B2F1-B03A5440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Humanizer修改中的证据边界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09D5D-FF15-455D-9512-153A8ABA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76829-9420-4F59-8E66-688E31BD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删去空泛判断时，补上已有的具体信息；缺少依据的结论则收回到材料范围。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5EC52-59DB-481A-9BCE-41348FA2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原稿：故意设置问题的教学模拟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4D98F-33F6-4C70-9937-E0562CDE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1371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雄性鳍长显著优于雌性，证明性别决定鳍长，结果具有广泛推广价值。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6B1F0-F9F4-4138-B907-AAC0AD52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A50086-B880-4096-972E-DA824661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修订：保留数字，收回未经支持的判断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29B2A-AC2A-4338-8194-FF79BC54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1371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在146条Adelie完整记录中，雄性平均鳍长比雌性高4.62 mm。此比较描述所纳入记录中的组间差异，不能据此判断因果关系。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9CC9C5-C933-4072-97C2-5813065F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红色原文为故意设置问题的教学模拟，不能引用为研究结论。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83E416-F0DF-4D2F-983A-4CAF0B0A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来源：哥廷根大学2026原始写作课件；课程教学示例 / 模拟审稿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1011C3-2CE2-4969-90CF-2B6AAE17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34781729"/>
      </p:ext>
    </p:extLst>
  </p:cSld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FA6A41-6757-4138-9A01-A3E22481ABD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762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F9D0D-A289-4A74-9AF0-FB5A21BC516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762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CBD74C-B74A-4517-B54C-A45199C3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83040-3B37-44A2-BE5D-0CF34C30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引文存在与主张得到支持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673B2-786B-4A54-A02F-216C5D97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B010C-60F9-4630-BEB8-96EED181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核对参考文献时，既要确认文献真实存在，也要读原文判断它支持哪一句。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EE8A4-33FB-4C97-894A-51750A72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确认文献身份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3D777-1110-427B-8ECB-C196DA0C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阅读相关原文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65747C-BEEC-4427-B5D5-67607A07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判断支持范围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E91524-9D8E-4296-99D7-6C1AA572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作者、题名、年份、DOI互相核对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8FC64-392C-40A9-AE4E-ED504305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回到方法、结果与讨论，找到具体依据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614C5B-82DB-4E16-A529-3B8A9D3E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57200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给相应句子引用；不把自己的计算归给原文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1BC0C-1DF4-4AA4-8C1E-295A3C61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真实原文：Gorman、Williams与Fraser，2014，PLOS ONE 9(3): e90081。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E5B69E-67D6-4248-88E5-5588C2E5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本课4.62 mm为二次计算。它不应写成“原研究报告了4.62 mm”。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B064B9-5749-4B13-BFF5-EE9A559F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示例DOI：10.1371/journal.pone.0090081；课程计算另列来源。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FFE12F-6CBF-45B0-95CD-17AFA724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来源：Gorman等，2014，原始研究；课程教学示例 / 模拟审稿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EE7428-B042-4673-A64C-AB80CEA7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44703910"/>
      </p:ext>
    </p:extLst>
  </p:cSld>
</p:sld>
</file>

<file path=ppt/slides/slide1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4DCF66-383B-49F7-91D0-143F9912676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EAA045-220B-42DF-9361-496A88B7FE8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E88F7-5801-4F42-9E53-9CACF50F32B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C5C83C-86A7-463F-BB6E-0B94DC6F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82B5B6-77A9-494D-89F5-A2E226F8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AI分段协作的输入与输出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726E6-46B3-4322-9991-506889AD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D12BA-32D9-43B4-AD4A-7C8EE00D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向AI提供事实材料和写作任务，并要求把缺失信息、使用依据和修改理由一并返回。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C6878F-A37A-40A8-8461-CD4F1B55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研究事实与资料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D9FD21-2492-4AEF-BEE4-F7AA7308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分段写作任务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56665-F401-46A7-BF90-579BDE6C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草稿与依据位置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652A96-5EC9-425C-B8AB-F05903EA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复核与修订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33E252-C7E0-4ED5-BC02-D2EB190D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方法、结果及限制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F0FB48-8DAD-4E8B-88A8-73EFF371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明确段落要回答什么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B62437-E6C8-46B8-AB93-DD108CDF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未知内容单独列出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9AFCBA-57D1-4301-874F-DFF03BE3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逐句比对原始材料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60B646-1E41-43F8-BEEE-E7366CA4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写作任务示例：只依据附带计算记录写方法与结果。保留数字、单位和条件；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未知事项列出；每段注明材料位置，返回修改理由。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FC69A3-7A4B-41CE-A4F9-2982582C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保留工具用途与核查记录；AI使用的披露要求按目标期刊核对。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054E0A-8E12-4022-8189-A8BA6EA7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来源：课程教学示例 / 模拟审稿；ICMJE，作者使用AI的说明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666C9F-8777-418F-81C5-BD9A09AA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63561148"/>
      </p:ext>
    </p:extLst>
  </p:cSld>
</p:sld>
</file>

<file path=ppt/slides/slide1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766A9A-E691-4C2E-A448-843C6D501FC3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2382500" y="5219700"/>
            <a:ext cx="0" cy="1257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A59482-54FB-4193-879D-F78D341533A0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2382500" y="3886200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77AC81-1DE0-40B0-A654-6861AA92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211781-1E3A-44DE-BBAE-66D14CB8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按期刊要求改写摘要的任务示例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EB856-AA2A-48A9-BDFE-4C751AAF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76F76B-1484-4C32-824D-AA4E35BB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把官方条款写入具体任务，改稿后分别核对格式、数字与结论。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4639F-1F6D-4534-B689-D63751BD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800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完整改写任务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1E714F-85BC-45CA-A441-45257596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8001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请按所附PLOS One作者要求，将[A1]改写为不超过300个英文词的摘要，不放引文，尽量避免缩写。说明本教学例子的目的、公开数据和筛选方法、主要结果及其解释范围。保留146条、每组73条、两组均值、4.62毫米差值、10000次重抽样及2.68至6.58毫米区间。明确区间的独立性假设和未核实条件，不添加新发现、P值、采样或因果结论。另交中文释义、逐句事实依据、词数及尚未满足的要求；措辞简洁，不把语言修改说成达到发表标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62A45-967F-4E30-8092-41DF245C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43250"/>
            <a:ext cx="4191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期刊条款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DB971-0336-4A11-9318-05E1F4C7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76750"/>
            <a:ext cx="4191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原摘要与计算记录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6CFD7-CC48-451D-B84C-E4D2CC82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77000"/>
            <a:ext cx="4191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改稿与逐项核对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88C741-321B-4AD7-A898-C5FFBC07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语言与格式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27D1F6-73C6-462B-9DE4-9EF22F96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38162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事实、单位和范围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24A9DB-5BB8-4A2C-AB81-B227A354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≤300个英文词，不等于300个汉字。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81CA1A-8EFD-46F5-A7D2-CA45E85D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仅演示摘要改写；研究贡献、全文报告规范和投稿适格性仍需另行审查。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E20078-6498-42AB-BCF4-207E7574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One，Language与Abstract条目；PLOS One，发表标准；课程教学示例 / 模拟审稿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A68DB2-AD1C-483A-8DDA-BEAAE3C9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71887324"/>
      </p:ext>
    </p:extLst>
  </p:cSld>
</p:sld>
</file>

<file path=ppt/slides/slide1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E2774C-5BFF-49B3-82CC-923F72D38A2D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7620000" y="4953000"/>
            <a:ext cx="4857750" cy="1428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E4EFF4-C4EF-47D8-B859-701190EEF60D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620000" y="4953000"/>
            <a:ext cx="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59AA0F-EE6F-4A0D-A6E1-03835E9FEEBC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762250" y="4953000"/>
            <a:ext cx="4857750" cy="1428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58CFB6-1D49-436F-ADCC-32CFED40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EFAF2-ACEE-4D4A-B30D-48117E92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投稿文件中的信息一致性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28B4F-D7F6-42B1-B4AC-ECDAE00C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4327C9-E09C-4F9C-9221-7A2FB043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提交前逐项核对相同数字与研究范围，作者信息和声明由作者确认。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C7CB8-91AC-488C-AE28-C9D693AC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000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主稿与图表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146条；雄减雌4.62毫米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94B270-43A6-4EDD-B5A0-9F0F7A8D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4000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限定Adelie 152条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排除6条缺失，未插补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004EAB-DE2B-4180-A632-8D679599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33750"/>
            <a:ext cx="4000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投稿信与系统字段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作者、贡献和声明待确认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C4C0CE-2D3F-4F0A-ADA8-CD3E4795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381750"/>
            <a:ext cx="8953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相同数字逐项比对，未知声明留待作者确认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DB1B85-EF0D-4C56-86B6-A1F3656E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官方要求作为案例；具体文件清单按目标期刊核对。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B16F81-4480-4B06-A792-14D0E3A2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One，投稿指南；课程教学示例 / 模拟审稿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571664-C3FD-4155-8E15-68B1ED2C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00363858"/>
      </p:ext>
    </p:extLst>
  </p:cSld>
</p:sld>
</file>

<file path=ppt/slides/slide1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E76546-927C-45BC-B780-BAE19624F1BA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12858750" y="4191000"/>
            <a:ext cx="1733550" cy="271462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90113-8B51-4CE7-B3FA-106DB37F576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762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9070B4-E7FB-41C3-91B3-8B3209E8909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762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5F303-CB07-4971-8AEF-4D4791B65D3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762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675893-C696-4A3E-B9A4-A6C692F8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3786C-2125-45EA-908B-0AB3937F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编辑初筛与外部评审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F42936-1145-46E2-AB67-75F9196E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845DED-C872-4A5E-A1AA-3D701EB8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期刊先检查材料和适配，再决定是否邀请外部评审，最后由编辑形成决定。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F136B-1BB7-4B54-9503-C5337679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材料初检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AF4A0B-3BAE-4DED-8E7E-88610C15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编辑评估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022DD0-027C-47C1-91F5-573182E0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外部评审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35857D-44AA-406C-822A-40DAE25A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编辑决定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3DAF85-E589-4E70-B393-078B5E53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文件与声明完整性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311ADD-3E78-4DCA-B051-B8AA4375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1962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范围、标准与适配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6149DF-4A02-44C5-B169-0F27376B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1962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方法、证据与解释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8CC274-CBFC-4A5E-9A5A-D373E7F7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61962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42B0CD-8BC5-421F-AB6B-9CFCA580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77000"/>
            <a:ext cx="5238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作者修订与逐条回复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921E86-BDFF-4649-9AA6-F3584321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编辑可决定接受、修订或拒稿。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CAFF4F-7D09-46F8-8862-578B29B7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638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修订后重新提交，编辑继续评估；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具体环节按目标期刊规定。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45FB03-5660-4085-9856-EE562C80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本页为官方流程转述，没有实际稿件状态或执行截图。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59716C-2B12-47BE-94B8-ADBB8D9B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One，编辑与同行评审流程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19067A-AE08-4482-B5C0-51966577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57142573"/>
      </p:ext>
    </p:extLst>
  </p:cSld>
</p:sld>
</file>

<file path=ppt/slides/slide1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EB582B-2085-4A8B-92F2-9B814C8D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C8108-46E1-426D-88AB-6B8061CB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审稿意见的分类与修改动作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0FD19B-C6C7-4030-86B8-97E3FE69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03839-5D13-4382-95E3-68A603D4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先判断意见需要补说明、重分析、新研究还是讨论范围，再安排回应。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7F941-A303-45E4-AC77-E4D2060A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R1.1：缺少方法细节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5E45A-D96E-4B82-BBB9-56FD021A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补数据来源、筛选和缺失处理 → 已修改[M1]。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7DC32C-B99C-49A9-82A8-970426AD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82E39-43ED-48DA-A0B1-993F16BE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R1.2：因果结论过强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838706-96E3-4D64-A674-DC9A2BFC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24375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收回因果与机制表述，说明范围 → 已修改[R1][D1]。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24C314-DC90-445B-8AFD-BA23DCC3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56FC3E-803C-4DDD-93D6-E104CDF0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R2.1：要求独立采样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54BC28-15B5-46E8-B304-C01C247F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0550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需要新增研究 → 本轮未完成，在[L1]说明限制。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77E8E-668F-4C42-BA2A-91EDA8C3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9CAA60-4381-481C-BB4C-5CA5C7D7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教学模拟审稿意见，实际文件改动可查，新增研究没有发生。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D2A93E-D47D-4D38-BEB7-D90CE999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来源：课程教学示例 / 模拟审稿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0663BD-4781-47D1-A5B2-1B6B5C43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205877055"/>
      </p:ext>
    </p:extLst>
  </p:cSld>
</p:sld>
</file>

<file path=ppt/slides/slide1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19E630-BF62-44D5-A94B-B814E4F81DA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572500" y="4762500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071B6D-93FC-495B-B52E-78536DBBDD1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19500" y="4762500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5C304D-CFA9-47BA-A200-BE056D9D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FC4526-0993-4715-BB50-7655F7F2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回复示例：补充方法说明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F30B3F-4B16-4CD1-BA01-886BB574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34C5A-C8C1-4CAA-9DD2-15D0C9E4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把意见中缺少的信息写入方法，读者便能核对样本量怎样确定。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EADEF-B326-4C21-8F66-0A81A4DA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模拟意见 R1.1：来源、缺失与样本量如何交代？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9BFF8-CB86-4A42-A2F4-AE6C9F6D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公开原始表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344条记录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A08CA-6147-468D-8DE7-4983A6CB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8625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限定Adelie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152条记录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AEAF9-018B-4DDE-A0AF-42F8FD80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286250"/>
            <a:ext cx="381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性别与鳍长完整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146条，雌雄各73条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FD94F4-9F74-4CB4-AAD1-85C419B9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816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筛选研究对象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7C375D-0EF4-45F3-8109-F43C464A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38162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排除6条缺失，未插补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A74B2B-B9C4-4F7A-A194-D8D86358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D284ED-3F01-4713-952A-D0C9DA08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正文 [M1]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103201-5DBD-4C3A-AC04-07C77948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2865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写明来源、纳入条件、排除记录及物理行号。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848903-92C7-43C2-A327-CBF5CA7E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回复 R1.1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648D7E-AFF6-45D3-AC01-80D93664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95325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指向[M1]和计算记录，让读者核对146条从何而来。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72271C-29EC-44E6-925B-C93221B2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模拟意见R1.1；正文[M1]与回复矩阵有实际对应。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6C3569-93CC-49BC-839A-1854D1A9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One，返修提交说明；课程教学示例 / 模拟审稿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763D5C-8C0D-4078-96A1-1DC2A3EB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727342867"/>
      </p:ext>
    </p:extLst>
  </p:cSld>
</p:sld>
</file>

<file path=ppt/slides/slide1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74E402-7620-4A5D-AB03-FC2E31F4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E3E58-D8C5-4D42-91FF-2F882864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回复示例：收回因果结论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AFB57-E142-4659-8BD3-18894E38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73538-DBBE-46F2-A528-BFCB7B5E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当现有设计不支持因果解释时，修改结果与讨论的范围，并如实说明没有新增验证。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445C4-59D0-4CEC-84CF-8E587A21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模拟意见 R1.2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E29B1B-1BC7-4527-B2CE-794AF08C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观察性比较无法支持“性别决定鳍长”，请修改因果结论。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52287-0041-4888-B330-85B5A13D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95110C-7A2B-4050-B036-1D577790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实际改动 [R1][D1]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39D3E-A3CA-4001-84EB-8C62D0E8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24375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删除“证明决定”等表述；保留4.62 mm描述，说明组成、缺失和独立性限制。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47E3B5-1E5F-4428-9AD7-851C84D1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D0BB68-C37D-4353-8EFB-9E57945F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回复节选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032919-C9A2-4255-BB9A-6041D2A2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0550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已收回因果与机制结论，并限定为纳入记录中的描述性比较；未增加机制验证。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409B7A-7C3E-4AF4-ABD6-4E62B7D1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CA770B-D666-4DAE-87F0-43F2E422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模拟意见R1.2；实际修订在[R1]与[D1]，不声称已验证机制。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933E57-40ED-4D18-BC53-F84360B5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来源：课程教学示例 / 模拟审稿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0B550B-0A80-48D7-8C4D-DDCF8E4B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380016509"/>
      </p:ext>
    </p:extLst>
  </p:cSld>
</p:sld>
</file>

<file path=ppt/slides/slide1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900CE0-779C-4980-990C-05685BE2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D9E48-639D-4D2B-BC6C-51F50676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回复示例：尚未完成的补充研究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1CFBD-2142-4DB9-8543-22D0A368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32245-7C28-48A7-AA8D-FEC32781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无法完成建议中的独立采样时，说明缺口及其对结论的影响，不能用未来计划充当结果。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E9BA05-BE2E-401F-AD50-BC4D7887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模拟意见 R2.1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23E40-5C5F-4207-9506-1CE1D491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请增加独立样本，并检验巢内相关性后再讨论推广。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58190-2EA7-4DC8-84EE-7C34928A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C022CC-488C-490A-972A-4104227B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实际状态 [L1]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7637B-4F41-47D0-A315-DB7F3FBC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24375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本轮未新增采样，也未完成巢内相关性检验。该缺口保留在限制部分。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CC9695-44C2-49ED-9227-066E7716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2CE12E-FDCE-4564-92F4-D8833542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回复节选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4F741-8F4F-4054-A559-EF46EF8E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0550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这项补充研究尚未完成。当前结果限于本次纳入记录，不能用其支持更广范围的结论。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248257-B19E-4BD8-9050-98D0A8D7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0D7317-3308-4F15-B14E-A49E384D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模拟意见R2.1；[L1]保留未完成状态，不虚构实验或分析。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A69E20-CDC1-4A29-B9C3-757B1173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来源：课程教学示例 / 模拟审稿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CBF350-4E05-473F-9E86-6A867974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30201321"/>
      </p:ext>
    </p:extLst>
  </p:cSld>
</p:sld>
</file>

<file path=ppt/slides/slide1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631DAB-B371-4179-8102-2A8A51E9BA2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524500" y="3810000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EBFC50-CC17-463E-B7A8-FB81CC40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477CB-B4D6-438D-9A75-D1779C49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回复、标记稿与清稿的版本对应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FFE2B-54C7-4269-8C35-B37FE760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0408C-29F0-4109-A158-2E797ADD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同一条意见在回复、标记稿和清稿中使用相同编号，方便逐项查找。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A1C02-03C8-45DB-A8BE-D044EA3C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76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逐条审稿回复.docx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R1.2：已收回因果结论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3A7087-D026-4B6D-B130-D011ED2D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86125"/>
            <a:ext cx="647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修订稿_改动标记.docx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红色删除；绿色新增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B897B-B02E-4A9C-9165-ECCAB292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原稿 [R1] 证明性别决定鳍长。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B202F4-84DE-4BF3-8F6A-272C9DE9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修订 [R1] 在完整记录中，雄性平均鳍长比雌性高4.62毫米。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CDED61-D6FF-425B-98E4-BD11ECBB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B5C43B-2B4C-468D-AC35-2FA4173F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修订稿_清稿.docx 保留修订后文字。[D1]说明限制，[L1]保留未完成研究。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6E125F-5433-474D-AE08-F8732DF6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三份Word可编辑；标记稿使用彩色增删标记，未启用Word修订模式。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9F9DB3-6EFF-46C5-8C23-EB65D034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One，返修提交说明；课程教学示例 / 模拟审稿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FF23A1-4BE2-4CD3-A9EE-FE664007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096324412"/>
      </p:ext>
    </p:extLst>
  </p:cSld>
</p:sld>
</file>

<file path=ppt/slides/slide1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AAB53D-24E7-4074-9E8E-48520BD2344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667250" y="4929188"/>
            <a:ext cx="1905000" cy="1547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D8B5D2-2335-4CB8-BEE2-47AABC186D7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667250" y="4929188"/>
            <a:ext cx="1905000" cy="71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6730E-41DF-4CFA-943C-40912252BBB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667250" y="3524250"/>
            <a:ext cx="1905000" cy="14049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DDC6F3-F7CC-49F0-B2BA-CDB127F3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91D15F-ADA1-42D9-8F3B-0538DEF2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拒稿后的修改与重投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D4F052-8001-4D19-BB3B-1B060687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4D38B9-29C5-40C5-8B66-9A49F6DD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根据决定理由判断是内容适配、证据不足还是重大事实分歧，再决定修改方向。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1E16A-EE98-4B5A-8BF0-3D127667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905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阅读编辑决定和理由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48824-4564-4611-8B1B-BB61AD42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304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范围不符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471CBA-18DE-454C-98F8-6DE95ECD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43250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重新判断目标期刊和文章类型。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F7CB8D-F180-41EC-95CA-9B147FCA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19625"/>
            <a:ext cx="304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证据或方法不足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91FD9B-21ED-4016-952A-78F800B7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619625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补研究或收窄结论，再评估稿件。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7389EE-C61A-4326-A79C-A797DBA5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96000"/>
            <a:ext cx="304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重大事实争议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1817F4-BF3F-40D8-B33D-04B6FFE2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096000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按期刊程序，用材料说明申诉依据。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EFB5B1-C675-430C-8042-F9EC1601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重投前核对上一流程已结束，并重新检查目标刊要求。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67AEE6-7804-4246-BD1D-83A4BCEE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One，编辑与同行评审流程；课程教学示例 / 模拟审稿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3A6DE6-DCF3-43D8-B886-195AAB58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763435083"/>
      </p:ext>
    </p:extLst>
  </p:cSld>
</p:sld>
</file>

<file path=ppt/slides/slide1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5E0628-E8B2-435C-8AC2-355C2ED39C3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A9B6D1-64B6-43BE-90CD-E8A3080ED6E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6680BD-9C39-4CF6-B5A2-DC232664A90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F65743-BEFF-4A30-B18C-F22D3F7D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881F4-C9C5-49F9-9A5E-73306787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可复核的写作与返修材料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1D272-19C6-458C-9F76-B140E861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7F254-1DF5-4C27-BA40-811BDA1B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研究材料、当前稿、修改记录和逐条回复，应能指向同一组事实。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EC320-C314-41DE-9706-0B5A4586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来源与计算证据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F13317-0F98-43D7-9BB3-1CBEF15F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当前稿与段落锚点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708A4-E2CB-4236-87E6-677F020A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修改与回复记录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E99A0-36C5-477C-9705-1380FF7C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提交前版本复核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216393-67DE-4FC4-B5E8-D251E3E6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核对数字与单位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29957D-1F7B-43E3-8EBD-4A8489FE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正文、图表对应材料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44908E-DF97-4C1A-81D8-2546BBE6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Word清稿与增删标记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A324AF-8006-4D6D-80E2-63C94F56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回复定位并保留缺口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DE275F-E036-4872-9A33-50DBE100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材料里的数字、段落里的判断和文件里的修改，应逐项对应。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6E92B2-28D3-402F-A7DE-42A4AD37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下一节：基金申报与Grant Agent。当前写作示例未投稿。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05E546-4E41-4ED2-A820-9212C42C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来源：课程教学示例 / 模拟审稿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961F6E-2B92-49C1-941A-E36E663F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459078908"/>
      </p:ext>
    </p:extLst>
  </p:cSld>
</p:sld>
</file>

<file path=ppt/slides/slide1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4884C0-07E2-4675-8AF5-8BE7F8F2265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4143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F9F505-59D8-4A6B-A060-F5C0CA91597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4143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469D7C-9C78-48C8-B603-C9158F07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EB506-4FCA-4420-9993-95AED3FB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基金申报与Grant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E1A60-E5C0-43AE-A3CC-BE91F56B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EE88F-A155-451E-ACFA-BCAE259E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申请书需要把值得研究的问题、可信的方案和申请人的工作积累连起来。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A81D0-7EAA-4DC7-B4D8-FEE1EE02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为什么值得研究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B687A2-A435-484D-9FC5-A84D76D3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14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准备怎样研究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422AD4-53C0-458B-BD18-7E45539D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14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凭什么能完成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6826D4-C64A-45E1-8A8A-B01D667E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已有证据和仍未知的问题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998F70-7DEA-42C7-AFC4-58BF0677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48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可检验的方案与预期认识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6B2A09-66A4-4D6E-8522-B6E532B3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048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真实前期工作和实施条件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407BD7-03A2-4E0E-8683-8A807E4C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0"/>
            <a:ext cx="1371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本节贯穿示例：分步提示与大学生独立解题。后半节查看实际本地文件流程。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E0B5B1-FEAA-4050-94A8-59B9437C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研究设计、文件生成与正式申报，分别核对依据和状态。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16ED7A-F1FF-40B9-8994-1DB14AD7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来源：NIH StrokeNet 2026原始课件；国自然2026申请书改版说明；课程教学模拟，未实施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6F1315-CB43-495F-9966-441F04FF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55946574"/>
      </p:ext>
    </p:extLst>
  </p:cSld>
</p:sld>
</file>

<file path=ppt/slides/slide1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CE8905-36D8-42B0-ACAF-AEA6689BF29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381500" y="4976813"/>
            <a:ext cx="1905000" cy="1524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036AE8-BE09-4F06-B86A-A73A3E21B5B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381500" y="4976813"/>
            <a:ext cx="1905000" cy="47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6544B-F093-4C09-90BD-5090BED1AEE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381500" y="3548063"/>
            <a:ext cx="1905000" cy="1428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673B08-80E6-44F5-A688-6B12857F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2B9D4-0951-41A9-9852-5A7468A3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不同资助项目的要求来源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97BF07-6C7F-41B4-8D63-DB97424D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8D987-A83E-419A-B15B-09B57A24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同一个研究设想，必须按所申报项目的当期指南重新检查。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CCA79-71F5-4097-A3C2-EF86F24D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619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拟开展的研究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7E4B7-FD1E-445D-94B7-F1FC0F46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4000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国家自然科学基金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980F9-2806-4A7E-8197-FC68F3D3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143250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核对项目类型、研究属性与当年申请要求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B94932-DF3A-4B91-9797-5C4BA4FE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9625"/>
            <a:ext cx="4000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省部级及地方项目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1E4359-F22A-4DBA-A8DC-18648DBC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19625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回到对应部门当期指南，逐条核对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E55B5B-43B0-4746-A0D4-7540AA98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096000"/>
            <a:ext cx="4000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校内与其他资助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79FD32-A1EB-4D8A-B87C-1CE6372E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96000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以发布方文件和正式模板为准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DC9FF9-9B01-4EC3-B62B-C3D275B5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研究主题相似，不能据此沿用另一项目的资格、预算或期限。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382900-C5B5-4312-BF47-26305C64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来源：国自然2026申请通告；课程教学模拟，未实施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DB4756-8CA3-40CC-9E3F-5AD53E09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39454177"/>
      </p:ext>
    </p:extLst>
  </p:cSld>
</p:sld>
</file>

<file path=ppt/slides/slide1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526448-AE0E-49E2-BC33-91136E7536B2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2714625" y="54578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36B670-B053-44B1-A3DD-0F3B3BF0DD78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714625" y="40481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61577F-D271-428B-BDDD-322499D3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1C19C-5464-44E2-AF54-5254C62B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2026年国自然正文结构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927CB6-1DEC-4143-8D30-BFFB167B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A559D7-9497-4913-A5D8-C16C78F8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面上项目与青年科学基金项目（C类）的正文调整为三个部分。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EF254-7EFD-44C8-9AE1-529CB2F6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3905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立项依据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A6E0E-FDB3-4B4F-A2D3-D4E0BFD4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86125"/>
            <a:ext cx="828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为什么开展这项研究？研究价值是什么？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70CA9-A51A-4EEA-BC6C-B98F860C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00575"/>
            <a:ext cx="3905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8A19D8-C2CB-465E-9EAF-8EE7BBA4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95825"/>
            <a:ext cx="828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按研究逻辑安排工作，说明怎样回答问题。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6F03B-4653-447F-9F3A-E90EC65E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3905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研究基础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B0F5B6-9EB9-4E2F-8AE8-C19E1C0D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05525"/>
            <a:ext cx="828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展示前期积累及其与本项目的关系。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E9D534-3006-4176-BC1C-BAE46990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正文原则上不超过30页，适用于面上项目与青年科学基金项目（C类）。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7CB3B1-1349-4286-AB27-7B546FB2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正式填写须从科学基金网络信息系统下载当年最新版。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C06A05-750E-42A9-B60A-50624F5F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来源：国自然2026申请书改版说明；国自然2026申请通告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42345B-E35F-4280-BA4E-668503CD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46718904"/>
      </p:ext>
    </p:extLst>
  </p:cSld>
</p:sld>
</file>

<file path=ppt/slides/slide1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519390-832C-4AD5-B8F8-4A379166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633C6-9FAA-4065-BF8C-3E898333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国自然申请中的AI使用要求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3B613-3D19-4882-9452-2FA439EE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16071-B368-4E2A-AFFE-6226964B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AI参与资料整理时，申请人仍须核实信息、声明使用情况并按规定标识。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BC832B-8682-4C09-A447-9B594EA1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资料与引用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150721-35F8-42A9-A36D-D9D728E5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AI辅助跟踪动态、整理文献时，申请人逐项核实信息与文献真实性、准确性。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7EDD1A-395C-4288-A137-EACF1189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364E2C-35BE-46D9-822C-41049D0E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使用情况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CCDFBC-7A3F-4009-9673-FE6D04BB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24375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全面如实声明AI使用情况，并按规定对相关内容作出标识。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A38F9-6E8E-4207-A254-E6208872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2BC28B-667E-4EB3-A2BE-EE7055B6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申请书正文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7889E2-8E63-43A4-8A26-3867E7CE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90550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不得使用生成式AI直接生成的申请书，也不得使用未经核实的生成内容。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0C7CF5-8862-479E-8F4B-955F1847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E7EDD-E508-4A06-A2A4-05F79A04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本节AI协助编写的研究设计和Word仅作教学演示，不作国自然申请书使用。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C16B1-2263-46A5-9ED6-EA0EBDA5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来源：国自然2026申请通告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987ABC-E2CE-4573-AC39-9DD7F8CD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8434933"/>
      </p:ext>
    </p:extLst>
  </p:cSld>
</p:sld>
</file>

<file path=ppt/slides/slide1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47107F-0BA0-4943-8702-A64B3D09980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C6E43E-BA5A-4E9C-B605-D622826DBE5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B8FB62-EA5E-4DF0-A381-F3A689214BE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419A81-9AE4-4376-976A-B5A6637E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A9389F-1A26-4BB1-BF94-6A8F3E45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指南要求与申请书位置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B20BD4-C939-457E-9846-A50551A6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24D559-0DD4-41CD-82D7-0781104D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每条要求都要对应材料、正文位置和仍需补齐的事项。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6037E1-C0DC-4884-BFA2-C9F62451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官方原文与条款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408C19-FE13-43D0-B1D8-F12ABBB6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提取具体要求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7A305-4479-4440-AAA8-9E52BC04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对应材料和位置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1E7137-154F-4186-B450-85637B49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列明缺口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64D775-31A4-473C-A351-0658B322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保存文件日期和来源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9C09AD-04E0-4B1A-8E60-6D2FA832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区别正文结构、资格与附件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27FA33-3BE5-4FC1-909F-4A244F2F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哪些事实由谁提供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6195E2-3403-4F39-A2DF-7ED6CF1E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未取得或未核实的事项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91A333-BD69-481B-A006-E529EB41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示例：最新版模板 → 从系统下载 → 保留原件 → 核对章节和最终排版。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78B361-3948-410D-850E-0EF5DCF9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本节另有自编guide.json，只控制课堂文件演示，不能替代官方指南。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F1FB5B-C217-4346-BC09-A054D1EC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公开要求的提取记录，与本地模拟指南分别保存。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ACD4FA-2EAD-4108-92CA-954B130D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来源：国自然2026申请书改版说明；国自然2026申请通告；课程教学模拟，未实施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492E31-5BFA-4032-9094-994E7805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7576314"/>
      </p:ext>
    </p:extLst>
  </p:cSld>
</p:sld>
</file>

<file path=ppt/slides/slide1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DC6B29-06D9-4DCE-99DF-F13EB7BF149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762500" y="4953000"/>
            <a:ext cx="2000250" cy="1547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BC9430-2FC9-4657-A0D4-8ED6CA861FA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762500" y="4953000"/>
            <a:ext cx="2000250" cy="71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001A8-001E-47C2-8569-432B44B3E5A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762500" y="3548063"/>
            <a:ext cx="2000250" cy="14049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B78FCC-2526-4C73-8C96-678AA302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12392-16D8-4DB6-A3D8-0D805662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申报前的材料盘点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2BFE1-5A97-4F32-8EEF-7D6E0184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1E94FD-A3EE-4156-A87B-F87CCD99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已有文献、研究者工作和拟开展的研究，需要分别登记。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64ABE-58E2-4082-B9E1-44731657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材料登记与用途核对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FF052C-A981-4E05-A64A-A5F2E8F2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43250"/>
            <a:ext cx="3619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公开文献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7F2EE5-94BA-482A-A800-63EB8309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143250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支持研究现状与方法选择，注明阅读范围。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2714A7-4064-4CFF-975F-E77DAE97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19625"/>
            <a:ext cx="3619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申请人已有工作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AAA6C-2E66-4636-8AE0-F20EC7A1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19625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核对论文贡献、数据记录与相关工作积累。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B77C43-632A-4A14-8A09-F4C1E25B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096000"/>
            <a:ext cx="3619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拟开展研究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552E76-6A96-414B-ADCD-46C3C506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96000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写明研究设想、待办条件和未验证关系。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F6FBE8-85C0-4949-9115-1DC9C15B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缺少材料时，保留问题及其影响，不用通用措辞补成团队成果。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7DFE3D-E187-48DA-9C74-DB9C19AB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来源：国自然2026申请通告；课程教学模拟，未实施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A4A84B-E89F-4B9C-926D-58475238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44462970"/>
      </p:ext>
    </p:extLst>
  </p:cSld>
</p:sld>
</file>

<file path=ppt/slides/slide1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A4DA8C-7FE7-4E72-8577-A3A06DA12549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7620000" y="5334000"/>
            <a:ext cx="4095750" cy="1333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9C425-CF69-4308-BD29-6C40F06C955B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3524250" y="5334000"/>
            <a:ext cx="4095750" cy="1333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0024E4-9148-4294-9B43-3BD294F2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053C4-4490-490F-B526-F11E9B92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贯穿示例与待回答的问题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266B3C-2E99-49D4-90F6-DFAAB844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BEB33-EF16-44E9-BEF8-50BC4969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分步提示是否影响大学生离开AI后的独立解题表现？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B8923F-3366-440E-82EB-DA126593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同一门大学入门统计课程，同一模型、题目与练习时间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9B8A1-31F7-4268-B8B5-12C3D9B1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5524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完整解答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允许直接获得解答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5DE938-1B58-47C7-B160-E33EDF16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38625"/>
            <a:ext cx="5524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分步提示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先展示思路，再给下一步线索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7B383-122C-4F64-964F-0EB22E32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667500"/>
            <a:ext cx="762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主要观察：一周后无AI新题的独立作答表现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560A99-82C6-4FD9-A273-E669A12C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课程自编研究设想，尚未实施，也未证明适合某个基金类别。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57146D-10CB-42DA-B302-729F881B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来源：课程教学模拟，未实施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0681DD-F779-4CBC-A8FD-1E24D68A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13397699"/>
      </p:ext>
    </p:extLst>
  </p:cSld>
</p:sld>
</file>

<file path=ppt/slides/slide1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4CA790-7091-4AA8-ADE9-C17130D8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06A62-6295-4DE0-83F2-F62BA7FC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立项依据中的文献与本例问题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DB23CF-614B-4EA4-A1F2-1CC37A3F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77DB2-2C16-4A1B-939A-53EFA8D1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已有研究的对象、干预和测量，可以帮助限定本例准备追问的内容。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B25B9-23BD-4D24-8E71-2A891BF6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公开研究：高中数学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D95B5-3F02-480E-8FF2-39C0AA10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619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Bastani等（PNAS，2025）比较不同AI辅导条件，并另设无辅助测验。研究设计把工具使用阶段与独立作答阶段分别观察。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C34D2A-B4AD-4EFD-8B25-CEBE3E48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9087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本例拟追问：大学统计课程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A80F6B-65C8-4132-AF37-1F2C42AD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619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在相同模型和任务下，先写思路再获得分步提示，是否改变独立解题表现？需继续检索同类研究，判断具体差异。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84FF3D-9502-4921-97F5-463D1390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5C223-3715-470C-9B1B-C1075CE3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高中研究的设计启发可以借鉴；大学场景中的效果与创新性仍需证据。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3DE4FD-E1B5-41DB-9D2D-1C2BCDEC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真实文献提供背景。本例的大学情境和提示比较仍是待验证设想。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A034EE-B1D7-4A7F-BA68-AE617516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来源：Bastani等2025研究设计；本例另拟；课程教学模拟，未实施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28C2F8-2150-4891-8FFC-6CC597C4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23380154"/>
      </p:ext>
    </p:extLst>
  </p:cSld>
</p:sld>
</file>

<file path=ppt/slides/slide1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EF74D5-A52B-4A4E-A327-324DCC3C3CFE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476500" y="5457825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D8A7CD-7416-4EF6-ADD2-B97135608E9F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2476500" y="3952875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BAC11B-D902-426B-BD50-13FD39DF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23B5C-ACAD-4E1E-8D15-4110B4B1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科学问题、目标与研究内容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6C051-B175-4F39-8FD0-91F2A4B6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EE0EB-E3B9-4D81-9D04-29A09401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问题说明未知关系，目标说明准备弄清什么，研究内容安排取得证据的工作。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A4D5C8-8710-46BE-A463-4D362C90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42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科学问题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13E03-09C0-41B0-ACFF-2C2E5039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342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648CA-CD13-4577-AB08-840E0090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342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F6C7F2-3A75-4826-BDBC-1CB49422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提示方式与离开AI后的独立解题，有怎样的关系？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5D653-B54F-4C97-9406-B652D9B8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4345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比较两种条件下的独立测验表现，检查作答过程。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7A60B-E119-4A96-8AF3-BF039DF3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24840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预试题目和评分，实施比较，记录过程，联合解释。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F33378-1F8A-4DE4-8677-4F001B4D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概念用于组织思路，正文按研究自身逻辑展开。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D6577A-1705-4D8B-BF45-770944E3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来源：国自然2026申请书改版说明；课程教学模拟，未实施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26D1CA-899A-4271-B495-B8A84109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13369865"/>
      </p:ext>
    </p:extLst>
  </p:cSld>
</p:sld>
</file>

<file path=ppt/slides/slide1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4B2D6E-087F-4CD4-ADA9-B621C02E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A605A6-C421-451F-AC9A-2396F18C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研究内容与可检验结果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A8CCEB-AF9A-45AB-976B-98080CDB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BF506-6947-4C5E-A612-0F05B2CD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每项研究内容需要说明观察什么、怎样判断，以及得不到预期结果时仍能回答什么。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54CCE-1BA9-45DC-9E42-FCE585F5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题目与评分预试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5A45E8-48E0-4A27-9254-0D47D79E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检查题目难度与评分规则，形成可复查的材料和修订记录。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E314D3-C10F-4A30-9C14-67BEF18F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A5495-6F54-4F1E-88A6-49DC4B6A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辅导条件比较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9CD7F-C427-45C5-A25A-A6E542DA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24375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统一测量，记录两组过程及无AI新题成绩，报告差异与不确定性。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E1BE5-EE1D-44BD-965D-CC24B509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B7726B-F95C-41A7-A05F-F7B47378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过程与结果解释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03B652-AB18-4657-968C-EF6EEECC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90550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比较尝试、求助和修正记录。未出现预期差异时，也如实分析设计与适用范围。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0AEB0C-817B-4B0A-9AD4-6F73EB73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4C321E-2AFE-4476-BE9D-C57E5A7E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研究计划中的产物是预期安排，不能写成已经取得的结果。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DB9912-BA35-44D2-8CBF-6C614B85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来源：NIH StrokeNet 2026原始课件；课程教学模拟，未实施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1AEE4A-6771-4893-ADB7-A86ADE76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59531279"/>
      </p:ext>
    </p:extLst>
  </p:cSld>
</p:sld>
</file>

<file path=ppt/slides/slide1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58714F-C592-44CD-B8FF-65AF877C6ED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411956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prstDash val="dash"/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84B6E-21E0-4290-BB6D-5F4295C3A54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411956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prstDash val="dash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EEA73D-5228-4AAF-A1CA-FBBA4C24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E8809-8D4E-403A-9460-8C26A6EC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研究假说与其他可能解释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A4151-4046-4319-B53D-BAA4E337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730811-2592-47E8-B37C-4DC9B883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提示方式、独立尝试与后续测验之间的关系，需要通过设计和数据检验。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56DA9-62D4-4FD6-93A1-1491DFD4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分步提示方式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2553AB-0385-4570-84A1-234850F8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67125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独立尝试与修正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0F313-6D38-440E-A1C9-A451A1DC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667125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无AI新题表现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DD5E9-FF58-4C2B-9ADB-1C72F7E9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记录实际提供的提示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1D96E4-CBA2-4812-996D-AE822246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91125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保留步骤和修改过程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8084E9-CE5F-4980-AC56-E873C2A7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91125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采用统一测验与评分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56FAC5-C627-46C1-A1AA-5F9A8F5C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其他可能解释：既有水平、学习投入、题目难度、教师实施及组间交流。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C759C7-4F43-449E-B123-DE30BA30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虚线为待检验关系；既有水平和实施差异等因素需另行考虑。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AB0CD6-10ED-4556-9F35-307764BE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来源：课程教学模拟，未实施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6902B7-D46A-4A9D-94B6-B4D6EDA3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37658697"/>
      </p:ext>
    </p:extLst>
  </p:cSld>
</p:sld>
</file>

<file path=ppt/slides/slide1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DA00FB-DB37-478A-951C-3DBBF38C615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10001250" y="5000625"/>
            <a:ext cx="1333500" cy="1619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A90AAE-951F-4093-BE15-C73B4BD5940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001250" y="3667125"/>
            <a:ext cx="133350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091C8-C147-48AF-96DB-ED1301AFFCD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476750" y="4929188"/>
            <a:ext cx="1714500" cy="1690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76802A-BF86-4AF1-86EE-628D16C28F1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476750" y="3667125"/>
            <a:ext cx="1714500" cy="12620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03AE31-6E0E-46C2-A301-73670521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34FA2-FFBA-475B-AABA-051D7432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比较设计与测量安排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6CB4C-6F10-40E9-849D-07351F8E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5FC80-3CB3-4F30-BD5E-5EB1A47C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两组使用同一模型、题目和练习时长，一周后按统一规则评价无AI新题作答。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36E00A-EE53-4F04-ADB2-CB0236AE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714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核对准入与分配方案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454CA8-9CA3-4B73-BFBE-3A387ED7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381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完整解答条件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DBE3E8-5511-4E2A-A1A9-EA538DA6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91250"/>
            <a:ext cx="381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分步提示条件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F03D97-BC76-4E73-8EE5-A7D4D5CD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47675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一周后无AI新题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按统一规则评分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95DB23-6FC6-4C97-905F-16A9CEB0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保留实际求助与作答记录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3D427-2DFB-4D4A-B984-99E50940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19137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评分规则与分析方案预先确定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54D36E-8C3A-4B56-8B1C-F4590680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研究设计教学示意。样本量、分配方式、伦理与授权仍待核定。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0868E6-1078-4ECA-9231-FB59C4C2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来源：NIH StrokeNet 2026原始课件；课程教学模拟，未实施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4297CC-FFC7-42CB-93DC-DB9A056F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03449933"/>
      </p:ext>
    </p:extLst>
  </p:cSld>
</p:sld>
</file>

<file path=ppt/slides/slide1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F699F1-A729-490A-A181-066770889981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2858750" y="571500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52E79E-DDF0-4B19-9F63-992EB001721F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9620250" y="5191125"/>
            <a:ext cx="1619250" cy="2143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43A491-3997-41A2-832D-557E3F1701A0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620250" y="4833938"/>
            <a:ext cx="1619250" cy="357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8640ED-105B-41B5-850A-FBA622363623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7715250" y="671512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002C3D-936F-4A56-AA8B-5F6649E75C34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7715250" y="414337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7280C9-E49E-4884-8CC4-B819A2A3D3E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095750" y="5238750"/>
            <a:ext cx="1714500" cy="1071563"/>
          </a:xfrm>
          <a:prstGeom xmlns:a="http://schemas.openxmlformats.org/drawingml/2006/main" prst="bentConnector3">
            <a:avLst>
              <a:gd name="adj1" fmla="val 86667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8CDDAC-2368-4972-9DD9-AC282C89FB5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4095750" y="3738563"/>
            <a:ext cx="1714500" cy="1500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F7C601-6A15-4684-90D9-CA824A57F519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2428875" y="404812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7138CA-5714-4595-9DFA-77810C5B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1411D-E042-4D9C-A639-7607BC5A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比较实施与一周后测量的技术路线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CE60E-9B7F-445C-9C45-7997268B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5EBCEC-C85C-43A1-BC11-FD9E7A1F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两种条件分别保留过程记录，再用同一测量时点和评分规则比较。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7D644-202E-41A7-8503-1D669336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333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题目与评分规则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BAC4D6-4108-4A76-B048-68E35B0F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3333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材料预试与分配安排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AECD1-C929-4D3F-98DE-600D9E6A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3375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分步提示条件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99513-015E-4EE5-82D6-5887827A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0550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完整解答条件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B990AB-ECBE-4AC5-860B-209A494A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2912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提示组过程记录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E8EB6-4D01-4796-A29E-0558FE27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7000875"/>
            <a:ext cx="3810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解答组过程记录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E4E02-F16B-4EEB-96F1-856B4693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667250"/>
            <a:ext cx="3238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一周后无AI新题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按统一规则评分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8CF880-82A5-41A2-9DA2-4C6A0BFE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762750"/>
            <a:ext cx="3238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按预定方案比较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743A74-6ADE-46E6-A817-054C8A4B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用同一编号对应组别、过程与测验；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测量缺失和执行偏离单独登记。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186BF8-6964-4CD1-B283-0D37151C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教学拟议，未实施。预试、分配、测量质量及启动条件仍待核定。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07F581-92A4-4BDA-9CEE-A8C8EEE2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来源：课程教学模拟，未实施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813CA7-B2B4-418D-BD9A-3CD403A1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85568678"/>
      </p:ext>
    </p:extLst>
  </p:cSld>
</p:sld>
</file>

<file path=ppt/slides/slide1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7CFFD7-70AB-4665-A56F-40D614CF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A658F-0AF9-441E-A0D8-4EA54766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创新点的比较依据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9170EB-A5C9-46F9-92C0-6E113C37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CDCC67-027D-4DD2-ADD0-B255E45F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创新论证需要明确：与哪些已有工作比较，增加了哪项可检验认识。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B8C442-FA86-4F4F-9993-4F4857EA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已有工作覆盖什么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A9E33-3A14-4ECB-9847-EFCDB0BB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不同AI辅导设计、练习阶段与无辅助测验，已有公开研究涉及。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98E70F-BE3D-4A61-A5BF-EFEDE42C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92E507-B3DF-4B35-B4A8-C5AE6E64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本例准备比较什么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2784FC-57FD-4D79-AB20-5BA232F1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24375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大学统计课程中的具体提示方式，以及过程记录与独立表现的对应。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66F209-04FB-474C-B31E-9FDB4CFD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6A3F1A-A639-437D-82C8-4310D314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创新论证仍需什么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6B65BD-7FD6-4F30-B1B1-C86E179C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90550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检索相关大学研究，说明具体未解问题及其价值，再判断是否形成新认识。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0DF2C2-EF2B-4553-98BB-6D59EB82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C55463-3F04-4987-8359-B029164C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当前只给出创新论证的比较方式，创新性仍待文献与专家核对。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66F40F-C7EC-440B-A0ED-F365B6EF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来源：NIH StrokeNet 2026原始课件；Bastani等2025研究设计；本例另拟；课程教学模拟，未实施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15A969-3478-4DAE-88DD-276E7760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45920955"/>
      </p:ext>
    </p:extLst>
  </p:cSld>
</p:sld>
</file>

<file path=ppt/slides/slide1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922131-043B-401F-B1A7-15C88D73B6C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40005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C5D090-B0D1-4BEA-9CFF-4768245EBD7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40005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B331D1-6D49-4F67-A10F-A3562A8D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0D599-1FE2-4422-A892-C5D18F49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研究基础与实施条件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555B3-8D4B-4EA8-B161-EBE5EBBD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78476-ECA1-4A30-B59A-2084FEF7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申请人的已有工作，需要与本项目的关键任务逐项对应。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BD212-01FF-40BC-B1E1-7376B6FC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关键研究任务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9D33B4-AB77-40C8-B9C5-34D11DFD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7187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已有工作与贡献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6D7488-0E1B-42BA-8AC3-DD0DC5B5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7187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条件证明与缺口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631229-16EC-4E2D-BA41-82C3C78F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例如题目设计、实施和分析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1A278-6931-4ED8-B584-FA6AE1B1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05375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提供相关论文、数据、工具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及本人贡献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0D417B-26B4-447B-B3F7-661DC733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905375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核对准入、设备、合作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和时间安排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5A18BB-6268-4E26-ADEE-C116A109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本例实际状态：没有申请人前期成果、课程准入证明或合作承诺。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D4E4B5-C60E-464C-82F7-2B8516C9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公开文献支持研究背景，申请人研究基础仍需真实材料。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3ABF26-29BE-46B1-A6FE-694A7589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本例未提供申请人真实研究基础，不能据此判断具备申报条件。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9C4327-E0B2-4814-B631-C3552B05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来源：国自然2026申请通告；课程教学模拟，未实施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9731BE-754B-4662-8D7A-986AB059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23252960"/>
      </p:ext>
    </p:extLst>
  </p:cSld>
</p:sld>
</file>

<file path=ppt/slides/slide1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CB43BC-1BF1-444D-A251-E17F8698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98A3D-E08A-407D-A313-2951D3C9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风险与替代方案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D09DA-1ED4-4FAB-9278-1031CCFC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5BAAEA-47ED-4FFE-ADAF-42C11A26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替代路径应说明触发条件、调整动作，以及调整后还能支持什么结论。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28F31-D5F1-4E38-A7DB-B3E367A6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提示规则不稳定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6429B-22D6-45B7-9A30-05E87D50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触发：预试未达到预定要求。动作：修订提示和材料，再做预试核对。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4AEF3-1A3B-4B71-86BC-37E50422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677F59-2859-4041-82B4-5FD4685A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退出或记录缺失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8D3D13-274E-4620-9CA9-A258156A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24375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记录发生原因，按预先方案处理，报告缺失及其对解释的影响。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49CCA8-31F7-48CF-B88C-E8A54A61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1D8408-DE09-4CBB-BAEB-B42E2293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无法按计划分组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79766E-55A3-4291-A823-FC3BA69E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90550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先评估调整目标与设计的可行性。改为观察性研究时，重新限定因果解释。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CBEAD8-AEC6-4DA2-9071-92166749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0BC8C3-0EE2-4681-9274-B05502BE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备用方案改变设计时，结论的适用范围也随之调整。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F22BAF-8C51-418C-86E9-5408C498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来源：NIH StrokeNet 2026原始课件；课程教学模拟，未实施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C08B80-5D04-4328-A3B2-532ED14C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79166300"/>
      </p:ext>
    </p:extLst>
  </p:cSld>
</p:sld>
</file>

<file path=ppt/slides/slide1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63302D-FDC3-4F5D-8956-24A71561ECA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4A58F8-5AA7-42A3-A12A-160D8A38B53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226115-DBD7-4BC6-BB86-8DE4B0AA9CD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ADDA1F-242B-42FA-BE96-89550332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50DE1-4D78-4567-B3F8-D6DF04F4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研究进度与任务依赖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76D6B-BCF5-477A-A06A-31565BBD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BAC11-D55F-42FC-B9BD-1092E198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时间安排要给材料核对、预试、实施和解释留出实际位置。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48F5FB-52BF-4216-B4A6-0FC82975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1—3月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5E74D-8054-4072-A1CE-1C0FA00F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4—5月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D4D66-4725-4443-B421-13CC8844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6—9月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58EFEE-AA06-4B3E-BB9D-56C31B25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10—12月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C2A1B1-F3D6-4429-85E0-929962D7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文献与材料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伦理与授权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5D4E52-E8AC-413B-B5CB-E380FE2C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题目、评分与规则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7457E0-BB04-49AB-8B5B-9A4F32DD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实际辅导与独立测验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63833E-F05C-4395-A77D-1F783749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报告差异、限制与版本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8B219B-29B8-46EE-BA2B-2000A0B9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材料与准入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F742F3-23F0-4CEC-A5A5-ED888803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9531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预试与修订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738A36-C284-4E3F-B9E6-358A0510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9531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实施与测量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59788D-F2D5-49C3-BDCA-5948DAF6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9531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分析与归档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F01B66-99DD-4366-8906-D6DA308B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进度依赖前置条件。伦理或预试未通过时，后续实施顺延并记录原因。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1112F9-2804-49D3-BE10-9D926BB1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12个月仅用于课程示例，不是2026国自然项目期限。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C1AB93-CA26-4468-9193-0C6E5885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来源：国自然2026申请通告；课程教学模拟，未实施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6B1FCF-243B-4B08-B950-2AB843F4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791754553"/>
      </p:ext>
    </p:extLst>
  </p:cSld>
</p:sld>
</file>

<file path=ppt/slides/slide1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FBCA56-0255-41EB-8118-874CB0748DE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762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F5DEA1-22CC-451C-9DD5-CD6E15E7EC0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762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0A699C-8EBA-4FEA-9750-0B17A5DD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9227B-8004-4110-AE74-33B6B5DA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研究任务与经费依据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179E4-B874-46B2-BEDC-5E25FFC0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69FAF-D265-4D13-BB71-9E83BF80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先识别研究需要的资源，再按对应类别和单位要求说明成本。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7B3B84-A910-4149-9AD1-84979F97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73A0A-1AB7-47A8-B592-48701B39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资源用量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F9700-98A0-4E5A-8240-6E4DB052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费用依据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3236BF-53CF-4A77-AA7F-46E2F03C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需要哪些人员、材料与计算条件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B2E728-BAB2-46B8-AAA9-85DF5098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67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按实施次数、工作量与使用时长估算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96EA8D-F915-4934-8C26-0C5142FB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67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核对报价、费用归属和当期规定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17D04E-C1D6-436C-BD9D-0FB551AB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1371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2026国自然案例：青年A、B、C类等实行包干制，申请时无需编制预算；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其余项目按规定实行预算制，结合实际研究需要编报。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901BCF-E39E-4A8B-ABEA-24930DE0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预算方式按所申报类别核对，不把示例测算当作官方额度。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E27DBA-0D72-4451-B540-278889B5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来源：国自然2026申请通告；课程教学模拟，未实施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F07655-1B27-4C98-AD4E-399AF443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130002466"/>
      </p:ext>
    </p:extLst>
  </p:cSld>
</p:sld>
</file>

<file path=ppt/slides/slide1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F415E0-C196-43FA-BE81-06527B4A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45FB0-47D1-4582-B252-5B5FBFF2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摘要与正文的相互对应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429BE1-0BF1-4723-A231-D04E526D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CABAE-8429-4163-86B7-F12CC981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摘要集中说明具体问题、主要做法和准备获得的认识，信息与正文一致。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1B82C-376E-4231-A0AF-5C863746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完整段落示例：问题、做法与准备回答的内容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C8368B-FA54-4597-A2C3-76ABB268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371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研究拟比较大学入门统计课程中两种AI辅导方式与独立解题表现的关系。在模型、题目和练习时间一致的条件下，设置完整解答与分步提示条件，记录学习者的尝试、求助与修正过程，并在一周后使用无AI新题测验评价独立作答。结合过程记录与测验结果，判断两种条件的差异及其适用范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39AB1-FCF4-4B2A-8E6B-86F63709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“拟比较”“设置”“评价”描述研究安排；这里没有承诺提升幅度或写入前期成果。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AD3BE3-DA7A-432D-B91A-DFFA5A18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课程自编摘要示例，不是可直接提交的基金申请摘要。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7D8B54-C6B4-4DEC-8C1A-3895D0F3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来源：课程教学模拟，未实施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790CEF-C79F-4FA0-9CFA-F3C25B4D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96305804"/>
      </p:ext>
    </p:extLst>
  </p:cSld>
</p:sld>
</file>

<file path=ppt/slides/slide1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CF238A-2E9D-4AED-8902-49D0B456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060D8-55C7-4B44-8873-AA373715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申报材料中的Humanizer修订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F2DAC-026D-4A36-8A15-0D1302AE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CCC6D0-3E19-4D80-A810-BC4EAFBE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空泛的研究意义可以改成具体问题、比较方式和可回答的范围。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D6BD4-525B-450E-B771-0220F8CE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原句：故意设置问题的教学模拟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CE7A1-FE1D-4D6A-BEA0-2DD99B8E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1371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本项目将构建国际领先的智能教学体系，全面揭示学习规律，大幅提升人才培养质量。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B03EC0-E7E1-47C4-8480-3DFB0A3F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14F09-47C6-42DB-9354-22DA0E35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修订：具体到比较对象与测量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E4F69E-52B4-4C6F-902D-E4CC07E0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本例拟比较完整解答与分步提示两种辅导方式，用一周后无AI新题测验观察独立解题表现，并分析作答过程与结果的对应。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997D75-0DA5-4D54-8DD6-B4EFA6BD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两段均为教学模拟；修订不增加任何前期成果或效果数字。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DB90D7-1A97-4219-91C6-11369AC1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来源：课程教学模拟，未实施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80F3A4-672A-413C-980F-2E4B6FAB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525348844"/>
      </p:ext>
    </p:extLst>
  </p:cSld>
</p:sld>
</file>

<file path=ppt/slides/slide1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46AD09-2354-4EC4-AE2B-7A04C92EEBD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4979AD-45FB-4D81-A94D-14E1995A742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3423D-47E6-48CF-A5A7-84A458BB656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23754A-C21C-4153-A647-67BC3505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65AB8-54FE-4FBE-BB53-1149C421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Grant Agent的工作流与Harness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6A33F0-E5D6-4731-8A2C-15871993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C0D8F4-989C-4C86-93C8-FC14F5D0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运行记录把输入版本、核对动作、输出文件和未解决问题连在一起。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F997B-AC03-49C1-ABE6-9AC2E798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指南与模板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8A62E-B325-46BE-8CB3-BAF0B74C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研究者材料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EBE02-D9E0-4820-84E7-28E90A39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内容与路线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A90A1-AE72-455F-A9D7-6E31A025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核对与Word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643CD8-9463-446B-962C-C00E25A3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保留原件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提取具体要求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5D4E9A-F819-4391-A1CA-99C7E960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登记事实、来源与缺口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F6993F-6E35-4C4F-A03A-95A78F59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按研究逻辑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组织段落和步骤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E49E24-4E7F-4A40-B19A-2E8E1B02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逐项检查并保留版本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AEA200-239E-418C-9069-6DC9AE72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BEDEAE-C034-438C-81EC-22A9A75C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Harness：保存输入版本、步骤状态、来源定位与失败原因的运行规则。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2DF5AE-63E0-4695-890D-1BD2650C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框架图说明整体工作。本次本地执行范围在后页单独列出。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1A4F6A-1DDB-45C0-B593-91C016E6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来源：Section10实际本地文件记录；课程教学模拟，未实施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F0C941-6153-4915-9091-10C37F91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675000129"/>
      </p:ext>
    </p:extLst>
  </p:cSld>
</p:sld>
</file>

<file path=ppt/slides/slide1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CB7B5-B95A-4760-836B-E0FFAD14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946BA-0F72-4D81-B919-8F2E8DE6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要求、章节与产物的实际映射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A5AA2-2C80-4762-B81B-ED6631E9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75432-4527-40FC-8DAF-311A4A9B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教学指南中的每条要求，都能在映射文件中找到目标、产物和检查方式。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C032B3-9731-41C5-8BCE-D0ADE3A58722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4095750"/>
                <a:gridCol w="6381750"/>
              </a:tblGrid>
              <a:tr h="1047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模拟要求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对应研究目标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实际产物与检查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T1 问题与假说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G1 明确待检验关系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问题说明与过程记录；检查变量对应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T2 比较与测量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G2 形成测量方案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分组、测验与分析安排；保留待核定事项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T3 来源与缺口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G3 保留事实状态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来源账本与Word；检查定位和问题清单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712F0D-D576-465F-A4B7-54F78C18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TEACH-SECTION10-01为课程模拟指南；映射检查不等于科学评审。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99AD0-68A4-4D2B-99A7-E22EEAC0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来源：Section10实际本地文件记录；课程教学模拟，未实施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491DFB-06E9-4DE3-962C-0DDE759E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487787998"/>
      </p:ext>
    </p:extLst>
  </p:cSld>
</p:sld>
</file>

<file path=ppt/slides/slide1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EE6608-8895-482A-ACDA-7017FE58E5C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762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D80C60-E479-4388-A1F3-8E0186911A2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762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54815-92DC-4921-A08F-7D99FD3B52E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762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5B31F8-9233-44FD-8E01-D6826A9F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CB963-1CF7-4DB2-A524-6FF04FC4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本地执行记录与文件输出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84FE6-4387-43E5-9500-BECA303E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BF2D7-AB0A-4389-99AA-FDD981F3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本次实际读取JSON和Word模板，完成结构核对、填充并写出草稿。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163AA-FDFF-4372-936F-F0378E7A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读取材料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BE469-5825-4ACD-B024-42CCD84D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结构核对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087FB4-2D1E-403D-A895-90518486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填入与附图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168DBF-2318-4E6E-A32A-6B929933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草稿写出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0DC638-7343-4EFB-9374-78187281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guide.json /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grant.json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9EFD43-BEF5-4EC0-A9AA-8B2404FC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67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检查章节、来源标识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与映射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79E4C9-C249-4F39-A321-EB9165A0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67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现成段落与两幅路线图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8B9192-8BBA-4DB7-A65C-6B0934C6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667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Word、来源账本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与问题清单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5E67DC-79AE-4BD5-87F3-D7C2226A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实际状态：草稿已写出，仍待研究者核对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0DD0B0-9F55-4526-AF5C-0B2B088C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外部模型调用：无。科学有效性核验：未执行。输入、模板、指南与Word均可核对文件版本。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8FD529-AB71-4328-A404-B22E934C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真实本地运行，无外部模型调用；输入段落已由课程编写。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339289-10D5-4816-967D-A554478C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来源：Section10实际本地文件记录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254391-7297-4DBC-8C15-A207E1F5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196754798"/>
      </p:ext>
    </p:extLst>
  </p:cSld>
</p:sld>
</file>

<file path=ppt/slides/slide1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77B14D-1358-4ECD-A1A3-A03F4008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FE2B3-1F0B-4F24-BEB8-E94CE0B1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异常材料的实际拦截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D1376-B8F5-49EF-86C6-17C6650B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78473-EB31-4D36-8E68-D635DC9E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指南章节不一致、未知来源、模板缺章和未经签核的最终导出，均有真实失败记录。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08A9C-1CED-4EB6-B0EE-D8A2A63F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指南与章节不一致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6313A8-AFC6-4E07-AF06-F2B5A27B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检出章节名与指南不一致，停止写出Word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13596-57A0-4A63-9F3D-09249166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05B4FD-E311-4493-B604-61589FA4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引用未登记来源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5A3FE5-D855-4BC8-8B28-5F96A3C1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38625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来源标识未登记，停止写出Word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31449-C81B-49C3-842A-7596530C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54ACFA-BC6D-4AAE-AC10-C6C2C9BB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模板缺少必需章节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D03F7C-0992-4D3F-B4C9-A80ED29F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0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未找到研究内容的填充位置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58BA8D-7467-46F2-A30B-A295E7C8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198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55522B-BC41-4705-B82D-C5C0BE18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未经签核请求最终导出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DBBE8-FE57-4C35-8A9D-B006F33A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429375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最终导出被拒绝，未生成正式稿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95FCDB-C247-4C00-8B49-DC7C0C15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152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F48F38-B65F-4A9C-800E-57BA3C3A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4项异常已实际触发拦截；覆盖范围以具体检查规则为限。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D76E6A-610A-4813-A3A0-583F4CFB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来源：Section10实际本地文件记录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103123-C5ED-4EAF-A273-482C3384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096475580"/>
      </p:ext>
    </p:extLst>
  </p:cSld>
</p:sld>
</file>

<file path=ppt/slides/slide1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301CA9-5A8F-4C7D-B1AB-425B5698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DD0206-C38C-463B-BCC5-28B60C37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生成后的Word及其使用范围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6F162B-33CA-42FA-9D63-84129CB7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442E0C-8478-4E1A-AC0E-764D24EE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Word包含研究段落、来源与未决问题，并附同一版本的技术路线和返工图。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227F1-150A-4B64-98D1-E3BE04B86A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4848795833419e"/>
          <a:stretch xmlns:a="http://schemas.openxmlformats.org/drawingml/2006/main"/>
        </p:blipFill>
        <p:spPr>
          <a:xfrm xmlns:a="http://schemas.openxmlformats.org/drawingml/2006/main">
            <a:off x="929770" y="3000375"/>
            <a:ext cx="3569710" cy="4619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E0E8F8-87C2-4C1E-90B9-3C96C117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实际Word第一页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57B6E7-BB1A-4C37-BC69-7DDB890C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90875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可编辑正文与独立记录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C2310-37AB-4DCE-83F1-7C7EB95A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8286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正文：立项依据、研究内容、研究基础。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附图：比较与后续测量、材料核对与返工。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来源和问题：登记材料位置，保留尚缺的基础、设计条件和创新依据。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886588-8E69-4C98-B1D3-2F41C43C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191375"/>
            <a:ext cx="828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模板为课程自编，非官方申请书模板。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9FC6F4-288B-47C1-8D17-D3F597BF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页面预览来自本地DOCX实际渲染；完整Word与来源账本随包保留。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060D3D-6509-4B6E-ADF4-46C1001F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来源：Section10实际本地文件记录；课程教学模拟，未实施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F73830-CC3A-498F-8DF5-9F13AEB0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435734438"/>
      </p:ext>
    </p:extLst>
  </p:cSld>
</p:sld>
</file>

<file path=ppt/slides/slide1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19183-E0AE-4536-A02A-77577254B546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7858125" y="4143375"/>
            <a:ext cx="3905250" cy="1476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604927-AF11-49D5-89D1-270A44B98DFB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476625" y="4143375"/>
            <a:ext cx="4381500" cy="1476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CF3244-81C8-4249-AAF0-3972F464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E253B-8A2A-428A-90A0-F24A86EC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提交前的完整性与研究者判断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14374-5642-472F-8CAC-2540B553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CA29DF-CC79-43D4-AA4B-BA3DE8E9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正式申报要核对当年要求、真实研究材料和最终排版，再由申请人与单位履行职责。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0725E2-5AE8-4E10-A1BD-6B93AB4F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429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当年官方要求与模板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68E9A-04A1-4C59-9283-C8C9DCA2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38500"/>
            <a:ext cx="5429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真实材料与研究者论证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137E5D-2603-422D-A22E-B27FFE84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619750"/>
            <a:ext cx="8096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核对事实、引用、贡献、伦理与使用声明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FAE4F-2627-4236-9D8C-A30054E0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申请人与单位按职责核对最终版本，按正式系统流程提交。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2F4F86-64C4-49FC-A2CB-1470D054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下一节：专利挖掘与技术交底。本节产物仍为教学材料。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772D93-C567-4B6D-9A30-D34EED13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来源：国自然2026申请通告；课程教学模拟，未实施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070FB0-224F-4A9B-B805-0C137E0A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46790708"/>
      </p:ext>
    </p:extLst>
  </p:cSld>
</p:sld>
</file>

<file path=ppt/slides/slide1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672A7E-9BEE-4B42-946B-27272483DA5B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A26057-C2F6-43E6-87BF-094C7647339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1ACA0-0EBB-425B-A764-8553682287D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F21339-323C-49B0-B6A4-01D8CE51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3E064-BC1D-4F42-9BF8-7C14DDFD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专利挖掘与技术交底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DE0B4D-DFB1-4C2C-AAFC-9A59A105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69609-F522-478A-807E-2B23E2F6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先把技术方案讲清楚，再与公开技术逐项比较，形成能继续讨论的交底材料。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34F96-6758-4961-9643-A53221A7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真实技术材料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F50C1-1C9B-4B5D-845C-CCCB5C9C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具体方案与细节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732D48-F01D-49BF-8E2B-37880DD8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公开技术对照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CF02C-10CD-46FB-8659-03E8F421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交底与待补事项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3654F7-D421-43C5-B84C-B4FB3EE0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研究记录、结构和过程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57D91E-302B-4529-B8F8-491353E8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48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部件、步骤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参数与异常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85C5C5-6FA5-457C-9CCE-4D3C49AE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48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按技术特征读原文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E5C1ED-730C-4119-94E2-B6CA5D6D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48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来源与缺口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进一步追问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914016-F58F-4593-8DDD-91782055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贯穿案例：实验室离心机的不平衡检测与传感数据检查。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A2FEBB-61EB-42B0-8743-725F68F1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公开专利用于分析，课程设想未实施、未形成可专利性结论。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1545B0-A431-4AB2-8AD8-22D2EBDA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来源：WIPO 2025原始PPT；专利法第2、6、22、24、26、64条；教学假设方案，未实施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4FB38E-C12A-4BFE-9025-354BAE83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29363740"/>
      </p:ext>
    </p:extLst>
  </p:cSld>
</p:sld>
</file>

<file path=ppt/slides/slide1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94C02D-34FD-4B9A-9DC6-5BC860D6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6A9D0E-C941-4DB7-92B4-1ED2C415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技术方案与交底材料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4F57B-2C61-421B-8CFB-8197F237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36222-08CB-42B9-87CC-32477499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科学发现、具体技术方案和专利权利要求，承担不同的表达任务。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B8093E-CDFE-46BE-89F5-49B3469D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科学发现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6A2A24-BB0C-4D1D-8DE5-9F7B4A85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报告观察或认识。能否形成专利对象，需要看具体技术方案。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4253F-5F87-4C62-9D2C-C3B8E03D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2800AC-EBC2-417A-B8A1-4AF67376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技术交底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FA0C24-44A7-44A1-80F5-C5F234BD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24375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说明解决什么技术问题，用哪些部件或步骤，怎样实施，有什么依据。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BADA89-D20A-4253-A467-C6E59CCB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8C21FA-616C-44CF-BB04-5C79F24F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专利申请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A9E36D-59B7-47A5-83CB-8F1933EA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9055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发明和实用新型须具备新颖性、创造性、实用性，说明书与权利要求有法定要求。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645084-C13E-43C3-9465-A0239E8F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0FF957-1CD7-41A6-8E7D-044FBB4C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交底材料记录事实、细节和证据；申请文件与保护范围另作专业核对。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8F69B9-5F79-442B-95D6-F5758EE9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来源：专利法第2、6、22、24、26、64条；WIPO 2025原始PPT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6B9076-D5C4-4A75-93E2-2EBE76F7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02404017"/>
      </p:ext>
    </p:extLst>
  </p:cSld>
</p:sld>
</file>

<file path=ppt/slides/slide1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3917C9-A1C0-437B-8984-9B6CBA8A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FC595-A134-4405-9950-AA60B13E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公开专利原文中的技术结构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19741-C96C-4493-BBE9-BE37551F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FF67C-8A3F-4F03-8CE6-90F7B29A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从摘要、说明书、权利要求和附图相互核对，才能理解公开方案。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4A65B-71DE-4B78-B1C7-65438E9994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1d0fa389b14786"/>
          <a:stretch xmlns:a="http://schemas.openxmlformats.org/drawingml/2006/main"/>
        </p:blipFill>
        <p:spPr>
          <a:xfrm xmlns:a="http://schemas.openxmlformats.org/drawingml/2006/main">
            <a:off x="1580696" y="2952750"/>
            <a:ext cx="4172857" cy="4381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54BD0-0BF5-46B2-AA03-E13B44CF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EP4636367A1  图2（原页局部）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E1E8B5-4903-48C2-8B35-54FF7A12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43250"/>
            <a:ext cx="733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中文阅读定位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4EAB1F-CE9A-4FC7-AF9E-027699DC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00500"/>
            <a:ext cx="7334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图2：样品处理、驱动、传感器和处理器。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权1：至少两个自由度的数据，例如不同方向的加速度或角速度。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权3、4：用训练模型识别模式，可先计算均值、能量等特征。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权11：按识别的运行状态停止设备。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1E8A2-A5C5-4113-B793-4360C3CB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左图为EPO公开原文第17页图2，右侧为中文阅读定位。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9BFF61-260E-4D91-88C0-A3A854F9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来源：EP4636367A1，EPO公开原文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F856CB-8057-4054-A783-50486F18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58888409"/>
      </p:ext>
    </p:extLst>
  </p:cSld>
</p:sld>
</file>

<file path=ppt/slides/slide1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B6546-89C3-41AE-BFC4-0AE8C22F3D3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714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37755-B40B-459F-98B6-904D70EDB19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714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D86BF6-14FB-44F4-BC47-4A6CB9C0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9370FF-CBB4-4E85-A25B-145CE4D0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技术特征驱动的检索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13E913-5422-434F-AF96-3B5E5D64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532F4-9EFD-4947-8605-A48C5046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检索词围绕设备、检测对象和控制动作展开，再扩展分类号与同族线索。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69DBAB-0D51-483B-AA64-1D281971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设备与任务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5B56A2-43D1-4B87-8EC0-3CA4B32C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技术特征组合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75148D-15AD-463A-8518-921549F5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原文与分类扩展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341374-AF55-4027-B95B-4E2DE8CA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000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离心机 / 不平衡检测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688EE3-14C4-42EE-A255-3811D3B4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67250"/>
            <a:ext cx="4000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centrifuge + imbalance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sensor + controller + stop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09C8D-D3A9-4B5A-A502-1C139A04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67250"/>
            <a:ext cx="4000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核对公开日与定位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扩展B04B9/14等线索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12AB27-73DB-4A3E-B7AE-DD24CFA6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本次已读：US7255669B2、EP4636367A1。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61A012-8620-4CEE-A248-7E5E99E9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未完成全部数据库、同族、引证和法律状态核查，检索记录保留这些范围。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D83AAB-6C20-43CE-9DDF-564BF91B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保存实际检索式、日期、命中文献与阅读范围，不把两个命中称为查新完成。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5FC657-896D-46BD-8844-6E2C988B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来源：EP4636367A1，EPO公开原文；US7255669B2，说明书及权利要求15；WIPO 2025原始PPT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31ED6C-6383-4FF7-A015-89BAE071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12982892"/>
      </p:ext>
    </p:extLst>
  </p:cSld>
</p:sld>
</file>

<file path=ppt/slides/slide1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77A022-07CF-4213-BF38-BC41CFF5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07172F-DD9A-4C12-881D-1D6F2904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公开技术特征的逐项对照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F3407-6210-4F3D-92D7-65C35968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241CC-6964-4768-9A67-CA4989EE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逐项记录已读技术限定，并区分独立权利要求与从属权利要求增加的条件。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5BAB7-C7D7-4F08-9477-FDD78CFFF302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5381625"/>
                <a:gridCol w="5381625"/>
              </a:tblGrid>
              <a:tr h="1047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比较位置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US7255669B2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EP4636367A1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基础结构与输入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权15：机架、阻尼支撑、驱动与转动件；超幅振动造成接触冲击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权1：至少两个自由度数据；识别振动模式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模型或规则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权15：阈值随转速变化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权3引用前项，加训练模型；权4引用3，加特征表示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控制动作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权15：检测输出超过阈值时停止驱动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权11：引用前述任一项，加按运行状态停止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EA923-A454-45AB-99CB-972E9E1E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比较用于识别已有内容。实际新颖性等判断仍需完整方案、日期与更广检索。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FAD48-8F19-4422-A879-CEA2A34D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来源：EP4636367A1，EPO公开原文；US7255669B2，说明书及权利要求15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3606D5-CCF5-46C8-87E9-DF27565A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38081534"/>
      </p:ext>
    </p:extLst>
  </p:cSld>
</p:sld>
</file>

<file path=ppt/slides/slide1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553172-15D2-4D09-8B5B-73B4CC0670F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048250" y="5024438"/>
            <a:ext cx="2000250" cy="1476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748671-9EF4-4A03-B070-DAC3B4C7200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048250" y="5024438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F5E79E-7E5A-4D56-B7D2-F3DEEE31E27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5048250" y="3548063"/>
            <a:ext cx="2000250" cy="1476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F804C2-AE2F-4BEE-B56C-3B457922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4A1800-E380-494D-B595-86297F6E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发明挖掘中的具体追问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1BA2C-423C-4B41-9892-343BB55E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C2EB3-CF5F-4F41-A266-3B704F45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“加上传感器和AI”仍需继续拆成部件、数据路径、判断条件和效果依据。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92845-FAB0-49F5-A2B9-7AA9D377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286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待讨论设想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传感数据有效性检查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4014B6-0CA8-4392-919F-AF6AA1E7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43250"/>
            <a:ext cx="3048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安装与数据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0D06F-B63D-4A48-8B70-D6ACC1C5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43250"/>
            <a:ext cx="381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安装在哪？时间标记怎样产生？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225D73-24E0-4CCA-8DE4-5303D266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19625"/>
            <a:ext cx="3048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判断与异常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DC284B-A295-4053-811E-C4EDE4FA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619625"/>
            <a:ext cx="381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怎样判丢帧、饱和，依据是什么？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76AE48-5642-485D-891E-FD2EC575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096000"/>
            <a:ext cx="3048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控制与证据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A7A9E3-CC2A-4476-8B95-F873E5C9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96000"/>
            <a:ext cx="381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怎样请求处理、恢复，效果怎样验证？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0452EE-A853-4684-9B50-6BF886B7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本例未找到经核实的区别特征，问题清单用于继续收集技术事实。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03C61C-7C07-40D0-B8AF-CC2A55E6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来源：教学假设方案，未实施；专利法第2、6、22、24、26、64条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4E2005-A949-4E97-A354-9B915976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95722773"/>
      </p:ext>
    </p:extLst>
  </p:cSld>
</p:sld>
</file>

<file path=ppt/slides/slide1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67B956-54F6-45BE-B428-A45B4874FF12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2620625" y="6238875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DD8167-2DBE-4A6D-9B7D-C1784D811273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239250" y="5786438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9330BC-6A2D-4AE7-955D-AA706B1DC5BB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2620625" y="4143375"/>
            <a:ext cx="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96111A-4E07-431A-8247-BE2C5496D668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572375" y="4143375"/>
            <a:ext cx="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64FBC6-4A33-4464-9FF7-AAE860F9632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239250" y="3690938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B3BF1A-87C7-4844-AE6F-6820EBD0483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476750" y="3690938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9381FD-5BEF-4911-9092-F9E4BBFC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91752-6629-465B-B86E-D10B2E2E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教学方案的结构与异常分支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2E581-8F9B-4745-A3EF-DD4D2843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7B0C81-29E0-4C34-98C6-F493F8F6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数据有效时识别状态，数据异常时记录故障，再按经验证规则处理控制请求。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2B49F-8801-430D-8572-8DE71087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714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S1 传感数据与时间标记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93DD1E-5AE8-482B-90EA-6C22DF2B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38500"/>
            <a:ext cx="3333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S2 数据有效？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7FE13F-D52D-4102-B1C8-EB3C45C4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0"/>
            <a:ext cx="3714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S3 识别运行状态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11FE9A-7597-4663-B8A4-22E1FA30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34000"/>
            <a:ext cx="3333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S4 记录传感故障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1E673E-D0AB-4033-8687-D8282552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0"/>
            <a:ext cx="3714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形成控制处理请求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3A38F-9EBA-4266-B760-10D77728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953250"/>
            <a:ext cx="3714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处理与恢复规则待验证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46F3B4-0211-40BE-8991-52D65A45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90875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有效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BD379C-0140-4D8D-8E24-5CE5A9A6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24375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异常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137536-81E6-4A84-984F-2C9FD329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28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数据异常时保留故障记录。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请求的内容、接收接口和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设备动作仍需设计与试验。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151D55-3712-44C6-AE13-9C8A77D9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课程假设方案，无样机、无控制验证，也未证明区别于已有技术。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6E945C-E4DB-42FA-A5F1-A946D0E0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来源：教学假设方案，未实施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13F27A-FDE1-43F4-9EDB-A8D26674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60443052"/>
      </p:ext>
    </p:extLst>
  </p:cSld>
</p:sld>
</file>

<file path=ppt/slides/slide2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AD1D7C-1985-4F00-A951-7280A76A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F4375-C275-48FA-A2D8-CE02CB20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实施说明中的可复现细节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8BF73-6E47-4A4C-8CFB-E62C377C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3C558-A813-43D2-A5C1-F83B554C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实施例需要交代怎样实现，各项参数及异常处理都有技术依据。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9BFCF4-4E8D-4C13-9093-673B55A8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课程实施说明节选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C6EC6-BEA4-4C72-94C2-145C57B8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371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S1读取振动数据及时间标记。S2检查数据是否满足预定有效性条件。数据有效时，S3进入运行状态识别；数据异常时，S4记录传感故障。两条路径均形成控制处理请求。控制单元如何响应和恢复，仍需设备设计与试验支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AF146D-F505-4DE1-A5FC-AF3FB867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7D43C4-5B03-4F25-9887-A8D3BD4C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尚缺：安装位置、采样率、时间窗口、故障门槛、接口及制动与恢复细节。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33799-6AF5-4A3F-B957-E9D7A304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完整段落与待补参数随交底材料保存，当前不足以制造或控制真实设备。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34C8E4-2BA1-4A4E-AF3C-27674D4C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来源：专利法第2、6、22、24、26、64条；教学假设方案，未实施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E9FEC6-91E7-438D-9730-97009585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100209"/>
      </p:ext>
    </p:extLst>
  </p:cSld>
</p:sld>
</file>

<file path=ppt/slides/slide2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527E56-6F62-43B2-B2BF-55D9FC07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BFEF7-E3C2-434C-BBED-8F91A591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技术效果与证据对应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B241A9-BDBD-4CD6-BD21-76B3B916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F29F01-23DE-4BFD-BE8C-733CE14D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效果表述应有对应结构、对照条件和原始记录支持。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398F7-D95C-4BF8-BBF7-E553E171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方案特征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768D7-3D60-4FDD-B007-A0371F5D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数据有效性检查、异常记录与控制请求，分别对应哪些具体部件或步骤？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D88989-8DB7-46E1-AE29-61F59940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94E045-7D97-4FF8-AE6F-8C9C9DF3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比较与测量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D554BD-EB27-4548-AF03-3A72EB8F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24375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对照什么方案，记录哪些误报、漏报与处理延迟，保留哪些原始数据？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1D449D-5F1D-44BD-8251-463B1B85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64F7CD-CD16-4DCB-B02D-8DC6F888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当前状态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E1E7C2-E10E-4260-B9B0-5DDA5DB5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9055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没有样机或台架试验，不填写准确率、响应时间或提升比例。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D1105D-0760-4494-AB96-0D650258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7A4D61-385F-4868-A7DE-FDC1AD80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本例无性能结果，不填准确率、响应时间或提升百分比。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12E69F-89FD-4FDA-9016-0E7BA5B0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来源：教学假设方案，未实施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093795-C7B7-4A4A-BA3A-C145908F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58234909"/>
      </p:ext>
    </p:extLst>
  </p:cSld>
</p:sld>
</file>

<file path=ppt/slides/slide2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7AA6AE-B897-481C-959B-2E7292D08C4A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881438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92022-AFDF-4548-8F5B-CA6458A0EA9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881438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C2B76A-BD81-487D-8C4F-3D1C4402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D1C09-6E5F-4D97-88D6-09E220DA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权利要求的引用关系与图文支持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342CA-D137-4E86-A013-9B211359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6227B-C071-4C51-A95C-A4952126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从属权利要求保留所引用项的条件，再增加限定；阅读时须一起核对。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AF725-6787-4297-B571-941D164C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400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权利要求1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多自由度数据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识别振动模式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410969-CBD0-442F-87C4-103220B6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38500"/>
            <a:ext cx="400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权利要求3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引用前项，再加训练模型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8EFAD-C876-4B0B-B683-0B7D3423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38500"/>
            <a:ext cx="400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权利要求4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引用3，再加特征表示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F197EB-DE82-4A16-B5F0-DBBF4255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图只画权3引用权1的路径。权3也可引用权2，本图未画全部组合。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E038C7-7F11-4E51-B4D7-11740E9F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998D54-5381-4057-9204-9A47BFB7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权利要求11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C7E25E-6B92-4E9B-BD6A-92EA6DF7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286500"/>
            <a:ext cx="981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引用前述任一项，再增加按运行状态停止。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各引用组合的条件应分别阅读。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FC8461-62A2-4334-9136-5B2A1EA7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拟写特征应在说明书和附图找到支持；本例未起草正式权利要求。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753166-8DD4-448B-96CE-B6E17C19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真实EP文献的引用关系节选；未画全部组合，不作保护范围或专利性结论。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F19145-FCC7-47BC-B21C-C4F60770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来源：EP4636367A1，EPO公开原文；专利法第2、6、22、24、26、64条；WIPO 2025原始PPT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837989-9B9A-48A3-9DC5-9D58A0F0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21296842"/>
      </p:ext>
    </p:extLst>
  </p:cSld>
</p:sld>
</file>

<file path=ppt/slides/slide2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6AB336-A6B8-4188-8852-B138F2437C5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714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68664D-DE8D-410B-A464-27BE525E44B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714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6DBCD-AF5B-444D-AD3E-9B50B6DFB1C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714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F1E307-120D-4D75-AE64-39E2A5AF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51E6D-29C4-4E0A-A08A-173F9B61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Patent Agent的实际材料流程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1BB05-B716-44B9-AF59-C7088C71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6ACF83-8763-415D-AFCF-2EB7CC5C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公开原文阅读、教学材料整理与本地文件执行分别留证，交底书保留未决问题。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8F33E1-61C0-486D-A387-0DA7FBDD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公开资料检索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062691-78B3-4B95-800F-80924EB4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技术对照与追问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8480C5-79C0-41DC-A886-3189EA17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文件结构检查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E65FD6-24D9-4614-9A92-C14F91F7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Word与问题清单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AF6643-2B2E-4BB9-A1C9-39C17E6E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本轮Codex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实际读原文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504B14-D8D6-43B6-A6EC-55B99CE4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67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课程编写对照及设想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0C3EAA-7800-4E6B-8D72-37F57CA6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67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本地读取已编写输入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282B26-521D-4372-932A-EDB25A90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667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附流程图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保留来源与版本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CAD79A-E8E3-493D-B9DD-40710CE1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实际结果：Word教学草稿已写出，仍待技术事实补充与研究者核对。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1D1783-D3C8-4888-A5DB-F90EFE7F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本地填充脚本没有调用外部模型，没有完成查全、专利性或侵权判断。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01E3F0-CD53-43B9-926E-2BCBFE1F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公开检索与文件执行分别留证；Word仍为教学草稿，不代表查新或法律审查完成。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985603-29CE-415F-8A0A-2F122A3F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来源：实际文件执行记录，无模型调用；教学假设方案，未实施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C3CCF0-6848-40E8-9802-4C12732F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49654333"/>
      </p:ext>
    </p:extLst>
  </p:cSld>
</p:sld>
</file>

<file path=ppt/slides/slide2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ACA0FC-DC26-460A-8EAA-A1D376986DC8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7858125" y="4238625"/>
            <a:ext cx="3905250" cy="1476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ACC40-6838-43BA-A685-79070F500737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476625" y="4238625"/>
            <a:ext cx="4381500" cy="1476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EBC35C-6D95-4C1D-B632-48222196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99997-D71E-4A0E-B72E-DC9480FB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公开前的材料与权属核对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2D971-93A7-4AE2-8152-13BC39A0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9E993-E758-419A-A5BA-E15090B4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论文、报告、演示和申请的安排，需要结合单位流程、贡献与既往公开记录一起核对。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70492-C679-4B25-8D82-8A814DE7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5429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技术事实与完整细节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62761-38CD-4A60-8C28-3620E914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33750"/>
            <a:ext cx="5429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贡献、合同与公开记录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1014D-8270-4CFC-BD5F-F9060519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715000"/>
            <a:ext cx="8096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单位成果转化部门与专业人员核对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DEC915-A71D-4355-8435-B131373B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公开前核对申请安排。法定例外有适用条件，不能当作普遍宽限期。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FBE5BB-D84E-4271-854E-F1EEB7B9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本节未提交申请或对外披露真实未公开发明；下一节为项目执行与结题。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349DE2-B502-464B-8F9F-088B2684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来源：专利法第2、6、22、24、26、64条；教学假设方案，未实施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16A381-6213-42E0-935A-E0474152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25432434"/>
      </p:ext>
    </p:extLst>
  </p:cSld>
</p:sld>
</file>

<file path=ppt/slides/slide2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E23140-1DEE-4D9E-8C2A-60D4A60F54D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89C76-2FAD-4976-B1DC-BCD15D83C98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012CC1-DABA-4F23-ACC4-4277F214F30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47BAA0-29F8-4692-8C79-1E168966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26AF8-A5A5-46BC-AA89-71A6C0B8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项目执行与结题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B4660-A449-4152-8151-CE7B80B3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9F630-DDCB-488F-8D66-8C687A45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任务书提出的每项要求，都应找到过程记录、实际成果和可定位的证明材料。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537E2-2981-42D3-9475-A6308E56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任务与完成判据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44487-0DB8-41C6-B684-25E0D03B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过程记录及变更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702DD3-E4AE-455E-B725-C16FA3B9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成果与证明材料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FA41F-DDA5-4AE0-BA3F-FC56384B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结题材料与归档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B3162A-3B2C-49E0-932D-1689ADEB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以任务书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和获批版本为准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A7E705-E69A-41DF-86EF-738F02DC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4825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数据与方法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偏差和处理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5C732D-3F99-4698-A34C-4E8D55A3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4825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逐项定位，保留缺口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13F086-4D70-4054-A31D-171F660B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4825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负责人和单位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按规定核对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0D2AC8-0ECD-4B8B-B1D8-10C683C7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485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本节案例：公开数据能复算到哪里，结题材料就据此写到哪里。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755D9B-D539-4899-9EFF-D494FBA4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贯穿案例：企鹅公开数据复核。任务书为教学自编，数据与计算分别留证。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2E5452-76B8-4EA6-A16D-2B2C9DD9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来源：HaDEA 2025原始课件 pp.97–98/102/104；自编教学任务书，非基金任务书；palmerpenguins公开数据，课程二次计算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7C4835-F45B-47AB-8319-59CE0D1C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74292975"/>
      </p:ext>
    </p:extLst>
  </p:cSld>
</p:sld>
</file>

<file path=ppt/slides/slide2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7E88B6-5CD4-4D4C-9131-47463E70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82E7E-B7A8-4114-8666-8DA7E325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国自然结题材料的使用边界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D7AB2-B666-42CF-AAF1-A63F6345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E0838-749D-471A-AB04-05645F70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2026年通告要求据实报告，不得使用生成式AI直接生成的项目进展和结题报告。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CF556-D391-4D11-881A-780FFF67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报告的事实依据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FF024-C33B-43DE-9A1A-2A1D5C45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负责人核对数据、成果与项目关联，按要求整理正文和附件。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5D9A8-E0F5-49EF-A49C-B7688045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81773-6C5B-4632-A76B-2CE45700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成果列入的条件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17E0BE-1862-48A2-B32B-D39C9E99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24375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核对发表状态、项目参与者、时间、资助标注与项目相关性。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2C9E03-F662-4538-8672-6374411D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86241D-856C-4DD2-8B73-D890C0A5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AI辅助的范围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CA1DD9-6FF1-4EA5-BB78-B21DBA52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9055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定位资料、复算数字、检查缺项。正式报告由负责人依据真实材料撰写。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CC5442-82DF-4BC1-85A3-930BB67B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8A9C36-7798-495B-9569-B99F64D1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本节Word是材料核对教学示例，不作为国家自然科学基金正式结题报告提交。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A6DD56-122F-45FA-AA42-AEBFF38B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来源：NSFC 2026通告，二、五部分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8CB831-6686-48EB-9945-41489958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4641397"/>
      </p:ext>
    </p:extLst>
  </p:cSld>
</p:sld>
</file>

<file path=ppt/slides/slide2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B9CCD8-4FEE-47F1-9B96-16E008C9D97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971291-06CA-47F9-9774-CD2A1F9CAED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5A6961-CE0D-4FE7-AC12-CC46D64F59F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485C1B-BA29-4C66-9C66-CAC06509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C15FD-03E9-482C-BDDB-7BC8212D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项目进度与阶段检查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BCC99-BC03-4C13-A445-6A98136E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A43E2-C9BA-4439-BCAF-271AC7AA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日常记录、进展报告和阶段检查应对照同一任务基线，及时发现偏差。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02B81-2461-4CC9-9F52-4FA6C1CD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立项时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ABAFF6-FE8C-4BFF-9BCC-7A4E5A67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执行中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A4B3B-CBF2-42DF-9063-9E9C0331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阶段检查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EB1444-44DD-4389-BB91-437C29F6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结题前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004C3C-B5A2-47D7-83D0-BA4A018F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任务要求与完成判据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记录分工及版本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2CF145-D583-40F9-A997-FD6564D5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按要求报进展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保留数据与方法记录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A45888-6C4E-41C2-A4AE-79B6B101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对照计划检查偏差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办理必要的变更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56221B-0179-4E7F-A763-1D2A1DF9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逐项核对证明材料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整理正文及附件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08851D-9C91-4376-BA91-ECD4918D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22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案例当前：数据来源和统计已核，抽样依据待补。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C786AE-22B5-44E6-AC87-992FB46F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阶段记录保留问题、影响、处理状态与后续安排，不能只报“进展顺利”。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31055E-68B6-4CE8-86C5-3206B6AD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进展报告和中期检查的适用范围、周期与审批方式，以项目规定为准。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83A2EA-030A-440C-BCCC-72AB693A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来源：HaDEA 2025原始课件 pp.97–98/102/104；NSFC 2026通告，二、五部分；自编教学任务书，非基金任务书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4C99DF-4E7A-4E84-BA50-F9722069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26258395"/>
      </p:ext>
    </p:extLst>
  </p:cSld>
</p:sld>
</file>

<file path=ppt/slides/slide2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4AED8-724D-4713-87C7-B5CD23F79AF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714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F0B62-2251-4E91-A672-17B7DBE99B8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714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1EB8EC-53FD-478E-9B1E-EB9D7239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E01735-FE64-46CF-BB64-A2C63882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过程记录如何保留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D8732B-3776-4BE4-B1BF-CD483F0B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F850C-A363-4E32-AB60-79CB2534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每次筛选都保存条件、记录位置和版本，结题时才能解释样本为何变化。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70617-59F8-4320-B038-77343547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344条公开记录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0FDE5-9602-4C5F-962D-416AC77A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152条Adelie记录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0BD99B-D98C-4D0C-AA71-8D544346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146条分析记录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85DED1-D61F-4150-8B4B-D207B320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000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保存原始文件与来源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FB3062-0D13-45FF-B901-EBB7FC11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67250"/>
            <a:ext cx="4000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条件：species为Adelie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9A81DA-4175-4E20-9EA2-5CA6BFD3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67250"/>
            <a:ext cx="4000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性别和鳍长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均有记录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35548C-F8BB-4324-A130-275A958F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152条中排除6条缺失记录，保留原CSV行号：5、10、11、12、13、49。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D741A7-380F-4226-9DF2-CA67C65E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原文件、筛选条件、排除原因和计算程序一起保存。行号用于定位，不是个体编号。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D3B75B-E665-423C-B884-AEC00D88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公开项目的原始观测与本课程的二次计算分别登记，保留原始采集者信息。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3759A4-2CFC-4513-A0AD-F3BBA9F1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来源：palmerpenguins公开数据，课程二次计算；实际本地复算与文件记录，无模型调用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AE5398-596F-450A-9B42-DE91225E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90345092"/>
      </p:ext>
    </p:extLst>
  </p:cSld>
</p:sld>
</file>

<file path=ppt/slides/slide2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94501-B3E4-4D49-98A7-A8862D57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EE330-9B07-4EC0-A6C9-1DB0DFA5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任务、成果与证据的对应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F4075-1A16-4F54-A03E-DF5350BB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E5D1B-E5D6-495D-BA98-3EBF6F0E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每项任务对应到实际附件和具体字段，证据表保留材料已核与待补的区别。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C9AA2-8168-4D79-BEE9-822A645B6871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7239000"/>
                <a:gridCol w="2476500"/>
              </a:tblGrid>
              <a:tr h="1047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任务条目</a:t>
                      </a:r>
                    </a:p>
                  </a:txBody>
                  <a:tcPr marL="142875" marR="142875" marT="15240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当前结果与材料定位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材料状态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M1 来源与筛选</a:t>
                      </a:r>
                    </a:p>
                  </a:txBody>
                  <a:tcPr marL="142875" marR="142875" marT="15240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A02来源、A03原始CSV、A05纳入表</a:t>
                      </a:r>
                    </a:p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344条中筛得146条分析记录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材料已核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M2 分组统计</a:t>
                      </a:r>
                    </a:p>
                  </a:txBody>
                  <a:tcPr marL="142875" marR="142875" marT="15240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A04程序、A06计算结果</a:t>
                      </a:r>
                    </a:p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雌雄各73条，雄减雌4.62 mm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材料已核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M3 抽样依据</a:t>
                      </a:r>
                    </a:p>
                  </a:txBody>
                  <a:tcPr marL="142875" marR="142875" marT="15240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A03列名缺个体与抽样字段</a:t>
                      </a:r>
                    </a:p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A08记录待补，当前未判为完成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待补资料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98AFE2-83B9-4E72-921F-72672F7D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“材料已核”仅表示列明检查通过，未代表研究者认可科学解释或项目通过验收。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6F81D-8D44-4199-9ECB-B683E891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来源：自编教学任务书，非基金任务书；实际本地复算与文件记录，无模型调用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FF16A3-88E6-44FA-AE1C-91885928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02121156"/>
      </p:ext>
    </p:extLst>
  </p:cSld>
</p:sld>
</file>

<file path=ppt/slides/slide2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1EB60F-BB54-4925-8F32-361EE1EF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3D62BF-DE23-4B21-9ED7-5E193E4C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结果段落中的数字与限定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C9C2CB-2478-40E3-81D2-EE4D89C2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3B17B-B332-42F6-8EB2-3014B769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结果需要说明分析对象、单位和比较方向，同时保留当前数据不能回答的问题。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236E18E-7A9D-491D-9A1F-F90DC45A3C1C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c36105a701544c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3CB71E-85E5-4627-BCF2-F9E265E9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90875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能够据实说明的结果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41B410-9A58-498B-9D52-D3A137FE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57150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雌性平均鳍长187.79 mm，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雄性192.41 mm，均值高4.62 mm。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该差值描述本次所选记录。个体重复与采样依赖尚待核对，不能据此解释因果机制。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41DDE4-1FD7-46D6-85D9-F7897741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所选Adelie记录的描述统计，无因果识别；个体重复和采样依赖仍待核对。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F108B0-2E6F-4E02-A8F6-C4B3429B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来源：palmerpenguins公开数据，课程二次计算；实际本地复算与文件记录，无模型调用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A04A01-2793-4BD9-9C2F-9146E6E6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09976718"/>
      </p:ext>
    </p:extLst>
  </p:cSld>
</p:sld>
</file>

<file path=ppt/slides/slide2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93A1BF-2B45-4ED1-B4DA-C5DEFC1DCB3F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2477750" y="4191000"/>
            <a:ext cx="0" cy="1619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D3F331-AD4F-4633-B049-71441F285D4E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620000" y="4191000"/>
            <a:ext cx="0" cy="1619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812E97-1023-472F-80C0-37EDBD4FC0AA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762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44C594-289C-4477-B4A8-BF629B27B27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762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BDB99C-DE83-4B44-A1B2-B343522C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7B190-A5C4-4739-97DE-361DA338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文件完整、数字正确以后，还要核对什么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3CF9F-3B34-49B7-BBDD-F52FF94F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34823-9393-494E-B13B-9EA1539A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来源和均值已经核对，仍需查看个体标识与采样记录，才能判断分析假设是否适用。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5BA70-D801-4686-9DFD-D366FC0F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核对来源与文件版本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F0C8CE-247E-4771-B018-333EA585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复算筛选与分组均值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9580D-219C-4A4B-97FA-30695F75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继续查个体与采样依据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5F2DF-4648-405D-BD38-83B13BF4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810250"/>
            <a:ext cx="400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M1、M2：材料已核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3C044C-2E42-4E03-B4F4-EC0E7751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810250"/>
            <a:ext cx="400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M3：仍待补资料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CF287B-A011-48FF-AE4B-AC85356F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附件A02、A03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来源、许可及原文件哈希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9D1718-8183-4581-8CA0-40BF1FB6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76275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附件A04至A06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146条记录、分组数与差值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9B0E8A-744F-4416-AA9D-F86FFE0B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76275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附件A08登记缺口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不能凭正确均值确认独立性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D66D21-0CCC-4AAA-88C6-32013B92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当前结论限于所选记录的描述，个体重复、采样依赖和分析假设仍待核。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B06D6B-1E37-4B77-BA9C-219197F7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来源：自编教学任务书，非基金任务书；实际本地复算与文件记录，无模型调用；HaDEA 2025原始课件 pp.97–98/102/104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C4F19F-AFD3-4663-93F0-24A41D63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65693219"/>
      </p:ext>
    </p:extLst>
  </p:cSld>
</p:sld>
</file>

<file path=ppt/slides/slide2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86D8F-ADFC-4904-AE5D-E89930C30864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048000" y="542925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EA358-F68B-4515-87B2-0F8DAB7D506D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048000" y="4048125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8DA944-A377-46ED-98E1-180E0381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9FC75-FD62-4ACC-9F5E-FE4C7F11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软件成果的版本、贡献与登记材料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FFBBD-72A7-4E23-B8D5-A538FCCF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9F87C5-4B89-4CA2-855B-1E0E6211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台账先记录实际软件和运行证据，再核对本人贡献、权属及登记材料。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D29393-99CE-4845-A606-F5E5C198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固定教学代码快照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2B05E-1669-4BF4-9D65-D7BFE79C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运行同一份公开CSV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34F41B-AB79-4330-8384-E31568BE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48375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整理材料并保留缺口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B7587-244B-4F75-BB72-2E956F4B4D02}"/>
              </a:ext>
            </a:extLst>
          </p:cNvPr>
          <p:cNvGraphicFramePr/>
          <p:nvPr/>
        </p:nvGraphicFramePr>
        <p:xfrm>
          <a:off xmlns:a="http://schemas.openxmlformats.org/drawingml/2006/main" x="6191250" y="3143250"/>
          <a:ext xmlns:a="http://schemas.openxmlformats.org/drawingml/2006/main" cx="828675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905500"/>
              </a:tblGrid>
              <a:tr h="6508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核对项目</a:t>
                      </a:r>
                    </a:p>
                  </a:txBody>
                  <a:tcPr marL="133350" marR="133350" marT="95250" marB="762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SW01当前证据与状态</a:t>
                      </a:r>
                    </a:p>
                  </a:txBody>
                  <a:tcPr marL="133350" marR="133350" marT="95250" marB="7620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版本定位</a:t>
                      </a:r>
                    </a:p>
                  </a:txBody>
                  <a:tcPr marL="133350" marR="133350" marT="95250" marB="762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2026-10-19教学快照；哈希随包</a:t>
                      </a:r>
                    </a:p>
                  </a:txBody>
                  <a:tcPr marL="133350" marR="133350" marT="95250" marB="762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实际运行</a:t>
                      </a:r>
                    </a:p>
                  </a:txBody>
                  <a:tcPr marL="133350" marR="133350" marT="95250" marB="762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344条输入，146条纳入，雌雄各73</a:t>
                      </a:r>
                    </a:p>
                  </a:txBody>
                  <a:tcPr marL="133350" marR="133350" marT="95250" marB="762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本人贡献及权属</a:t>
                      </a:r>
                    </a:p>
                  </a:txBody>
                  <a:tcPr marL="133350" marR="133350" marT="95250" marB="762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实际人员、职责和归属尚未确认</a:t>
                      </a:r>
                    </a:p>
                  </a:txBody>
                  <a:tcPr marL="133350" marR="133350" marT="95250" marB="762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所需材料</a:t>
                      </a:r>
                    </a:p>
                  </a:txBody>
                  <a:tcPr marL="133350" marR="133350" marT="95250" marB="762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申请表、程序及文档、相关证明</a:t>
                      </a:r>
                    </a:p>
                  </a:txBody>
                  <a:tcPr marL="133350" marR="133350" marT="95250" marB="762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登记状态</a:t>
                      </a:r>
                    </a:p>
                  </a:txBody>
                  <a:tcPr marL="133350" marR="133350" marT="95250" marB="762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未申请；无登记号或证书</a:t>
                      </a:r>
                    </a:p>
                  </a:txBody>
                  <a:tcPr marL="133350" marR="133350" marT="95250" marB="762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1232A3-7DD7-4781-96D0-21177495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经费与资产另按项目要求核对，软件台账不代替财务审核。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2199B8-AFD5-43E9-8F6B-B495B720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自编教学台账：软件已运行，贡献与权属未确认，未申请登记。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B1A091-D4B8-4EE4-89DA-4E32E4F7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来源：HaDEA 2025原始课件 pp.97–98/102/104；国家版权局，软件登记办法第9至11条；软件教学快照、实际输出与待补材料；NSFC 2026通告，二、五部分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4FD1AF-6F6E-418C-AAAC-0AB34B2B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06988959"/>
      </p:ext>
    </p:extLst>
  </p:cSld>
</p:sld>
</file>

<file path=ppt/slides/slide2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354864-DA22-45CF-8D3F-E32BD76E8FF1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810750" y="538162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28BF4-8C29-4321-97BA-9FE54F467DF3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810750" y="395287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B985DC-8F48-4D45-9926-154AB632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C6D2F5-D507-4C54-B910-59949C21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Closeout流程的实际输出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A3749-2295-437E-9B7D-1ACB2006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458AD-AEE5-4740-AED7-0DA59F68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本地程序读取任务要求和CSV，保存146条纳入记录、计算结果、9项附件目录及核对Word。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032770-198F-4AD8-B464-2F4339590F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4fef5358444275"/>
          <a:stretch xmlns:a="http://schemas.openxmlformats.org/drawingml/2006/main"/>
        </p:blipFill>
        <p:spPr>
          <a:xfrm xmlns:a="http://schemas.openxmlformats.org/drawingml/2006/main">
            <a:off x="1164648" y="2952750"/>
            <a:ext cx="3385705" cy="4381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6EC57-4849-4BD3-A144-AB49E32B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本次实际生成的Word第1页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3D69C-836D-4DCD-9334-F7DBFCB4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704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任务要求与原始CSV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DFA27A-540F-445A-A817-58A43BA4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9625"/>
            <a:ext cx="704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复算数字并逐项对应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8D45E5-FDCB-4250-A06F-BE067A82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048375"/>
            <a:ext cx="704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Word、证据表与9项附件目录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BB777-B63E-47BC-8829-719B5E56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7191375"/>
            <a:ext cx="819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附件逐项记录路径与哈希。2项已核，1项待补。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DC4D88-5AA8-486F-A74B-EBC45108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真实执行为本节文件程序，无外部模型调用；未表示云端Closeout功能已经运行。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BF5234-A585-430A-937C-F5B8BF57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来源：实际本地复算与文件记录，无模型调用；自编教学任务书，非基金任务书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8217ED-126E-44E1-9209-762DE248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69248062"/>
      </p:ext>
    </p:extLst>
  </p:cSld>
</p:sld>
</file>

<file path=ppt/slides/slide2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2102F1-690C-467D-B126-C8FDAE6618C8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1334750" y="4191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CC9307-7474-4835-9496-BB57D37805F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572500" y="4191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1CFAE-208B-4A94-92C6-334F7527C6C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810250" y="4191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00668D-BD70-4A31-AABC-DAD26F50641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48000" y="4191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0812F5-A454-427A-BA88-BFA281CA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548C6-A993-4998-B551-3592C0E4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提交、复核与版本一致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54E2A-11A3-4AD9-83D0-59092FF7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EBB33-1218-447A-801E-3D44A99F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研究者核对科学内容，单位核对报送材料，提交和归档应保留同一个确认版本。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A76CB-6007-4C7E-A221-B238E3D0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负责人核对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C59668-1469-4161-9445-0C68CA7B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1475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单位线上审核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5094A7-6594-4134-BED8-577F99FC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基金委审核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AD444-979E-4222-829D-6D7C5ED3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1475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下载最终PDF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C5758-2F0B-465B-BAC1-9AABC8D3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71475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签字与归档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416F44-FCDD-428B-88DF-E1C09B0D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7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正式报送时，电子版、最终PDF及签字材料应保持版本一致。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5C212F-A123-477E-A753-CEE49883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具体步骤和时间以适用通知及单位要求为准。AI整理文件不等于负责人确认或正式签核。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1EB96A-10BE-4FBB-BA97-B6F4D30C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本例只完成材料核对演示，未正式报送、未代签；下一节为科研汇报与成果传播。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2841A8-D827-4EE5-8BE6-D517ABF9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来源：NSFC 2026通告，二、五部分；实际本地复算与文件记录，无模型调用；HaDEA 2025原始课件 pp.97–98/102/104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4EA0E8-DEB3-4921-A86B-554053F6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6854988"/>
      </p:ext>
    </p:extLst>
  </p:cSld>
</p:sld>
</file>

<file path=ppt/slides/slide2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2965C1-6257-4471-A2B0-50B9785F5B3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810250" y="5000625"/>
            <a:ext cx="2095500" cy="1595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9BA3D2-55D0-4D8E-A1EA-A8B7F6A507A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810250" y="5000625"/>
            <a:ext cx="2095500" cy="71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2E5A0-CCEA-4E13-B04A-6D15FF78A85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5810250" y="3548063"/>
            <a:ext cx="2095500" cy="14525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8C3573-97F3-4D4F-831F-DDE034B1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50D30-A2F5-4992-AAC3-A00D24ED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科研汇报与成果传播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674503-B962-4718-8D7B-57A5FF8E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A9DEA-2783-4581-ADC6-799CC304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同一项研究面对不同读者，需要调整背景和讲解顺序，同时保持事实与限定一致。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693682-FA9F-42F7-92FB-B5DC5FCC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504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同一组已核对的研究事实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E537D-E248-42E1-A4C4-C340A6DC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同行汇报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1170C-36E8-452F-A8BE-A3398694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1432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数据、方法与解释范围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3C61D8-4B0A-4D39-8597-0D1F1D03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6725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项目评审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8AB012-1A06-43FC-877B-5F37FE6D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6672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完成情况、证据与缺口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ABC68C-88B6-4963-9A25-AD021DF6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19125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普通读者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39591A-F063-4A7B-A882-6545BD35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1912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比较了什么，能说明什么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D69C77-59E4-4535-B4D0-3732ACBC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贯穿案例为公开企鹅数据的二次计算，三个版本均为自编教学表达。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ADF663-CC27-4389-80F6-A0FCA0C2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来源：佛罗里达大学2025原始课件；AI编写教学示例，未发布；palmerpenguins公开数据，课程二次计算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B4C005-AA9B-49B5-8955-51BA8A76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06995064"/>
      </p:ext>
    </p:extLst>
  </p:cSld>
</p:sld>
</file>

<file path=ppt/slides/slide2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D1CA8C-5729-432B-BF51-F962A4035FD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0E473A-0023-464A-864D-4A3C4A12F76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DC34DE-280C-425D-848C-2BBEC218540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395A66-D8EF-440A-90DB-55F73532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5195E-15BB-49DF-BFF9-28D89093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科研报告中的问题与证据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4FF47-8B97-4191-AC33-E4194999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9F75B6-27EB-4A03-A322-92B95DA9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从明确问题进入数据和方法，再解释主要结果、适用范围与仍待回答的问题。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CB5E56-9031-45C8-AA1D-95F51A7C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A7A98-D7FF-4665-9A52-C1C80821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分析材料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D01EA-8208-431B-AD4B-686A4EEE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读出结果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FB5C24-8ADD-42CF-B992-FC5BAF56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限定解释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2CCCD-F283-4EC1-8C08-1C92181F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Adelie雌雄鳍长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平均和分布有何不同？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966C39-4B17-42BA-B9D8-222C47B8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公开344条记录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筛得146条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雌雄各73条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3FE75-D400-41F7-AB9F-15A7D23A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雄减雌4.62毫米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190至195毫米档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雌21条，雄24条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CB13AF-DA48-48CB-BCCD-A352A582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仅作描述统计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采样依赖尚待核对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未作因果识别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78CD73-0EC1-48B1-A2A4-EC9E600C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背景服务于听懂问题；细节、完整统计和补充图留在可查阅的材料中。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002B5C-26FE-4E1C-B682-9AB0C81A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本例只比较所选记录的分组差异，尚未核对采样依赖，不作因果解释。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689866-296A-4EA1-BAC4-7235400E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来源：佛罗里达大学2025原始课件；palmerpenguins公开数据，课程二次计算；AI编写教学示例，未发布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82498A-AF4D-4D55-B4DA-60F2532A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23133243"/>
      </p:ext>
    </p:extLst>
  </p:cSld>
</p:sld>
</file>

<file path=ppt/slides/slide2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762278-E84C-4880-A152-3A8E47AB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DE252-5861-405E-A239-8B19C4BA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科学图中的条件、过程与来源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52F1F-8749-433B-B5F4-DDB4DA8D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420DB-FDD2-4B83-9FAE-C6054107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图中的分支和连接应帮助读者理解过程，关键条件与图源需要随图保留。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B6D74-AD38-4A0A-B20D-27645324AC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c2085a8da74b9f"/>
          <a:stretch xmlns:a="http://schemas.openxmlformats.org/drawingml/2006/main"/>
        </p:blipFill>
        <p:spPr>
          <a:xfrm xmlns:a="http://schemas.openxmlformats.org/drawingml/2006/main">
            <a:off x="983742" y="3048000"/>
            <a:ext cx="8129016" cy="4572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5CA18-7321-42F9-B87C-3DF59DFA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432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6DDFF-37EE-4A7F-8319-54C6745B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71475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分支写明条件，说明何时适用。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4060B6-5FD6-4A9E-886B-973B3171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720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过程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8C267D-43B8-4492-9C98-EDBC1E82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连接与颜色帮助读者追踪变化。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4799F0-A1D4-4AA5-8487-88849D15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000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CE8566-B612-40B0-AD0C-EAB4DDD6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7225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作者和年份随图保留，便于回查。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F7960E-5408-4CFC-8D92-B75018AB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左图为UF2025课件第23页原图，用于讲图示范，不是本课程的观测或模拟结果。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EAEBB3-5213-4B5C-B605-AFACDAB8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来源：佛罗里达大学2025原始课件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7013AB-C899-4374-8AC3-16F5923C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79722464"/>
      </p:ext>
    </p:extLst>
  </p:cSld>
</p:sld>
</file>

<file path=ppt/slides/slide2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B427EA-C617-4584-99B8-1BE2FB83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0E18B-8D3B-44A4-B7B9-E3064040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结果图怎样支持现场解释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9B580-63B8-499B-A36D-6BDDE29F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30D7F-8602-4630-8E2D-0E202F2E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比较均值时同时展示分布，让听众看到组内变化与两组重叠。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FE7F22C-4DD3-4584-A17A-61F538894ACB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5250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7916a75089c423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7E6296-0C84-4309-A0D6-354503A4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190875"/>
            <a:ext cx="352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怎样解释这张图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62CF3-DB17-4E16-A835-EE6AAA1D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95750"/>
            <a:ext cx="3524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横轴：每档5毫米。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纵轴：记录数。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190至195毫米这一档：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雌性21条，雄性24条。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均值差4.62毫米，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分布仍有重叠。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DF880-3B63-4248-9F30-693C6DB5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分箱宽5 mm，两组各73条记录；图由公开CSV实算，无游泳性能或因果结论。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37662D-E274-4230-A4BF-1B95A8EC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来源：palmerpenguins公开数据，课程二次计算；实际本地复算与文件记录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F3D2AB-B91E-4C93-8915-9D114132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57527705"/>
      </p:ext>
    </p:extLst>
  </p:cSld>
</p:sld>
</file>

<file path=ppt/slides/slide2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AC87C4-D8E9-467F-8C60-809BE090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2688C-3797-4C4C-91F1-B0222059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同一结果的三种读者版本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24A3B-5662-4782-8048-A38F48F4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91928-2B2F-4CC4-AAA1-7D743249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改变的是解释重点，分析对象、数字、单位和证据范围应保持一致。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CD4223-ADE1-4E93-8687-22096A331BFF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11430000"/>
              </a:tblGrid>
              <a:tr h="1083469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读者</a:t>
                      </a:r>
                    </a:p>
                  </a:txBody>
                  <a:tcPr marL="142875" marR="142875" marT="95250" marB="6667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同一事实的不同表达</a:t>
                      </a:r>
                    </a:p>
                  </a:txBody>
                  <a:tcPr marL="142875" marR="142875" marT="95250" marB="6667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834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同行汇报</a:t>
                      </a:r>
                    </a:p>
                  </a:txBody>
                  <a:tcPr marL="142875" marR="142875" marT="95250" marB="6667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对palmerpenguins公开数据的146条Adelie记录作描述统计，雌雄各73条。雄性平均鳍长比雌性高4.62 mm。筛选条件、分组结果和程序随材料保存，个体重复与采样依赖尚待核对。该差值描述所选记录，不作因果解释。</a:t>
                      </a:r>
                    </a:p>
                  </a:txBody>
                  <a:tcPr marL="142875" marR="142875" marT="95250" marB="6667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834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项目评审</a:t>
                      </a:r>
                    </a:p>
                  </a:txBody>
                  <a:tcPr marL="142875" marR="142875" marT="95250" marB="6667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已完成公开数据筛选和均值复算，保留146条Adelie记录，雌雄各73条，雄性平均鳍长比雌性高4.62 mm。原始CSV、来源记录、程序和结果可逐项核对。个体标识与抽样依据仍需补查，当前未确认总体外推范围。</a:t>
                      </a:r>
                    </a:p>
                  </a:txBody>
                  <a:tcPr marL="142875" marR="142875" marT="95250" marB="6667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834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普通读者</a:t>
                      </a:r>
                    </a:p>
                  </a:txBody>
                  <a:tcPr marL="142875" marR="142875" marT="95250" marB="6667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本次比较使用公开资料中的146条Adelie企鹅记录，雌雄各73条。雄性的鳍状翼平均比雌性长4.62 mm，也就是不到半厘米。平均有差别，不表示每只雄性都比雌性长；这次比较也没有测量游泳快慢。数据由原研究项目采集，本课程只作二次计算。</a:t>
                      </a:r>
                    </a:p>
                  </a:txBody>
                  <a:tcPr marL="142875" marR="142875" marT="95250" marB="6667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1A16C-D07B-43F2-8C28-2994D7F9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完整段落随Word与Markdown保存，均为教学稿，未代表原作者或项目负责人对外发布。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C7A4B-62EE-4E6F-BE7B-3B6D95E9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来源：AI编写教学示例，未发布；palmerpenguins公开数据，课程二次计算；实际本地复算与文件记录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020049-9BE8-409F-AC07-01759301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98858195"/>
      </p:ext>
    </p:extLst>
  </p:cSld>
</p:sld>
</file>

<file path=ppt/slides/slide2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A0401-0E41-4645-9C03-89E5CD46DA1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572250" y="3595688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844F42-B6F4-4475-BD6A-19F43825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FD77CB-4206-4A26-8379-A46E2E66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Humanizer修订中的事实核对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8346C-F5B7-4AA5-A71D-5B1CE13D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52892C-0FC6-4014-95E3-68BE0520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删去空泛评价后，句子还需要准确说明对象、实际发现及其解释范围。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15375-6107-46B3-B228-D7A30B2A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581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待改表达（教学反例）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178B0-0F6D-4C08-95DF-FBE14271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581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根据实际复算修订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CCC06-750D-45AD-85E7-5DA481F0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5810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本研究取得显著突破，揭示了性别决定鳍长的内在机制。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DCE011-5A7C-464A-BF2F-BA147B7A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29125"/>
            <a:ext cx="5810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在公开数据的所选146条Adelie记录中，雌雄各73条，雄性平均鳍长比雌性高4.62 mm。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该差值描述所选记录，未说明因果机制。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A0CC9E-994E-4567-BC9B-77709245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删去无依据的评价，补回数据来源、样本数、单位、比较方向与限定。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DC7C26-C814-4ED1-8FFD-0CC1A1E7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左侧为自编错误表达，右侧据实际复算修订；自然表达不能补出缺失的研究证据。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D60C92-777F-4B7A-9641-C0A03AE7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来源：AI编写教学示例，未发布；palmerpenguins公开数据，课程二次计算；实际本地复算与文件记录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47A9BB-B182-47C9-B33D-D6E2A655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93335432"/>
      </p:ext>
    </p:extLst>
  </p:cSld>
</p:sld>
</file>

<file path=ppt/slides/slide2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AF035E-EA6E-4B5D-B96A-0863396B738C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2001500" y="4191000"/>
            <a:ext cx="0" cy="2000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F46CC8-E660-478F-8C4E-E9CFDE7A8348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238500" y="4191000"/>
            <a:ext cx="0" cy="2000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534F1-E914-49EB-916A-2549B2F0842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715000" y="3738563"/>
            <a:ext cx="3810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AF3AB6-13F8-46AF-801F-861ECC9B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633DE-A384-47D9-BC8D-9380542E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研究者身份与成果入口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089ED-D890-4A1E-9031-0A73EFCF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C0F8C-E86D-420E-A480-8092BF80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ORCID用于持续标识研究者，成果条目和个人主页则帮助读者找到具体工作。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1A9362-EB54-4EF7-970A-561E6CD2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953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ORCID：持续的研究者标识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E7902-9C45-47DA-B156-CAE7C822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86125"/>
            <a:ext cx="4953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DOI或稳定链接：具体成果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6FC27A-2560-47AD-B2DB-DFE4490A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953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单位或个人主页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3A8F2F-B2E7-4970-8B2A-96F315F6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191250"/>
            <a:ext cx="4953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ResearchGate研究条目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CB881F-911F-44C8-8B17-87F83985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2437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核对本人贡献与作者关联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51193A-5687-4A39-94C2-66CB31EF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研究方向、贡献与联系方式</a:t>
            </a:r>
          </a:p>
          <a:p xmlns:a="http://schemas.openxmlformats.org/drawingml/2006/main">
            <a: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链接到可公开的具体成果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45D071-5FFE-40D9-B03A-2BFD4E91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19137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核对条目归属、分享版本</a:t>
            </a:r>
          </a:p>
          <a:p xmlns:a="http://schemas.openxmlformats.org/drawingml/2006/main">
            <a: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和内容可见范围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EA8B46-9AB3-4220-9C81-227FAABD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关系图用于说明用途，不是实际账号界面；本轮未登录、认领成果或修改平台资料。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4B79E5-0842-4CE3-AE46-AAF184BE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来源：ORCID官方研究者说明；ORCID官方成果关联说明；ResearchGate官方帮助；DOI基金会官方说明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02B416-B7F3-4425-AEF8-1FB912C7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16834260"/>
      </p:ext>
    </p:extLst>
  </p:cSld>
</p:sld>
</file>

<file path=ppt/slides/slide2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A6A8BC-10C3-452C-B45E-4270186F671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47458F-1A7C-4FAF-81BA-E86AFC75F6A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AE6ED-471A-4F31-8559-2CFF83D0071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1116FF-586E-475F-8226-07230F64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64FA70-29FA-4291-9134-E55BBD4C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公开版本与传播渠道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88337-9F6C-49AA-BF74-2F1E8FBA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A3EBCB-552D-42B0-ACEC-11316372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先核对可以公开的内容和版本，再让介绍文字指向论文、数据或报告的稳定入口。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336B9D-F5E6-4E9E-9791-8247A10A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公开内容与版本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AE0F2-96AA-447C-B145-84AE45B8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成果的稳定入口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A0079-A923-4534-918C-8CC16E42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面向读者的介绍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2E46F4-2F14-42DA-B0A9-BE5D463E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反馈与更正记录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368083-9A23-4C26-BC2E-C212D0A6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核对署名、许可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及未公开信息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BD9C79-CD6D-41DE-BCD9-6ACF7D0A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论文、数据或报告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链接到对应版本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87A150-6256-429D-90C0-98C0499A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按读者补充背景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同时保留来源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2D28E2-6235-4A44-A328-B35DAE8C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保存具体问题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与实际更正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11F249-81D4-4B67-84F7-65522471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预印本、接受稿与出版版本的分享规则可能不同，上传前核对许可。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AA35A5-568F-4406-B10E-7BB33E94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论文、专利、报告、学术PPT与科普稿分别核对公开权限，本节未执行任何对外发布。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F1136B-F0FC-49F6-BFBE-EF437740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来源：ResearchGate官方版权说明；ResearchGate官方帮助；AI编写教学示例，未发布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DAFFFA-7286-4CDA-8A0B-73A7A7B0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28001720"/>
      </p:ext>
    </p:extLst>
  </p:cSld>
</p:sld>
</file>

<file path=ppt/slides/slide2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39C01-2379-4B58-BE55-A043BABEC013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810750" y="538162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D92BF1-4014-428D-886C-3D3165181C51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810750" y="395287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DE3C4D-9FF2-4060-B260-A4595A67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BA5473-D652-4A61-BC73-2BE8536C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可编辑表达示例与核对记录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EA624-E454-456F-B7DC-361D87AD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7D367-A6DE-4C63-BD75-FA3F2CC5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三个读者版本、表达修订与分布图讲稿已写入Word，数字定位和实际复算结果一起保存。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B8321-4345-4F4C-98FA-F36D93E897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dbd3b1e8cf4430"/>
          <a:stretch xmlns:a="http://schemas.openxmlformats.org/drawingml/2006/main"/>
        </p:blipFill>
        <p:spPr>
          <a:xfrm xmlns:a="http://schemas.openxmlformats.org/drawingml/2006/main">
            <a:off x="1164648" y="2952750"/>
            <a:ext cx="3385705" cy="4381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4D22C-F057-4C22-BCE8-48292157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本次实际Word第1页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57C1C-F657-4BA6-8756-0F70643B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704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公开CSV与原始来源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72AFA-B32F-48EB-8756-0C23CF20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9625"/>
            <a:ext cx="704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实际复算与锁定字段核对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523BA-576C-4222-8C51-525898EA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048375"/>
            <a:ext cx="704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三个读者版本、修订与讲图稿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B94311-6AB6-439E-B410-EC56F07E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7191375"/>
            <a:ext cx="819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Word与Markdown可编辑，事实、来源和文件版本随包保留。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1489A6-753A-478E-A0FD-5AC06AFD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本地脚本完成复算、字段匹配与现成文字整理，没有调用外部模型或自动发布。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FF044A-85B1-40C3-831E-7421007E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来源：实际本地复算与文件记录；AI编写教学示例，未发布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596003-2B5E-45F1-85FB-72BDA503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67004523"/>
      </p:ext>
    </p:extLst>
  </p:cSld>
</p:sld>
</file>

<file path=ppt/slides/slide2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C01E28-C009-4695-B590-EB67882F559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72B860-D986-4F50-88E1-18C6FB8CE59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5A48EB-9D38-4729-8A01-EB2324B13DE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69DD1B-E13A-4EFE-848A-AAC982AA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EE0859-B9CC-4FCB-99DB-F507C0AE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围绕公开材料的三个月传播安排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5F4CC-91FA-4360-BB8B-0D56726B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3DC0D-649C-4255-9AB7-ABAE0731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每次增加一项读者需要的信息，同时保留来源、版本和解释范围。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07F0E-7B51-4635-A24E-5DB5483B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第1周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结果说明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795980-E9D9-491A-9B2C-DC6FCBBF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第1月末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方法说明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A29D23-5CBD-4296-B103-4CAB2F9E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第2月末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限制答疑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3AE0E4-C51D-4A2D-AE5E-6D996B86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第3月末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复核更新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F8F97E-7D91-4E93-8DC1-FDCD418E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解释4.62毫米差异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附公开数据与教学标识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857736-2B61-42DB-953A-4700D72C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344 / 152 / 146条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记录筛选与排除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代码、单位与版本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C0748B-2835-478D-B622-6A411DAC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说明未测游泳性能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区分预设与实际问题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65F191-1DCB-45E1-8022-F91E97FD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复核链接与复算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保留旧版及原因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再排下一季度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38B34B-6CE7-4DB4-AF11-AE9E5492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每次介绍对应可追查的材料，新增发现需要新的研究依据。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844B61-4745-47A1-9DC1-B82EA0E7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反馈分别留证：访问统计、具体问题、后续使用。没有测量时写“未测量”。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1548E4-560A-445C-A7EB-11FF7101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教学安排，四份草稿尚未发布；没有访问、引用或采纳实测数据。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598BEB-B35D-4AE5-BAC1-40804866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来源：佛罗里达大学2025原始课件；UKRI，读者、倾听与评价指导；自编三个月教学安排，未发布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3712CA-8392-4E7A-8FCB-E8046CE6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76875724"/>
      </p:ext>
    </p:extLst>
  </p:cSld>
</p:sld>
</file>

<file path=ppt/slides/slide2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D8EBA5-8F38-433D-8B0B-7EF054DCCCC7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572625" y="4691063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129677-5897-475D-923C-AFF2D98D5F5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667250" y="4691063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F8CFC6-05F8-44FB-AD64-1D96F143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34948-7A87-40BA-8C7E-46CAD488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本地与云端Agent实际演示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C15EA-DAA8-46F8-960D-1FA5C4A9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FC6A0-2F3C-4958-BD22-3E64F056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以教学申报材料为例，沿着输入、执行记录和结果文件，查看每一步究竟完成了什么。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2F6B1-0E29-4DC1-85C7-1A9C2FDA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本地文件演示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3ACFC-09C4-437D-95F3-0E5DF9BB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3905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指南、材料与模板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5CF40-34F6-4E88-AB11-91AB380E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238625"/>
            <a:ext cx="3905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文件检查与填充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2734B-596C-4136-ABC7-AE9AE78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38625"/>
            <a:ext cx="3905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Word与问题清单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944234-2BAF-4D0C-AE17-A6AC31F4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当前输入已经准备好，程序按规则处理，输出可下载、可检查。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D37577-F4C7-4AC2-ABDF-8F44ED8F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云端工作流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FB4366-2E6B-4A66-863E-03EE7535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715125"/>
            <a:ext cx="10191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接入模型与检索后，仍要逐步保存来源、节点结果和文件版本。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671D20-6D5F-4D3C-A39A-B3B06D51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本地固定材料流程已重跑；云端健康接口可用，登录返回401，未创建模型任务。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E97B72-C5C9-4F77-BB0E-0FF02843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来源：本轮本地HTTP、文件与拒绝记录；本轮HTTPS健康200、登录401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256682-D3AC-4C84-BC04-74D18727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21289908"/>
      </p:ext>
    </p:extLst>
  </p:cSld>
</p:sld>
</file>

<file path=ppt/slides/slide2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711B12-D95F-4E74-985B-E4DE95D4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DD6A4-FD1D-47A9-B55A-8BCBA81C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Agent的动作与环境反馈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64F26-3A82-410B-96CC-4B37509E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C265F-70D1-40DE-A45D-82D1FFE8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模型给出下一步动作后，系统还要执行动作、读取结果，并据此决定后续步骤。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4DE36-B172-44E4-8DBC-BBA01571EA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6dd482716942ad"/>
          <a:stretch xmlns:a="http://schemas.openxmlformats.org/drawingml/2006/main"/>
        </p:blipFill>
        <p:spPr>
          <a:xfrm xmlns:a="http://schemas.openxmlformats.org/drawingml/2006/main">
            <a:off x="995870" y="3143250"/>
            <a:ext cx="8295259" cy="4667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2530B-A46F-43E0-BFFE-DE5F8BD0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9087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8603A3-D73A-4E1C-85A5-3C0F4925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62375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当前环境、任务与此前动作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589C0-B025-4B8B-BA9E-468BBE24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6196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动作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16F1B2-2A1F-48AF-A32C-38669B4A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91125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选择对象，并给出具体操作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FC9F9C-7FD2-4993-8605-26A05AB3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04837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回查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038D97-78CB-4551-A22E-46F8DB1F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619875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执行之后再次读取环境与结果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FA3665-E8CA-4F75-B87C-FE8FCADF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原课件用于解释输入与动作关系；本项目没有实现图中的Mind2Web系统。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9B60CF-CF68-4E50-A018-98D898D8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来源：CMU Generative AI 2025，Lecture 23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AB5BD-8704-4C6F-AC0D-6950D747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40112810"/>
      </p:ext>
    </p:extLst>
  </p:cSld>
</p:sld>
</file>

<file path=ppt/slides/slide2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D088E4-CEDA-4249-AA8F-F62B45AD3807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7620000" y="6238875"/>
            <a:ext cx="4857750" cy="714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5D1BD9-B269-4027-B1BE-F811D2F306A1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620000" y="6238875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3EFA1B-A396-4821-B066-9B53E23B9438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762250" y="6238875"/>
            <a:ext cx="4857750" cy="714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5013C7-54C1-4A96-BC0F-8A2ABC79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9DCF2-0D9D-4B41-9C03-4292C2F7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申报演示的三份输入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DEDA2-CA46-4E09-A413-60871C77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9CF2D-E2E2-443E-AC9A-06C6DD10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这次输入是教学指南、已有研究设想和Word模板，三者各有不同用途。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13705-1A0B-4C5F-8F90-8D807DE1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000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教学指南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12个月内形成可复算流程</a:t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评价召回与耗时</a:t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保留人工判断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F9420-4907-47B5-8CF1-47F5FDD9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86125"/>
            <a:ext cx="4000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已有材料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研究目标与方案</a:t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六节已有文字与来源</a:t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尚缺的真实研究基础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2DFAD-40D5-4089-82CD-42427928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86125"/>
            <a:ext cx="4000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Word模板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立项依据、研究目标</a:t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研究内容、技术路线</a:t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考核指标与研究基础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5A104-0714-4543-98AC-D4499A7F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9532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核对三者一致后，按模板整理草稿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C3D04B-157B-4158-8237-2CC6FA0A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指南编号TEACH-GRANT-01为课程自编，不能当作当年官方基金指南。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EDF70C-0F08-4E1C-8E63-59E94077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27357C-DFBA-4EC2-AC92-8A2CF014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61994214"/>
      </p:ext>
    </p:extLst>
  </p:cSld>
</p:sld>
</file>

<file path=ppt/slides/slide2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958476-232D-4A2C-9956-1F48D5EB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C8ADC-073A-4C9F-B6D4-7887ECF8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本地页面到Word的实际操作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7C50E-AD3E-434F-A352-84B0A40B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75135-0EEB-434A-B7A6-BCDADCC0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点击“生成申报草稿”后，页面实际调用本地文件程序，并提供可下载的Word。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872A5-1138-455F-98FB-87E953E794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ea2a9d92094287"/>
          <a:stretch xmlns:a="http://schemas.openxmlformats.org/drawingml/2006/main"/>
        </p:blipFill>
        <p:spPr>
          <a:xfrm xmlns:a="http://schemas.openxmlformats.org/drawingml/2006/main">
            <a:off x="1822092" y="3000375"/>
            <a:ext cx="3975816" cy="4714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84BEE-5948-4807-B5E7-F7B6F8CC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3850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读取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75A00-10E3-4B78-A3AC-10EE51D4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57625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程序读取已准备的指南和模板。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186C3-0D3D-4F3D-BFC2-3D122CE5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19625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生成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9858AB-2701-4784-9C97-27BFC4FD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3875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把给定内容写入Word。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BDAD0C-ADE9-46B8-A5BF-28177761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0007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检查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E755C7-2C8F-491E-9B0D-926787B0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619875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文末保留来源和未决问题。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CEDF8C-0480-48BB-BAAB-35A1A3CB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这是本轮实际页面截图；固定材料流程没有调用外部模型。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AB05DE-01BC-41BC-9037-AE17C3D5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5C7ED-380D-4035-AC4C-70C0AF56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8574915"/>
      </p:ext>
    </p:extLst>
  </p:cSld>
</p:sld>
</file>

<file path=ppt/slides/slide2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1F61CD-B8CF-4DE6-B988-B74D7DB31FA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714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1D542-9B6F-440B-847F-DE52DBB420A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714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A6109E-7793-4B41-B2F1-5C79685030F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714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13BD21-8689-48C8-81DA-FE920004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0C81F3-CB47-4170-BBB4-CC4BB4FA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本次运行经过的四个环节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1D9D5-8054-46AC-9917-3F980CBB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023E6-6E65-4B12-BA20-36151AFF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运行记录说明程序做了哪些检查；研究方案中的技术路线另有自己的内容。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5C939-02B7-451D-A423-99E73897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读取输入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AA4E30-F369-49D9-B07F-E9595BBB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检查约束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B0C270-92A2-463D-96CF-F251DC11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保留审阅状态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DC5E9F-D44A-4F8A-BDB2-1B5248A2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写入Word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3F8F3E-6EE2-42FE-B049-A0827EBD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intake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读取材料和模板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185E9B-6B7E-43BA-8D9B-57900015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1962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constraints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检查指南、来源与章节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FF6114-9398-4E1F-967A-DAAA208D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1962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outline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仍需研究者审阅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BC6DFF-7906-4278-AF1A-01EA232C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61962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docx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输出草稿文件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412F9A-D851-4BD9-B352-5145D688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拟研究的技术路线另存于 route.mmd：材料准入 → 参考答案 → 固定比较 → 错误分析 → 人工复核 → 报告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29FA39-EB46-4E2B-A447-9D372F7E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运行事件与研究技术路线分开读，避免把流程完成误解为科研完成。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0800B6-CB2E-4C8E-BC27-4CB05FE2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DF24CA-CA52-42E1-AB65-63E887B2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7989946"/>
      </p:ext>
    </p:extLst>
  </p:cSld>
</p:sld>
</file>

<file path=ppt/slides/slide2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5DC701-93CD-49DF-8208-16AAFF97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E0FE7-C56D-4AC7-B69C-37B564CF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指南要求与产物的对应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CAC8E-2F5F-4B58-9D00-C5EF9301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C351A-B717-4C1A-9C12-DA9E37B9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把每条指南要求连到研究目标、交付材料和检验办法，便于检查遗漏。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486D8-9784-43E6-8FAF-2D717AEC039E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3905250"/>
                <a:gridCol w="5524500"/>
              </a:tblGrid>
              <a:tr h="1107281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指南要求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研究目标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交付与检验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107281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R1：12个月内形成可复算流程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G1：建立可复算筛选流程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代码、依赖、输入与日志；由另一研究者按说明复跑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07281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R2：评价召回与耗时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G2：独立评价召回与耗时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逐条筛选记录与统计报告；任务和参考答案固定，报告漏检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07281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R3：产物可复用，保留人工判断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G3：保留人工审核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Word、来源账本与审核记录；批准须对应输入和模板版本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A5B28-A093-4DCA-9720-BA2461E4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映射检查能发现缺项；是否科学可行仍需读具体内容。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6DFE97-7A14-4DF6-99BD-401ABB24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EE12DE-E494-424E-80EA-CB609C9B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79753195"/>
      </p:ext>
    </p:extLst>
  </p:cSld>
</p:sld>
</file>

<file path=ppt/slides/slide2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75FCA5-3924-40F4-98F9-CB612792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3C125-3D07-41F0-9C2D-2C72655F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Word草稿与尚缺的证据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D626B-A79E-430A-9100-427EDE0B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4E4F3-821C-4094-A628-22DADD74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文件已经生成；团队基础、真实查新和研究者签核仍列在问题清单中。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BF0C9F-3490-45DD-AA74-B38031A90F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1fcbedea284aff"/>
          <a:stretch xmlns:a="http://schemas.openxmlformats.org/drawingml/2006/main"/>
        </p:blipFill>
        <p:spPr>
          <a:xfrm xmlns:a="http://schemas.openxmlformats.org/drawingml/2006/main">
            <a:off x="1358395" y="3048000"/>
            <a:ext cx="3569710" cy="4619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B80F41-ADCF-42EF-85CA-73DD190C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90875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实际问题清单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5C070-B1C5-484D-A580-1996891F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43375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1A74E4-D993-4EE4-B920-5856F8B7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9625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没有提供申请人的真实团队成果。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237E74-AF36-4046-B99E-2F719E44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86375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查新与可行性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3E00FB-AC92-4CB3-BDCA-EB493751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762625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尚未完成真实文献查新及科学审查。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6EE418-1B48-4611-97FD-07B45828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29375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研究者签核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7CC1B9-6088-4C91-8D67-75DBAB7F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905625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没有签核当前输入和模板版本。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7CE397-DD43-441B-90FC-A75871FF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教学文字来自给定材料；没有补写团队成果、实验结果或真实签核。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3609A5-1BB5-4473-AACF-669C7564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F5CEAE-399E-4B1B-8A19-1C63C442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3492710"/>
      </p:ext>
    </p:extLst>
  </p:cSld>
</p:sld>
</file>

<file path=ppt/slides/slide2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F2652-ABD0-41EA-817B-285C99DA247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857750" y="5048250"/>
            <a:ext cx="3238500" cy="1428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3F1682-0F40-4A28-A226-00567AD88BC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857750" y="3667125"/>
            <a:ext cx="3238500" cy="1381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09562B-2835-4FBC-8B3E-782F8B5F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FC923-384F-4C43-8664-11548942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本地与Worker中的同源Skill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414E43-06C5-4014-AAD5-26A467C7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D52A20-CD76-48EC-9A45-097FAC00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24份基础Skill的指令内容已逐份比较，云端健康接口报告的包指纹也与本地一致。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AFDB0-5BD3-4994-9C93-C71B2730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4095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University-Skills</a:t>
            </a:r>
          </a:p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24份基础指令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C30D8F-033B-4A81-8C6F-D65979A4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0"/>
            <a:ext cx="638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本地Codex安装目录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3D11CB-5F60-433A-8F4B-879E5392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48375"/>
            <a:ext cx="638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Worker的Skill包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C90B44-143B-4B62-A9AD-18F68E55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29125"/>
            <a:ext cx="638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逐份比较完整内容和SHA256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069B80-DDD7-4D10-85C8-1CDF92B9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91125"/>
            <a:ext cx="638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统一换行后，24份内容一致。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云端报告的包指纹与本地锁文件一致。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D511E8-EDDB-473F-8353-B69849EB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Skill说明“按什么要求做”；执行器决定“能调用哪些工具”。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AE5978-D649-4E55-BCA7-19A41E4F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相同指令便于统一要求；工具、模型与运行结果仍需分别检查。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EF1F93-76BC-4E06-9375-900BA10B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来源：OpenAI官方Skill说明；本地24份指令核对；本轮HTTPS健康200、登录401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9277E0-E27F-440A-A173-4B25F54B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32521784"/>
      </p:ext>
    </p:extLst>
  </p:cSld>
</p:sld>
</file>

<file path=ppt/slides/slide2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716122-40B6-4A3C-AFE8-C30AC8ED8334}"/>
              </a:ext>
            </a:extLst>
          </p:cNvPr>
          <p:cNvCxnSpPr>
            <a:stCxn xmlns:a="http://schemas.openxmlformats.org/drawingml/2006/main" id="9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7620000" y="4238625"/>
            <a:ext cx="0" cy="1952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51CA6C-B53D-4281-B05A-7BE736B08A71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9620250" y="6619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BB9FED-0EAF-4373-AC97-9813FD2FC68C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2477750" y="4238625"/>
            <a:ext cx="0" cy="1952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66C7E7-459C-4863-A4EA-6FA263907D5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8100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681F60-F1B0-42A9-81D8-02586B1B8F7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8100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6AE9F8-E28D-4502-8EE6-F77CED9B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D12C2-A5CF-482C-974C-0EC4BF3F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Harness怎样管理一次任务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2B069-31BA-433F-A79B-E6ECF04C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792B5-D1C6-46E9-9214-E067084D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Harness是任务周围的执行管理：提供工具，保存过程，并处理失败和继续运行。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2A512-728F-49F4-9A42-A187DA48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任务与已有材料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34B64-0B1A-42CB-BFF3-43A54140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8137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当前步骤：模型或规则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1B536-97A6-441C-AD5A-418AF941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8137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工具实际读写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DF5885-4EF0-4F54-BAAF-4038CCAD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保存结果和版本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53934-78E3-4050-90E0-38B7D145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检查并继续或重试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D29895-C637-46BA-AD56-42BF4231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400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Harness</a:t>
            </a:r>
          </a:p>
          <a:p xmlns:a="http://schemas.openxmlformats.org/drawingml/2006/main">
            <a: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任务执行管理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290203-B9E2-4725-A5B1-5514C7A8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工具返回了什么？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文件是否真的存在？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失败发生在哪一步？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54D978-ECF9-4CA7-8CA9-1BBE9775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记录包含输入、输出与版本；程序完成状态仍需与科研结论分开。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3CA856-4443-4A4E-9A7A-B471BFD6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来源：CMU Generative AI 2025，Lecture 23；当前工作区代码快照；12项定向夹具测试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D399E2-0A34-4DE1-8A6D-8226FDA4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02214742"/>
      </p:ext>
    </p:extLst>
  </p:cSld>
</p:sld>
</file>

<file path=ppt/slides/slide2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4F43AA-0143-454E-A3DF-88A028E100E5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9620250" y="68580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B0E8A0-1634-4DA2-AB86-2DD33BB173A9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2477750" y="4381500"/>
            <a:ext cx="0" cy="1952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87A501-2C99-4334-8AD5-C0A7F976184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857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B59C1F-5D1E-47BA-BF77-10C2B038507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857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BA92E4-9A8E-4FD6-8701-AE91B4E3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64648-0E50-4960-B759-A67A1E53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Cloudflare承载的工作流结构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8D3524-97DB-476A-8417-94996A1B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4598E5-753C-4E6C-8464-F4DE3631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浏览器提交任务，Worker接收请求；持久任务对象保存节点，按步骤调用模型或导出文件。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78241-F988-4154-9796-4EE16C4F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00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浏览器</a:t>
            </a:r>
          </a:p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填写材料、查看进度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6FA2F-694B-4647-9013-5B373240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400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Cloudflare Worker</a:t>
            </a:r>
          </a:p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接收和检查请求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A39E3-1079-4815-AF78-F180098F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33750"/>
            <a:ext cx="400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持久任务对象</a:t>
            </a:r>
          </a:p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保存节点、输入和输出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F0B1B6-F373-427F-8788-875C8002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400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模型服务</a:t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DeepSeek deepseek-flash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91861D-01FF-4A50-8040-8BAE1E62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334125"/>
            <a:ext cx="400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文件导出</a:t>
            </a:r>
          </a:p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Word或Markdown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BB2423-F45A-40A6-9A9E-5E38A9D8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400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后台alarm按步骤继续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页面读取已经保存的进度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46AB87-8958-4B3D-9C20-D1E65BDF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6250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模型负责生成文字；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项目代码检查并导出。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1B8C79-8DB9-4EBD-A818-ADD1C4E7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这里是依据代码绘制的结构图；不是云端任务执行截图。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705C2C-ECF5-46B8-BB39-5C80A114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来源：Cloudflare Durable Objects官方文档；当前工作区代码快照；12项定向夹具测试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FB8B82-8E54-4C4A-BFB1-B9114B4D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53551616"/>
      </p:ext>
    </p:extLst>
  </p:cSld>
</p:sld>
</file>

<file path=ppt/slides/slide2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568EC-0BDC-4FF6-8619-0B0F0378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43BDD-6A55-42C9-9871-E71E8808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云端本轮核验到哪一步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6FD60-C7AC-4EF2-83E8-3BE09D55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59398-B588-4423-AE87-BA466DEF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健康接口返回200并报告DeepSeek配置；项目登录请求返回401，本轮未能创建云端模型任务。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E4909-6DA5-4A7C-BBA3-29E13783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本轮实际请求及其含义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AFBE4-7954-42BC-BB0C-5ED2621A6AEB}"/>
              </a:ext>
            </a:extLst>
          </p:cNvPr>
          <p:cNvGraphicFramePr/>
          <p:nvPr/>
        </p:nvGraphicFramePr>
        <p:xfrm>
          <a:off xmlns:a="http://schemas.openxmlformats.org/drawingml/2006/main" x="762000" y="3810000"/>
          <a:ext xmlns:a="http://schemas.openxmlformats.org/drawingml/2006/main" cx="137160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9525000"/>
              </a:tblGrid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实际检查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返回结果及可证明的范围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公开健康接口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HTTPS返回200，服务可响应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当前模型配置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deepseek-flash已配置；MiniMax停用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持久化绑定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绑定存在；当前未验证任务恢复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项目登录请求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HTTPS返回401，未获得登录会话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本轮模型任务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未创建、未调用；不据健康响应认定跑通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4A2E0B-79B4-4C54-AB8B-0F97217E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200对应服务健康响应，401对应登录未通过；两项均保存原始状态与核验时间。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6D6B4D-CBAB-4F43-9B82-B4ABC484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来源：本轮HTTPS健康200、登录401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7AF22B-381F-4EFF-979E-7F306A43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20696670"/>
      </p:ext>
    </p:extLst>
  </p:cSld>
</p:sld>
</file>

<file path=ppt/slides/slide2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F96FC-001E-48A9-9679-88A0CF468E27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2E9422-3E57-4BA8-97EE-5B1EB8A1BFB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DE525-DE96-4A28-B5F3-A621038AE9B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586202-4179-419B-9546-347E153A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F52EB-B69E-4C03-BC20-A57C38FF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一次提交后的后台执行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66EC7-57DB-4446-904D-77C4B002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7D3D4F-7232-4042-9640-3514D003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网页负责展示状态，后台按节点保存结果，再继续下一步；刷新页面无需逐节点确认。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784AB-EE4F-493E-97D6-3A019C96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提交材料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D902B2-64EF-4E60-98C9-5A536689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逐节点执行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2E149-9498-40F8-84E6-38E84E7A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保存当前结果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7D512C-D95D-4DB5-B282-66E99E7C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导出草稿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5DF917-FD7B-46AE-9119-C8D77DF1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网页创建任务后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读取后台进度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B86718-0598-430C-8B2A-F8B6DD27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1487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需要检索时先检索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再处理模型节点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78937F-D3C9-4840-8FE5-45043851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1487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保存后安排下一节点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刷新网页可再读取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2CE8EC-D796-43AE-A81D-6169709F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1487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完成节点后生成文件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问题仍随草稿保留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05A7BB-11B7-442F-9094-11457C21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当前应用的失败处理：失败 → 自动重试1次 → 再失败则停止并保留原因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31EC6D-2558-4C96-B287-D7654B29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此页讲当前代码的自动流程；12项定向测试使用模型和存储夹具。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E6B01F-EC03-4800-9650-C9E88B56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来源：Cloudflare Durable Objects官方文档；当前工作区代码快照；12项定向夹具测试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08997A-90EA-4B90-8CD4-CD533922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45085685"/>
      </p:ext>
    </p:extLst>
  </p:cSld>
</p:sld>
</file>

<file path=ppt/slides/slide2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38C163-70DA-4799-94C6-A73A1DFDC3A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6671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43198-F61C-4B92-B188-95A573FF0D9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6671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4A9DE1-E7F9-4AFE-9B5E-C021C884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980C89-4696-4F08-9D5B-5BCA033B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节点文字修订与事实保留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8F7A0-9913-4E2B-AAE3-000D5A99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0F958-F115-4698-8D76-496363E3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表达修订后，程序比较数字、来源编号和章节结构；研究者还需检查语义有没有变化。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AB0F9-C705-4055-A3FB-B2BF0441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00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节点初稿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7E032B-E5F7-4377-BC30-5386364F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86125"/>
            <a:ext cx="400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自动修订表达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7CD7FD-015D-4192-B6FB-DF8112BB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86125"/>
            <a:ext cx="400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检查数字与来源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44F5E-3B19-48B2-9F52-671F4A61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教学测试原句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345DF3-0373-42E3-B7EA-0C23D18E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571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342条记录，均值3700.7 g。</a:t>
            </a:r>
          </a:p>
          <a:p xmlns:a="http://schemas.openxmlformats.org/drawingml/2006/main">
            <a: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来源编号：D1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206A1-0FE0-4D78-A608-D90827B2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24375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实际夹具测试中的拒绝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E0923B-BB40-4A0E-8CFC-6AD8D4DA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91125"/>
            <a:ext cx="638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342 → 343：数字改变，拒绝。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D1 → D2：来源改变，拒绝。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C14F7E-A292-4B29-AEFD-6DCAB921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仍需逐句读：数字没变，也可能把“相关”写成“导致”。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0A1FA3-869B-4A08-AA17-3C9A7CF6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机器比对能够发现部分改动，不能证明文字已达到学术要求。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1C4049-6DD3-406E-9537-53B2F8C5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来源：当前工作区代码快照；12项定向夹具测试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D72914-4CC6-44E7-B2C0-5F7181DC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49605431"/>
      </p:ext>
    </p:extLst>
  </p:cSld>
</p:sld>
</file>

<file path=ppt/slides/slide2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059867-530B-4DD0-A70A-106F2C56F7C4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095750" y="6524625"/>
            <a:ext cx="6477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AF769E-5D3A-41F3-928E-4792C553A35C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095750" y="5095875"/>
            <a:ext cx="6477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A917D3-D078-4E73-9CC5-307D9D79F19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095750" y="3667125"/>
            <a:ext cx="6477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6F5399-3821-4B1E-81CC-BDD4F0A8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5CA29-D5A3-4B7B-9204-9C70274F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错误输入的实际拒绝结果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CE7F1-9646-4269-B59F-694CB1E5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FB9A2-9F59-4801-AF47-70696AFA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故意改变教学输入后，文件程序拒绝未知来源、指南不一致和未签核正式导出。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DFC59-EC4E-48D9-B1AC-6DB52B2C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33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未知来源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AB4105-4B4F-4773-90B2-426FE7B6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0"/>
            <a:ext cx="3905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程序拒绝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227DFD-9929-43B9-9B31-0072B13C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90875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来源编号改为NOT-A-SOURCE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DC191-EC47-46B2-84F4-D0FA0E37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762375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unknown_source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E5AB20-D4E2-4EAE-803B-089F82E8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333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指南不一致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823B5-ED15-46EE-8B5F-8982BA3F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67250"/>
            <a:ext cx="3905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程序拒绝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9AD1EE-2FE3-4D98-91AF-EE79D41F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619625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改写材料中的指南要求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EEFFDE-0902-4C1B-AD17-7A6CE389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191125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guide_requirement_mismatch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24A40A-416E-4654-BE7E-8C800AEE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333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未签核正式导出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922E5C-BFB5-409F-BD78-24BBFEA4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96000"/>
            <a:ext cx="3905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程序拒绝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F4A500-CFE0-4784-A653-FB9CD7F4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048375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要求final，但未提供研究者签核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5FFAE2-23ED-4B9E-A136-8BD689D0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619875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final_export_blocked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0382DA-01D0-4E54-8E93-E069EF1E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这三项实际跑过文件执行器；不等于已经测试了网络、模型或全部故障。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9A5DBC-51C3-4BBB-AA63-8B5790C5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1CE41F-CD18-47E3-8B37-889CD988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21791211"/>
      </p:ext>
    </p:extLst>
  </p:cSld>
</p:sld>
</file>

<file path=ppt/slides/slide2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BFF7CB-7F37-4315-8819-4A9D1EAD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A16F80-0C40-4268-A625-DD887285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五类任务要分别看运行端和实际文件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70321A-CDBE-4919-9E54-89DF50A9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02B2B-5D31-4C8F-A2BC-B02860E8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前节五类本地产物已随本节保存快照；8788固定材料演示与Worker模型工作流各有自己的输出范围。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E6C3BA-5E49-488D-A278-43899F0AD796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13716000" cy="4524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429250"/>
                <a:gridCol w="5429250"/>
              </a:tblGrid>
              <a:tr h="75406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本课程已有本地产物快照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Worker代码中的导出范围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754063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申报 / Grant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第10节：Word、路线与问题清单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模型节点组织内容后导出Word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4063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 / Paper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第9节：清稿、标记稿及回复Word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模型节点组织内容后导出Word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4063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专利 / Patent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第11节：交底Word及其流程附图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模型节点组织内容后导出Word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4063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配图 / Figure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第8节：7幅原生图及可编辑路线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绘图方案Markdown；不执行绘图代码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4063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结题 / Closeout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第12节：Word、证据表与附件目录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结题草稿Markdown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CE320-88A3-44D7-A76A-C985C56E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前节文件本轮只复制核对，未重跑；8788本轮生成三份Word，Worker本轮未创建模型任务。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8315EA-B715-4455-B933-B1292618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来源：本轮本地HTTP、文件与拒绝记录；当前工作区代码快照；12项定向夹具测试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B4945C-C64D-4BBE-82B8-414A2FF6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79504906"/>
      </p:ext>
    </p:extLst>
  </p:cSld>
</p:sld>
</file>

<file path=ppt/slides/slide2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916C1-2134-4323-9837-3093D36A79BA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0795E-F505-42C9-B532-CEB7DBB2E81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3168B2-504E-4DFF-B3EC-3210F587FEB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3C5029-2E98-4BA9-9112-97E8988B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55111-EB4E-47A9-84FC-DEC60EA6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可复查的演示材料包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506F54-5980-4E7A-BDD7-E565813C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5CB80E-FE43-4F25-AEDB-7D7CC521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保留这次用的材料、指令版本、运行结果和问题清单，下一次才能检查变化来自哪里。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9E8605-034F-46D2-880F-E7479EA9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输入材料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0BA566-4279-4B94-BFC8-E131A8C0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指令与程序版本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77A66-02D7-48C7-BBCD-B312F651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过程记录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2A54B3-138A-44C9-BE93-4F3983EF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交付文件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DBFFA7-7A44-4C64-8016-789CFCBB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指南、研究材料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与模板原件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3F325A-2046-4563-AB46-BC0E46DF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1487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Skill内容及指纹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本轮程序快照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701A34-800E-4B8D-8903-FD39CFC6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1487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节点输入和输出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失败原因与重试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B582B5-28B3-464E-9E43-6E14DC17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1487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Word、来源账本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问题清单与预览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150CC9-EAA3-42B2-BEA5-718F95E2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0"/>
            <a:ext cx="1371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改了材料或模板，就产生新记录，并重新检查对应文件。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70103B-4C35-4ED1-B5D4-8C60288E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实际授课前复查服务、模型和文件；保留未核验项，不把旧记录说成现场运行。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2A95CF-5551-4874-8F6B-77F7B7D1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来源：本轮本地HTTP、文件与拒绝记录；本轮HTTPS健康200、登录401；当前工作区代码快照；12项定向夹具测试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2B67CD-B772-4D97-8B69-1E5E4B51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614534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7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8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9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10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1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1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1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1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1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s00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240</ap:Slides>
  <ap:Notes>240</ap:Notes>
  <ap:HiddenSlides>0</ap:HiddenSlides>
  <ap:SharedDoc>false</ap:SharedDoc>
  <ap:DocSecurity>0</ap:DocSecurity>
</ap:Properties>
</file>

<file path=docProps/s00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2026-10-19T01:58:27.5900000Z</dcterms:created>
  <dcterms:modified xsi:type="dcterms:W3CDTF">2026-10-19T01:58:27.5900000Z</dcterms:modified>
</coreProperties>
</file>

<file path=docProps/s01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s01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2026-10-19T07:29:08.8880000Z</dcterms:created>
  <dcterms:modified xsi:type="dcterms:W3CDTF">2026-10-19T07:29:08.8880000Z</dcterms:modified>
</coreProperties>
</file>

<file path=docProps/s02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s02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2026-10-17T13:56:02.5690000Z</dcterms:created>
  <dcterms:modified xsi:type="dcterms:W3CDTF">2026-10-17T13:56:02.5690000Z</dcterms:modified>
</coreProperties>
</file>

<file path=docProps/s03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s03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2026-10-20T01:00:34.2150000Z</dcterms:created>
  <dcterms:modified xsi:type="dcterms:W3CDTF">2026-10-20T01:00:34.2150000Z</dcterms:modified>
</coreProperties>
</file>

<file path=docProps/s04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s04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2026-10-19T10:19:08.8010000Z</dcterms:created>
  <dcterms:modified xsi:type="dcterms:W3CDTF">2026-10-19T10:19:08.8010000Z</dcterms:modified>
</coreProperties>
</file>

<file path=docProps/s05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s05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2026-10-19T10:32:58.5680000Z</dcterms:created>
  <dcterms:modified xsi:type="dcterms:W3CDTF">2026-10-19T10:32:58.5680000Z</dcterms:modified>
</coreProperties>
</file>

<file path=docProps/s06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s06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2026-10-19T11:39:58.2050000Z</dcterms:created>
  <dcterms:modified xsi:type="dcterms:W3CDTF">2026-10-19T11:39:58.2050000Z</dcterms:modified>
</coreProperties>
</file>

<file path=docProps/s07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s07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2026-10-19T11:52:43.2870000Z</dcterms:created>
  <dcterms:modified xsi:type="dcterms:W3CDTF">2026-10-19T11:52:43.2870000Z</dcterms:modified>
</coreProperties>
</file>

<file path=docProps/s08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s08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2026-10-19T12:10:05.4230000Z</dcterms:created>
  <dcterms:modified xsi:type="dcterms:W3CDTF">2026-10-19T12:10:05.4230000Z</dcterms:modified>
</coreProperties>
</file>

<file path=docProps/s09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s09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2026-10-19T13:15:46.0520000Z</dcterms:created>
  <dcterms:modified xsi:type="dcterms:W3CDTF">2026-10-19T13:15:46.0530000Z</dcterms:modified>
</coreProperties>
</file>

<file path=docProps/s10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s10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2026-10-20T01:01:25.6710000Z</dcterms:created>
  <dcterms:modified xsi:type="dcterms:W3CDTF">2026-10-20T01:01:25.6710000Z</dcterms:modified>
</coreProperties>
</file>

<file path=docProps/s11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s11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2026-10-20T01:01:25.0610000Z</dcterms:created>
  <dcterms:modified xsi:type="dcterms:W3CDTF">2026-10-20T01:01:25.0610000Z</dcterms:modified>
</coreProperties>
</file>

<file path=docProps/s12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s12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2026-10-20T01:01:25.0990000Z</dcterms:created>
  <dcterms:modified xsi:type="dcterms:W3CDTF">2026-10-20T01:01:25.1000000Z</dcterms:modified>
</coreProperties>
</file>

<file path=docProps/s13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s13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2026-10-19T16:35:11.5810000Z</dcterms:created>
  <dcterms:modified xsi:type="dcterms:W3CDTF">2026-10-19T16:35:11.5810000Z</dcterms:modified>
</coreProperties>
</file>

<file path=docProps/s14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s14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2026-10-19T16:53:11.4230000Z</dcterms:created>
  <dcterms:modified xsi:type="dcterms:W3CDTF">2026-10-19T16:53:11.4240000Z</dcterms:modified>
</coreProperties>
</file>