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xlsx" ContentType="application/vnd.openxmlformats-officedocument.spreadsheetml.sheet"/>
  <Default Extension="jpeg" ContentType="image/jpeg"/>
  <Default Extension="png" ContentType="image/png"/>
  <Override PartName="/docProps/s00-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s00-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s00-theme3.xml" ContentType="application/vnd.openxmlformats-officedocument.theme+xml"/>
  <Override PartName="/ppt/s00-presProps.xml" ContentType="application/vnd.openxmlformats-officedocument.presentationml.presProps+xml"/>
  <Override PartName="/ppt/s00-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docProps/s01-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s01-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2.xml" ContentType="application/vnd.openxmlformats-officedocument.presentationml.notesMaster+xml"/>
  <Override PartName="/ppt/notesMasters/theme/s01-theme3.xml" ContentType="application/vnd.openxmlformats-officedocument.theme+xml"/>
  <Override PartName="/ppt/s01-presProps.xml" ContentType="application/vnd.openxmlformats-officedocument.presentationml.presProps+xml"/>
  <Override PartName="/ppt/s01-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s01-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docProps/s02-app.xml" ContentType="application/vnd.openxmlformats-officedocument.extended-properties+xml"/>
  <Override PartName="/ppt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s02-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3.xml" ContentType="application/vnd.openxmlformats-officedocument.presentationml.notesMaster+xml"/>
  <Override PartName="/ppt/notesMasters/theme/s02-theme3.xml" ContentType="application/vnd.openxmlformats-officedocument.theme+xml"/>
  <Override PartName="/ppt/s02-presProps.xml" ContentType="application/vnd.openxmlformats-officedocument.presentationml.presProps+xml"/>
  <Override PartName="/ppt/s02-tableStyles.xml" ContentType="application/vnd.openxmlformats-officedocument.presentationml.tableStyle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docProps/s03-app.xml" ContentType="application/vnd.openxmlformats-officedocument.extended-properties+xml"/>
  <Override PartName="/ppt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s03-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4.xml" ContentType="application/vnd.openxmlformats-officedocument.presentationml.notesMaster+xml"/>
  <Override PartName="/ppt/notesMasters/theme/s03-theme3.xml" ContentType="application/vnd.openxmlformats-officedocument.theme+xml"/>
  <Override PartName="/ppt/s03-presProps.xml" ContentType="application/vnd.openxmlformats-officedocument.presentationml.presProps+xml"/>
  <Override PartName="/ppt/s03-tableStyles.xml" ContentType="application/vnd.openxmlformats-officedocument.presentationml.tableStyles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s03-chart1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s03-chart2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docProps/s04-app.xml" ContentType="application/vnd.openxmlformats-officedocument.extended-properties+xml"/>
  <Override PartName="/ppt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s04-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5.xml" ContentType="application/vnd.openxmlformats-officedocument.presentationml.notesMaster+xml"/>
  <Override PartName="/ppt/notesMasters/theme/s04-theme3.xml" ContentType="application/vnd.openxmlformats-officedocument.theme+xml"/>
  <Override PartName="/ppt/s04-presProps.xml" ContentType="application/vnd.openxmlformats-officedocument.presentationml.presProps+xml"/>
  <Override PartName="/ppt/s04-tableStyles.xml" ContentType="application/vnd.openxmlformats-officedocument.presentationml.tableStyles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slides/charts/s04-chart1.xml" ContentType="application/vnd.openxmlformats-officedocument.drawingml.chart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docProps/s05-app.xml" ContentType="application/vnd.openxmlformats-officedocument.extended-properties+xml"/>
  <Override PartName="/ppt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s05-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6.xml" ContentType="application/vnd.openxmlformats-officedocument.presentationml.notesMaster+xml"/>
  <Override PartName="/ppt/notesMasters/theme/s05-theme3.xml" ContentType="application/vnd.openxmlformats-officedocument.theme+xml"/>
  <Override PartName="/ppt/s05-presProps.xml" ContentType="application/vnd.openxmlformats-officedocument.presentationml.presProps+xml"/>
  <Override PartName="/ppt/s05-tableStyles.xml" ContentType="application/vnd.openxmlformats-officedocument.presentationml.tableStyles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slides/charts/s05-chart1.xml" ContentType="application/vnd.openxmlformats-officedocument.drawingml.chart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docProps/s06-app.xml" ContentType="application/vnd.openxmlformats-officedocument.extended-properties+xml"/>
  <Override PartName="/ppt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s06-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Masters/notesMaster7.xml" ContentType="application/vnd.openxmlformats-officedocument.presentationml.notesMaster+xml"/>
  <Override PartName="/ppt/notesMasters/theme/s06-theme3.xml" ContentType="application/vnd.openxmlformats-officedocument.theme+xml"/>
  <Override PartName="/ppt/s06-presProps.xml" ContentType="application/vnd.openxmlformats-officedocument.presentationml.presProps+xml"/>
  <Override PartName="/ppt/s06-tableStyles.xml" ContentType="application/vnd.openxmlformats-officedocument.presentationml.tableStyles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slides/charts/s06-chart1.xml" ContentType="application/vnd.openxmlformats-officedocument.drawingml.chart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slides/charts/s06-chart2.xml" ContentType="application/vnd.openxmlformats-officedocument.drawingml.chart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docProps/s07-app.xml" ContentType="application/vnd.openxmlformats-officedocument.extended-properties+xml"/>
  <Override PartName="/ppt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s07-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notesMasters/notesMaster8.xml" ContentType="application/vnd.openxmlformats-officedocument.presentationml.notesMaster+xml"/>
  <Override PartName="/ppt/notesMasters/theme/s07-theme3.xml" ContentType="application/vnd.openxmlformats-officedocument.theme+xml"/>
  <Override PartName="/ppt/s07-presProps.xml" ContentType="application/vnd.openxmlformats-officedocument.presentationml.presProps+xml"/>
  <Override PartName="/ppt/s07-tableStyles.xml" ContentType="application/vnd.openxmlformats-officedocument.presentationml.tableStyles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slides/charts/s07-chart1.xml" ContentType="application/vnd.openxmlformats-officedocument.drawingml.chart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slides/charts/s07-chart2.xml" ContentType="application/vnd.openxmlformats-officedocument.drawingml.chart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slides/charts/s07-chart3.xml" ContentType="application/vnd.openxmlformats-officedocument.drawingml.chart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slides/charts/s07-chart4.xml" ContentType="application/vnd.openxmlformats-officedocument.drawingml.chart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slides/charts/s07-chart5.xml" ContentType="application/vnd.openxmlformats-officedocument.drawingml.chart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slides/charts/s07-chart6.xml" ContentType="application/vnd.openxmlformats-officedocument.drawingml.chart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docProps/s08-app.xml" ContentType="application/vnd.openxmlformats-officedocument.extended-properties+xml"/>
  <Override PartName="/ppt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s08-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Masters/notesMaster9.xml" ContentType="application/vnd.openxmlformats-officedocument.presentationml.notesMaster+xml"/>
  <Override PartName="/ppt/notesMasters/theme/s08-theme3.xml" ContentType="application/vnd.openxmlformats-officedocument.theme+xml"/>
  <Override PartName="/ppt/s08-presProps.xml" ContentType="application/vnd.openxmlformats-officedocument.presentationml.presProps+xml"/>
  <Override PartName="/ppt/s08-tableStyles.xml" ContentType="application/vnd.openxmlformats-officedocument.presentationml.tableStyles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slides/charts/s08-chart1.xml" ContentType="application/vnd.openxmlformats-officedocument.drawingml.chart+xml"/>
  <Override PartName="/ppt/slides/charts/s08-chart2.xml" ContentType="application/vnd.openxmlformats-officedocument.drawingml.chart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slides/charts/s08-chart3.xml" ContentType="application/vnd.openxmlformats-officedocument.drawingml.chart+xml"/>
  <Override PartName="/ppt/slides/charts/s08-chart4.xml" ContentType="application/vnd.openxmlformats-officedocument.drawingml.chart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slides/charts/s08-chart5.xml" ContentType="application/vnd.openxmlformats-officedocument.drawingml.chart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slides/charts/s08-chart6.xml" ContentType="application/vnd.openxmlformats-officedocument.drawingml.chart+xml"/>
  <Override PartName="/ppt/slides/charts/s08-chart7.xml" ContentType="application/vnd.openxmlformats-officedocument.drawingml.chart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docProps/s09-app.xml" ContentType="application/vnd.openxmlformats-officedocument.extended-properties+xml"/>
  <Override PartName="/ppt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s09-theme2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Masters/notesMaster10.xml" ContentType="application/vnd.openxmlformats-officedocument.presentationml.notesMaster+xml"/>
  <Override PartName="/ppt/notesMasters/theme/s09-theme3.xml" ContentType="application/vnd.openxmlformats-officedocument.theme+xml"/>
  <Override PartName="/ppt/s09-presProps.xml" ContentType="application/vnd.openxmlformats-officedocument.presentationml.presProps+xml"/>
  <Override PartName="/ppt/s09-tableStyles.xml" ContentType="application/vnd.openxmlformats-officedocument.presentationml.tableStyles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slides/charts/s09-chart1.xml" ContentType="application/vnd.openxmlformats-officedocument.drawingml.chart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slides/charts/s09-chart2.xml" ContentType="application/vnd.openxmlformats-officedocument.drawingml.chart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docProps/s10-app.xml" ContentType="application/vnd.openxmlformats-officedocument.extended-properties+xml"/>
  <Override PartName="/ppt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s10-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notesMasters/notesMaster11.xml" ContentType="application/vnd.openxmlformats-officedocument.presentationml.notesMaster+xml"/>
  <Override PartName="/ppt/notesMasters/theme/s10-theme3.xml" ContentType="application/vnd.openxmlformats-officedocument.theme+xml"/>
  <Override PartName="/ppt/s10-presProps.xml" ContentType="application/vnd.openxmlformats-officedocument.presentationml.presProps+xml"/>
  <Override PartName="/ppt/s10-tableStyles.xml" ContentType="application/vnd.openxmlformats-officedocument.presentationml.tableStyles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docProps/s11-app.xml" ContentType="application/vnd.openxmlformats-officedocument.extended-properties+xml"/>
  <Override PartName="/ppt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s11-theme2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notesMasters/notesMaster12.xml" ContentType="application/vnd.openxmlformats-officedocument.presentationml.notesMaster+xml"/>
  <Override PartName="/ppt/notesMasters/theme/s11-theme3.xml" ContentType="application/vnd.openxmlformats-officedocument.theme+xml"/>
  <Override PartName="/ppt/s11-presProps.xml" ContentType="application/vnd.openxmlformats-officedocument.presentationml.presProps+xml"/>
  <Override PartName="/ppt/s11-tableStyles.xml" ContentType="application/vnd.openxmlformats-officedocument.presentationml.tableStyles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docProps/s12-app.xml" ContentType="application/vnd.openxmlformats-officedocument.extended-properties+xml"/>
  <Override PartName="/ppt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s12-theme2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Masters/notesMaster13.xml" ContentType="application/vnd.openxmlformats-officedocument.presentationml.notesMaster+xml"/>
  <Override PartName="/ppt/notesMasters/theme/s12-theme3.xml" ContentType="application/vnd.openxmlformats-officedocument.theme+xml"/>
  <Override PartName="/ppt/s12-presProps.xml" ContentType="application/vnd.openxmlformats-officedocument.presentationml.presProps+xml"/>
  <Override PartName="/ppt/s12-tableStyles.xml" ContentType="application/vnd.openxmlformats-officedocument.presentationml.tableStyles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slides/charts/s12-chart1.xml" ContentType="application/vnd.openxmlformats-officedocument.drawingml.chart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docProps/s13-app.xml" ContentType="application/vnd.openxmlformats-officedocument.extended-properties+xml"/>
  <Override PartName="/ppt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s13-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notesMasters/notesMaster14.xml" ContentType="application/vnd.openxmlformats-officedocument.presentationml.notesMaster+xml"/>
  <Override PartName="/ppt/notesMasters/theme/s13-theme3.xml" ContentType="application/vnd.openxmlformats-officedocument.theme+xml"/>
  <Override PartName="/ppt/s13-presProps.xml" ContentType="application/vnd.openxmlformats-officedocument.presentationml.presProps+xml"/>
  <Override PartName="/ppt/s13-tableStyles.xml" ContentType="application/vnd.openxmlformats-officedocument.presentationml.tableStyles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slides/charts/s13-chart1.xml" ContentType="application/vnd.openxmlformats-officedocument.drawingml.chart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docProps/s14-app.xml" ContentType="application/vnd.openxmlformats-officedocument.extended-properties+xml"/>
  <Override PartName="/ppt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s14-theme2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notesMasters/notesMaster15.xml" ContentType="application/vnd.openxmlformats-officedocument.presentationml.notesMaster+xml"/>
  <Override PartName="/ppt/notesMasters/theme/s14-theme3.xml" ContentType="application/vnd.openxmlformats-officedocument.theme+xml"/>
  <Override PartName="/ppt/s14-presProps.xml" ContentType="application/vnd.openxmlformats-officedocument.presentationml.presProps+xml"/>
  <Override PartName="/ppt/s14-tableStyles.xml" ContentType="application/vnd.openxmlformats-officedocument.presentationml.tableStyles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docProps/s00-core.xml" Id="R68e6105ef8324a34"/><Relationship Type="http://schemas.openxmlformats.org/officeDocument/2006/relationships/extended-properties" Target="docProps/s00-app.xml" Id="R58fb5efab3d34882"/><Relationship Type="http://schemas.openxmlformats.org/officeDocument/2006/relationships/officeDocument" Target="ppt/presentation.xml" Id="Rdd8ac56428d446c2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  <p:sldMasterId id="2147483649" r:id="rId10"/>
    <p:sldMasterId id="2147483650" r:id="rId24"/>
    <p:sldMasterId id="2147483651" r:id="rId44"/>
    <p:sldMasterId id="2147483652" r:id="rId64"/>
    <p:sldMasterId id="2147483653" r:id="rId80"/>
    <p:sldMasterId id="2147483654" r:id="rId106"/>
    <p:sldMasterId id="2147483655" r:id="rId124"/>
    <p:sldMasterId id="2147483656" r:id="rId148"/>
    <p:sldMasterId id="2147483657" r:id="rId166"/>
    <p:sldMasterId id="2147483658" r:id="rId190"/>
    <p:sldMasterId id="2147483659" r:id="rId218"/>
    <p:sldMasterId id="2147483660" r:id="rId232"/>
    <p:sldMasterId id="2147483661" r:id="rId244"/>
    <p:sldMasterId id="2147483662" r:id="rId256"/>
  </p:sldMasterIdLst>
  <p:notesMasterIdLst>
    <p:notesMasterId r:id="rId3"/>
    <p:notesMasterId r:id="rId11"/>
    <p:notesMasterId r:id="rId25"/>
    <p:notesMasterId r:id="rId45"/>
    <p:notesMasterId r:id="rId65"/>
    <p:notesMasterId r:id="rId81"/>
    <p:notesMasterId r:id="rId107"/>
    <p:notesMasterId r:id="rId125"/>
    <p:notesMasterId r:id="rId149"/>
    <p:notesMasterId r:id="rId167"/>
    <p:notesMasterId r:id="rId191"/>
    <p:notesMasterId r:id="rId219"/>
    <p:notesMasterId r:id="rId233"/>
    <p:notesMasterId r:id="rId245"/>
    <p:notesMasterId r:id="rId257"/>
  </p:notesMasterIdLst>
  <p:sldIdLst>
    <p:sldId id="256" r:id="rId6"/>
    <p:sldId id="257" r:id="rId7"/>
    <p:sldId id="258" r:id="rId8"/>
    <p:sldId id="259" r:id="rId9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2"/>
    <p:sldId id="323" r:id="rId83"/>
    <p:sldId id="324" r:id="rId84"/>
    <p:sldId id="325" r:id="rId85"/>
    <p:sldId id="326" r:id="rId86"/>
    <p:sldId id="327" r:id="rId87"/>
    <p:sldId id="328" r:id="rId88"/>
    <p:sldId id="329" r:id="rId89"/>
    <p:sldId id="330" r:id="rId90"/>
    <p:sldId id="331" r:id="rId91"/>
    <p:sldId id="332" r:id="rId92"/>
    <p:sldId id="333" r:id="rId93"/>
    <p:sldId id="334" r:id="rId94"/>
    <p:sldId id="335" r:id="rId95"/>
    <p:sldId id="336" r:id="rId96"/>
    <p:sldId id="337" r:id="rId97"/>
    <p:sldId id="338" r:id="rId98"/>
    <p:sldId id="339" r:id="rId99"/>
    <p:sldId id="340" r:id="rId100"/>
    <p:sldId id="341" r:id="rId101"/>
    <p:sldId id="342" r:id="rId102"/>
    <p:sldId id="343" r:id="rId103"/>
    <p:sldId id="344" r:id="rId104"/>
    <p:sldId id="345" r:id="rId105"/>
    <p:sldId id="346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57" r:id="rId119"/>
    <p:sldId id="358" r:id="rId120"/>
    <p:sldId id="359" r:id="rId121"/>
    <p:sldId id="360" r:id="rId122"/>
    <p:sldId id="361" r:id="rId123"/>
    <p:sldId id="362" r:id="rId126"/>
    <p:sldId id="363" r:id="rId127"/>
    <p:sldId id="364" r:id="rId128"/>
    <p:sldId id="365" r:id="rId129"/>
    <p:sldId id="366" r:id="rId130"/>
    <p:sldId id="367" r:id="rId131"/>
    <p:sldId id="368" r:id="rId132"/>
    <p:sldId id="369" r:id="rId133"/>
    <p:sldId id="370" r:id="rId134"/>
    <p:sldId id="371" r:id="rId135"/>
    <p:sldId id="372" r:id="rId136"/>
    <p:sldId id="373" r:id="rId137"/>
    <p:sldId id="374" r:id="rId138"/>
    <p:sldId id="375" r:id="rId139"/>
    <p:sldId id="376" r:id="rId140"/>
    <p:sldId id="377" r:id="rId141"/>
    <p:sldId id="378" r:id="rId142"/>
    <p:sldId id="379" r:id="rId143"/>
    <p:sldId id="380" r:id="rId144"/>
    <p:sldId id="381" r:id="rId145"/>
    <p:sldId id="382" r:id="rId146"/>
    <p:sldId id="383" r:id="rId147"/>
    <p:sldId id="384" r:id="rId150"/>
    <p:sldId id="385" r:id="rId151"/>
    <p:sldId id="386" r:id="rId152"/>
    <p:sldId id="387" r:id="rId153"/>
    <p:sldId id="388" r:id="rId154"/>
    <p:sldId id="389" r:id="rId155"/>
    <p:sldId id="390" r:id="rId156"/>
    <p:sldId id="391" r:id="rId157"/>
    <p:sldId id="392" r:id="rId158"/>
    <p:sldId id="393" r:id="rId159"/>
    <p:sldId id="394" r:id="rId160"/>
    <p:sldId id="395" r:id="rId161"/>
    <p:sldId id="396" r:id="rId162"/>
    <p:sldId id="397" r:id="rId163"/>
    <p:sldId id="398" r:id="rId164"/>
    <p:sldId id="399" r:id="rId165"/>
    <p:sldId id="400" r:id="rId168"/>
    <p:sldId id="401" r:id="rId169"/>
    <p:sldId id="402" r:id="rId170"/>
    <p:sldId id="403" r:id="rId171"/>
    <p:sldId id="404" r:id="rId172"/>
    <p:sldId id="405" r:id="rId173"/>
    <p:sldId id="406" r:id="rId174"/>
    <p:sldId id="407" r:id="rId175"/>
    <p:sldId id="408" r:id="rId176"/>
    <p:sldId id="409" r:id="rId177"/>
    <p:sldId id="410" r:id="rId178"/>
    <p:sldId id="411" r:id="rId179"/>
    <p:sldId id="412" r:id="rId180"/>
    <p:sldId id="413" r:id="rId181"/>
    <p:sldId id="414" r:id="rId182"/>
    <p:sldId id="415" r:id="rId183"/>
    <p:sldId id="416" r:id="rId184"/>
    <p:sldId id="417" r:id="rId185"/>
    <p:sldId id="418" r:id="rId186"/>
    <p:sldId id="419" r:id="rId187"/>
    <p:sldId id="420" r:id="rId188"/>
    <p:sldId id="421" r:id="rId189"/>
    <p:sldId id="422" r:id="rId192"/>
    <p:sldId id="423" r:id="rId193"/>
    <p:sldId id="424" r:id="rId194"/>
    <p:sldId id="425" r:id="rId195"/>
    <p:sldId id="426" r:id="rId196"/>
    <p:sldId id="427" r:id="rId197"/>
    <p:sldId id="428" r:id="rId198"/>
    <p:sldId id="429" r:id="rId199"/>
    <p:sldId id="430" r:id="rId200"/>
    <p:sldId id="431" r:id="rId201"/>
    <p:sldId id="432" r:id="rId202"/>
    <p:sldId id="433" r:id="rId203"/>
    <p:sldId id="434" r:id="rId204"/>
    <p:sldId id="435" r:id="rId205"/>
    <p:sldId id="436" r:id="rId206"/>
    <p:sldId id="437" r:id="rId207"/>
    <p:sldId id="438" r:id="rId208"/>
    <p:sldId id="439" r:id="rId209"/>
    <p:sldId id="440" r:id="rId210"/>
    <p:sldId id="441" r:id="rId211"/>
    <p:sldId id="442" r:id="rId212"/>
    <p:sldId id="443" r:id="rId213"/>
    <p:sldId id="444" r:id="rId214"/>
    <p:sldId id="445" r:id="rId215"/>
    <p:sldId id="446" r:id="rId216"/>
    <p:sldId id="447" r:id="rId217"/>
    <p:sldId id="448" r:id="rId220"/>
    <p:sldId id="449" r:id="rId221"/>
    <p:sldId id="450" r:id="rId222"/>
    <p:sldId id="451" r:id="rId223"/>
    <p:sldId id="452" r:id="rId224"/>
    <p:sldId id="453" r:id="rId225"/>
    <p:sldId id="454" r:id="rId226"/>
    <p:sldId id="455" r:id="rId227"/>
    <p:sldId id="456" r:id="rId228"/>
    <p:sldId id="457" r:id="rId229"/>
    <p:sldId id="458" r:id="rId230"/>
    <p:sldId id="459" r:id="rId231"/>
    <p:sldId id="460" r:id="rId234"/>
    <p:sldId id="461" r:id="rId235"/>
    <p:sldId id="462" r:id="rId236"/>
    <p:sldId id="463" r:id="rId237"/>
    <p:sldId id="464" r:id="rId238"/>
    <p:sldId id="465" r:id="rId239"/>
    <p:sldId id="466" r:id="rId240"/>
    <p:sldId id="467" r:id="rId241"/>
    <p:sldId id="468" r:id="rId242"/>
    <p:sldId id="469" r:id="rId243"/>
    <p:sldId id="470" r:id="rId246"/>
    <p:sldId id="471" r:id="rId247"/>
    <p:sldId id="472" r:id="rId248"/>
    <p:sldId id="473" r:id="rId249"/>
    <p:sldId id="474" r:id="rId250"/>
    <p:sldId id="475" r:id="rId251"/>
    <p:sldId id="476" r:id="rId252"/>
    <p:sldId id="477" r:id="rId253"/>
    <p:sldId id="478" r:id="rId254"/>
    <p:sldId id="479" r:id="rId255"/>
    <p:sldId id="480" r:id="rId258"/>
    <p:sldId id="481" r:id="rId259"/>
    <p:sldId id="482" r:id="rId260"/>
    <p:sldId id="483" r:id="rId261"/>
    <p:sldId id="484" r:id="rId262"/>
    <p:sldId id="485" r:id="rId263"/>
    <p:sldId id="486" r:id="rId264"/>
    <p:sldId id="487" r:id="rId265"/>
    <p:sldId id="488" r:id="rId266"/>
    <p:sldId id="489" r:id="rId267"/>
    <p:sldId id="490" r:id="rId268"/>
    <p:sldId id="491" r:id="rId269"/>
    <p:sldId id="492" r:id="rId270"/>
    <p:sldId id="493" r:id="rId271"/>
    <p:sldId id="494" r:id="rId272"/>
    <p:sldId id="495" r:id="rId273"/>
  </p:sldIdLst>
  <p:sldSz cx="15240000" cy="8572500"/>
  <p:notesSz cx="6858000" cy="9144000"/>
</p:presentation>
</file>

<file path=ppt/s00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0-tableStyles.xml><?xml version="1.0" encoding="utf-8"?>
<a:tblStyleLst xmlns:a="http://schemas.openxmlformats.org/drawingml/2006/main" def="{5C22544A-7EE6-4342-B048-85BDC9FD1C3A}"/>
</file>

<file path=ppt/s01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1-tableStyles.xml><?xml version="1.0" encoding="utf-8"?>
<a:tblStyleLst xmlns:a="http://schemas.openxmlformats.org/drawingml/2006/main" def="{5C22544A-7EE6-4342-B048-85BDC9FD1C3A}"/>
</file>

<file path=ppt/s02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2-tableStyles.xml><?xml version="1.0" encoding="utf-8"?>
<a:tblStyleLst xmlns:a="http://schemas.openxmlformats.org/drawingml/2006/main" def="{5C22544A-7EE6-4342-B048-85BDC9FD1C3A}"/>
</file>

<file path=ppt/s03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3-tableStyles.xml><?xml version="1.0" encoding="utf-8"?>
<a:tblStyleLst xmlns:a="http://schemas.openxmlformats.org/drawingml/2006/main" def="{5C22544A-7EE6-4342-B048-85BDC9FD1C3A}"/>
</file>

<file path=ppt/s04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4-tableStyles.xml><?xml version="1.0" encoding="utf-8"?>
<a:tblStyleLst xmlns:a="http://schemas.openxmlformats.org/drawingml/2006/main" def="{5C22544A-7EE6-4342-B048-85BDC9FD1C3A}"/>
</file>

<file path=ppt/s05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5-tableStyles.xml><?xml version="1.0" encoding="utf-8"?>
<a:tblStyleLst xmlns:a="http://schemas.openxmlformats.org/drawingml/2006/main" def="{5C22544A-7EE6-4342-B048-85BDC9FD1C3A}"/>
</file>

<file path=ppt/s06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6-tableStyles.xml><?xml version="1.0" encoding="utf-8"?>
<a:tblStyleLst xmlns:a="http://schemas.openxmlformats.org/drawingml/2006/main" def="{5C22544A-7EE6-4342-B048-85BDC9FD1C3A}"/>
</file>

<file path=ppt/s07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7-tableStyles.xml><?xml version="1.0" encoding="utf-8"?>
<a:tblStyleLst xmlns:a="http://schemas.openxmlformats.org/drawingml/2006/main" def="{5C22544A-7EE6-4342-B048-85BDC9FD1C3A}"/>
</file>

<file path=ppt/s08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8-tableStyles.xml><?xml version="1.0" encoding="utf-8"?>
<a:tblStyleLst xmlns:a="http://schemas.openxmlformats.org/drawingml/2006/main" def="{5C22544A-7EE6-4342-B048-85BDC9FD1C3A}"/>
</file>

<file path=ppt/s09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9-tableStyles.xml><?xml version="1.0" encoding="utf-8"?>
<a:tblStyleLst xmlns:a="http://schemas.openxmlformats.org/drawingml/2006/main" def="{5C22544A-7EE6-4342-B048-85BDC9FD1C3A}"/>
</file>

<file path=ppt/s10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0-tableStyles.xml><?xml version="1.0" encoding="utf-8"?>
<a:tblStyleLst xmlns:a="http://schemas.openxmlformats.org/drawingml/2006/main" def="{5C22544A-7EE6-4342-B048-85BDC9FD1C3A}"/>
</file>

<file path=ppt/s11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1-tableStyles.xml><?xml version="1.0" encoding="utf-8"?>
<a:tblStyleLst xmlns:a="http://schemas.openxmlformats.org/drawingml/2006/main" def="{5C22544A-7EE6-4342-B048-85BDC9FD1C3A}"/>
</file>

<file path=ppt/s12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2-tableStyles.xml><?xml version="1.0" encoding="utf-8"?>
<a:tblStyleLst xmlns:a="http://schemas.openxmlformats.org/drawingml/2006/main" def="{5C22544A-7EE6-4342-B048-85BDC9FD1C3A}"/>
</file>

<file path=ppt/s13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3-tableStyles.xml><?xml version="1.0" encoding="utf-8"?>
<a:tblStyleLst xmlns:a="http://schemas.openxmlformats.org/drawingml/2006/main" def="{5C22544A-7EE6-4342-B048-85BDC9FD1C3A}"/>
</file>

<file path=ppt/s14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4-tableStyles.xml><?xml version="1.0" encoding="utf-8"?>
<a:tblStyleLst xmlns:a="http://schemas.openxmlformats.org/drawingml/2006/main" def="{5C22544A-7EE6-4342-B048-85BDC9FD1C3A}"/>
</file>

<file path=ppt/_rels/presentation.xml.rels><Relationships xmlns="http://schemas.openxmlformats.org/package/2006/relationships"><Relationship Type="http://schemas.openxmlformats.org/officeDocument/2006/relationships/theme" Target="theme/theme1.xml" Id="rId1"/><Relationship Type="http://schemas.openxmlformats.org/officeDocument/2006/relationships/slideMaster" Target="slideMasters/slideMaster1.xml" Id="rId2"/><Relationship Type="http://schemas.openxmlformats.org/officeDocument/2006/relationships/notesMaster" Target="notesMasters/notesMaster1.xml" Id="rId3"/><Relationship Type="http://schemas.openxmlformats.org/officeDocument/2006/relationships/presProps" Target="s00-presProps.xml" Id="rId4"/><Relationship Type="http://schemas.openxmlformats.org/officeDocument/2006/relationships/tableStyles" Target="s00-tableStyles.xml" Id="rId5"/><Relationship Type="http://schemas.openxmlformats.org/officeDocument/2006/relationships/slide" Target="slides/slide1.xml" Id="rId6"/><Relationship Type="http://schemas.openxmlformats.org/officeDocument/2006/relationships/slide" Target="slides/slide2.xml" Id="rId7"/><Relationship Type="http://schemas.openxmlformats.org/officeDocument/2006/relationships/slide" Target="slides/slide3.xml" Id="rId8"/><Relationship Type="http://schemas.openxmlformats.org/officeDocument/2006/relationships/slide" Target="slides/slide4.xml" Id="rId9"/><Relationship Type="http://schemas.openxmlformats.org/officeDocument/2006/relationships/slideMaster" Target="slideMasters/slideMaster2.xml" Id="rId10"/><Relationship Type="http://schemas.openxmlformats.org/officeDocument/2006/relationships/notesMaster" Target="notesMasters/notesMaster2.xml" Id="rId11"/><Relationship Type="http://schemas.openxmlformats.org/officeDocument/2006/relationships/slide" Target="slides/slide5.xml" Id="rId12"/><Relationship Type="http://schemas.openxmlformats.org/officeDocument/2006/relationships/slide" Target="slides/slide6.xml" Id="rId13"/><Relationship Type="http://schemas.openxmlformats.org/officeDocument/2006/relationships/slide" Target="slides/slide7.xml" Id="rId14"/><Relationship Type="http://schemas.openxmlformats.org/officeDocument/2006/relationships/slide" Target="slides/slide8.xml" Id="rId15"/><Relationship Type="http://schemas.openxmlformats.org/officeDocument/2006/relationships/slide" Target="slides/slide9.xml" Id="rId16"/><Relationship Type="http://schemas.openxmlformats.org/officeDocument/2006/relationships/slide" Target="slides/slide10.xml" Id="rId17"/><Relationship Type="http://schemas.openxmlformats.org/officeDocument/2006/relationships/slide" Target="slides/slide11.xml" Id="rId18"/><Relationship Type="http://schemas.openxmlformats.org/officeDocument/2006/relationships/slide" Target="slides/slide12.xml" Id="rId19"/><Relationship Type="http://schemas.openxmlformats.org/officeDocument/2006/relationships/slide" Target="slides/slide13.xml" Id="rId20"/><Relationship Type="http://schemas.openxmlformats.org/officeDocument/2006/relationships/slide" Target="slides/slide14.xml" Id="rId21"/><Relationship Type="http://schemas.openxmlformats.org/officeDocument/2006/relationships/slide" Target="slides/slide15.xml" Id="rId22"/><Relationship Type="http://schemas.openxmlformats.org/officeDocument/2006/relationships/slide" Target="slides/slide16.xml" Id="rId23"/><Relationship Type="http://schemas.openxmlformats.org/officeDocument/2006/relationships/slideMaster" Target="slideMasters/slideMaster3.xml" Id="rId24"/><Relationship Type="http://schemas.openxmlformats.org/officeDocument/2006/relationships/notesMaster" Target="notesMasters/notesMaster3.xml" Id="rId25"/><Relationship Type="http://schemas.openxmlformats.org/officeDocument/2006/relationships/slide" Target="slides/slide17.xml" Id="rId26"/><Relationship Type="http://schemas.openxmlformats.org/officeDocument/2006/relationships/slide" Target="slides/slide18.xml" Id="rId27"/><Relationship Type="http://schemas.openxmlformats.org/officeDocument/2006/relationships/slide" Target="slides/slide19.xml" Id="rId28"/><Relationship Type="http://schemas.openxmlformats.org/officeDocument/2006/relationships/slide" Target="slides/slide20.xml" Id="rId29"/><Relationship Type="http://schemas.openxmlformats.org/officeDocument/2006/relationships/slide" Target="slides/slide21.xml" Id="rId30"/><Relationship Type="http://schemas.openxmlformats.org/officeDocument/2006/relationships/slide" Target="slides/slide22.xml" Id="rId31"/><Relationship Type="http://schemas.openxmlformats.org/officeDocument/2006/relationships/slide" Target="slides/slide23.xml" Id="rId32"/><Relationship Type="http://schemas.openxmlformats.org/officeDocument/2006/relationships/slide" Target="slides/slide24.xml" Id="rId33"/><Relationship Type="http://schemas.openxmlformats.org/officeDocument/2006/relationships/slide" Target="slides/slide25.xml" Id="rId34"/><Relationship Type="http://schemas.openxmlformats.org/officeDocument/2006/relationships/slide" Target="slides/slide26.xml" Id="rId35"/><Relationship Type="http://schemas.openxmlformats.org/officeDocument/2006/relationships/slide" Target="slides/slide27.xml" Id="rId36"/><Relationship Type="http://schemas.openxmlformats.org/officeDocument/2006/relationships/slide" Target="slides/slide28.xml" Id="rId37"/><Relationship Type="http://schemas.openxmlformats.org/officeDocument/2006/relationships/slide" Target="slides/slide29.xml" Id="rId38"/><Relationship Type="http://schemas.openxmlformats.org/officeDocument/2006/relationships/slide" Target="slides/slide30.xml" Id="rId39"/><Relationship Type="http://schemas.openxmlformats.org/officeDocument/2006/relationships/slide" Target="slides/slide31.xml" Id="rId40"/><Relationship Type="http://schemas.openxmlformats.org/officeDocument/2006/relationships/slide" Target="slides/slide32.xml" Id="rId41"/><Relationship Type="http://schemas.openxmlformats.org/officeDocument/2006/relationships/slide" Target="slides/slide33.xml" Id="rId42"/><Relationship Type="http://schemas.openxmlformats.org/officeDocument/2006/relationships/slide" Target="slides/slide34.xml" Id="rId43"/><Relationship Type="http://schemas.openxmlformats.org/officeDocument/2006/relationships/slideMaster" Target="slideMasters/slideMaster4.xml" Id="rId44"/><Relationship Type="http://schemas.openxmlformats.org/officeDocument/2006/relationships/notesMaster" Target="notesMasters/notesMaster4.xml" Id="rId45"/><Relationship Type="http://schemas.openxmlformats.org/officeDocument/2006/relationships/slide" Target="slides/slide35.xml" Id="rId46"/><Relationship Type="http://schemas.openxmlformats.org/officeDocument/2006/relationships/slide" Target="slides/slide36.xml" Id="rId47"/><Relationship Type="http://schemas.openxmlformats.org/officeDocument/2006/relationships/slide" Target="slides/slide37.xml" Id="rId48"/><Relationship Type="http://schemas.openxmlformats.org/officeDocument/2006/relationships/slide" Target="slides/slide38.xml" Id="rId49"/><Relationship Type="http://schemas.openxmlformats.org/officeDocument/2006/relationships/slide" Target="slides/slide39.xml" Id="rId50"/><Relationship Type="http://schemas.openxmlformats.org/officeDocument/2006/relationships/slide" Target="slides/slide40.xml" Id="rId51"/><Relationship Type="http://schemas.openxmlformats.org/officeDocument/2006/relationships/slide" Target="slides/slide41.xml" Id="rId52"/><Relationship Type="http://schemas.openxmlformats.org/officeDocument/2006/relationships/slide" Target="slides/slide42.xml" Id="rId53"/><Relationship Type="http://schemas.openxmlformats.org/officeDocument/2006/relationships/slide" Target="slides/slide43.xml" Id="rId54"/><Relationship Type="http://schemas.openxmlformats.org/officeDocument/2006/relationships/slide" Target="slides/slide44.xml" Id="rId55"/><Relationship Type="http://schemas.openxmlformats.org/officeDocument/2006/relationships/slide" Target="slides/slide45.xml" Id="rId56"/><Relationship Type="http://schemas.openxmlformats.org/officeDocument/2006/relationships/slide" Target="slides/slide46.xml" Id="rId57"/><Relationship Type="http://schemas.openxmlformats.org/officeDocument/2006/relationships/slide" Target="slides/slide47.xml" Id="rId58"/><Relationship Type="http://schemas.openxmlformats.org/officeDocument/2006/relationships/slide" Target="slides/slide48.xml" Id="rId59"/><Relationship Type="http://schemas.openxmlformats.org/officeDocument/2006/relationships/slide" Target="slides/slide49.xml" Id="rId60"/><Relationship Type="http://schemas.openxmlformats.org/officeDocument/2006/relationships/slide" Target="slides/slide50.xml" Id="rId61"/><Relationship Type="http://schemas.openxmlformats.org/officeDocument/2006/relationships/slide" Target="slides/slide51.xml" Id="rId62"/><Relationship Type="http://schemas.openxmlformats.org/officeDocument/2006/relationships/slide" Target="slides/slide52.xml" Id="rId63"/><Relationship Type="http://schemas.openxmlformats.org/officeDocument/2006/relationships/slideMaster" Target="slideMasters/slideMaster5.xml" Id="rId64"/><Relationship Type="http://schemas.openxmlformats.org/officeDocument/2006/relationships/notesMaster" Target="notesMasters/notesMaster5.xml" Id="rId65"/><Relationship Type="http://schemas.openxmlformats.org/officeDocument/2006/relationships/slide" Target="slides/slide53.xml" Id="rId66"/><Relationship Type="http://schemas.openxmlformats.org/officeDocument/2006/relationships/slide" Target="slides/slide54.xml" Id="rId67"/><Relationship Type="http://schemas.openxmlformats.org/officeDocument/2006/relationships/slide" Target="slides/slide55.xml" Id="rId68"/><Relationship Type="http://schemas.openxmlformats.org/officeDocument/2006/relationships/slide" Target="slides/slide56.xml" Id="rId69"/><Relationship Type="http://schemas.openxmlformats.org/officeDocument/2006/relationships/slide" Target="slides/slide57.xml" Id="rId70"/><Relationship Type="http://schemas.openxmlformats.org/officeDocument/2006/relationships/slide" Target="slides/slide58.xml" Id="rId71"/><Relationship Type="http://schemas.openxmlformats.org/officeDocument/2006/relationships/slide" Target="slides/slide59.xml" Id="rId72"/><Relationship Type="http://schemas.openxmlformats.org/officeDocument/2006/relationships/slide" Target="slides/slide60.xml" Id="rId73"/><Relationship Type="http://schemas.openxmlformats.org/officeDocument/2006/relationships/slide" Target="slides/slide61.xml" Id="rId74"/><Relationship Type="http://schemas.openxmlformats.org/officeDocument/2006/relationships/slide" Target="slides/slide62.xml" Id="rId75"/><Relationship Type="http://schemas.openxmlformats.org/officeDocument/2006/relationships/slide" Target="slides/slide63.xml" Id="rId76"/><Relationship Type="http://schemas.openxmlformats.org/officeDocument/2006/relationships/slide" Target="slides/slide64.xml" Id="rId77"/><Relationship Type="http://schemas.openxmlformats.org/officeDocument/2006/relationships/slide" Target="slides/slide65.xml" Id="rId78"/><Relationship Type="http://schemas.openxmlformats.org/officeDocument/2006/relationships/slide" Target="slides/slide66.xml" Id="rId79"/><Relationship Type="http://schemas.openxmlformats.org/officeDocument/2006/relationships/slideMaster" Target="slideMasters/slideMaster6.xml" Id="rId80"/><Relationship Type="http://schemas.openxmlformats.org/officeDocument/2006/relationships/notesMaster" Target="notesMasters/notesMaster6.xml" Id="rId81"/><Relationship Type="http://schemas.openxmlformats.org/officeDocument/2006/relationships/slide" Target="slides/slide67.xml" Id="rId82"/><Relationship Type="http://schemas.openxmlformats.org/officeDocument/2006/relationships/slide" Target="slides/slide68.xml" Id="rId83"/><Relationship Type="http://schemas.openxmlformats.org/officeDocument/2006/relationships/slide" Target="slides/slide69.xml" Id="rId84"/><Relationship Type="http://schemas.openxmlformats.org/officeDocument/2006/relationships/slide" Target="slides/slide70.xml" Id="rId85"/><Relationship Type="http://schemas.openxmlformats.org/officeDocument/2006/relationships/slide" Target="slides/slide71.xml" Id="rId86"/><Relationship Type="http://schemas.openxmlformats.org/officeDocument/2006/relationships/slide" Target="slides/slide72.xml" Id="rId87"/><Relationship Type="http://schemas.openxmlformats.org/officeDocument/2006/relationships/slide" Target="slides/slide73.xml" Id="rId88"/><Relationship Type="http://schemas.openxmlformats.org/officeDocument/2006/relationships/slide" Target="slides/slide74.xml" Id="rId89"/><Relationship Type="http://schemas.openxmlformats.org/officeDocument/2006/relationships/slide" Target="slides/slide75.xml" Id="rId90"/><Relationship Type="http://schemas.openxmlformats.org/officeDocument/2006/relationships/slide" Target="slides/slide76.xml" Id="rId91"/><Relationship Type="http://schemas.openxmlformats.org/officeDocument/2006/relationships/slide" Target="slides/slide77.xml" Id="rId92"/><Relationship Type="http://schemas.openxmlformats.org/officeDocument/2006/relationships/slide" Target="slides/slide78.xml" Id="rId93"/><Relationship Type="http://schemas.openxmlformats.org/officeDocument/2006/relationships/slide" Target="slides/slide79.xml" Id="rId94"/><Relationship Type="http://schemas.openxmlformats.org/officeDocument/2006/relationships/slide" Target="slides/slide80.xml" Id="rId95"/><Relationship Type="http://schemas.openxmlformats.org/officeDocument/2006/relationships/slide" Target="slides/slide81.xml" Id="rId96"/><Relationship Type="http://schemas.openxmlformats.org/officeDocument/2006/relationships/slide" Target="slides/slide82.xml" Id="rId97"/><Relationship Type="http://schemas.openxmlformats.org/officeDocument/2006/relationships/slide" Target="slides/slide83.xml" Id="rId98"/><Relationship Type="http://schemas.openxmlformats.org/officeDocument/2006/relationships/slide" Target="slides/slide84.xml" Id="rId99"/><Relationship Type="http://schemas.openxmlformats.org/officeDocument/2006/relationships/slide" Target="slides/slide85.xml" Id="rId100"/><Relationship Type="http://schemas.openxmlformats.org/officeDocument/2006/relationships/slide" Target="slides/slide86.xml" Id="rId101"/><Relationship Type="http://schemas.openxmlformats.org/officeDocument/2006/relationships/slide" Target="slides/slide87.xml" Id="rId102"/><Relationship Type="http://schemas.openxmlformats.org/officeDocument/2006/relationships/slide" Target="slides/slide88.xml" Id="rId103"/><Relationship Type="http://schemas.openxmlformats.org/officeDocument/2006/relationships/slide" Target="slides/slide89.xml" Id="rId104"/><Relationship Type="http://schemas.openxmlformats.org/officeDocument/2006/relationships/slide" Target="slides/slide90.xml" Id="rId105"/><Relationship Type="http://schemas.openxmlformats.org/officeDocument/2006/relationships/slideMaster" Target="slideMasters/slideMaster7.xml" Id="rId106"/><Relationship Type="http://schemas.openxmlformats.org/officeDocument/2006/relationships/notesMaster" Target="notesMasters/notesMaster7.xml" Id="rId107"/><Relationship Type="http://schemas.openxmlformats.org/officeDocument/2006/relationships/slide" Target="slides/slide91.xml" Id="rId108"/><Relationship Type="http://schemas.openxmlformats.org/officeDocument/2006/relationships/slide" Target="slides/slide92.xml" Id="rId109"/><Relationship Type="http://schemas.openxmlformats.org/officeDocument/2006/relationships/slide" Target="slides/slide93.xml" Id="rId110"/><Relationship Type="http://schemas.openxmlformats.org/officeDocument/2006/relationships/slide" Target="slides/slide94.xml" Id="rId111"/><Relationship Type="http://schemas.openxmlformats.org/officeDocument/2006/relationships/slide" Target="slides/slide95.xml" Id="rId112"/><Relationship Type="http://schemas.openxmlformats.org/officeDocument/2006/relationships/slide" Target="slides/slide96.xml" Id="rId113"/><Relationship Type="http://schemas.openxmlformats.org/officeDocument/2006/relationships/slide" Target="slides/slide97.xml" Id="rId114"/><Relationship Type="http://schemas.openxmlformats.org/officeDocument/2006/relationships/slide" Target="slides/slide98.xml" Id="rId115"/><Relationship Type="http://schemas.openxmlformats.org/officeDocument/2006/relationships/slide" Target="slides/slide99.xml" Id="rId116"/><Relationship Type="http://schemas.openxmlformats.org/officeDocument/2006/relationships/slide" Target="slides/slide100.xml" Id="rId117"/><Relationship Type="http://schemas.openxmlformats.org/officeDocument/2006/relationships/slide" Target="slides/slide101.xml" Id="rId118"/><Relationship Type="http://schemas.openxmlformats.org/officeDocument/2006/relationships/slide" Target="slides/slide102.xml" Id="rId119"/><Relationship Type="http://schemas.openxmlformats.org/officeDocument/2006/relationships/slide" Target="slides/slide103.xml" Id="rId120"/><Relationship Type="http://schemas.openxmlformats.org/officeDocument/2006/relationships/slide" Target="slides/slide104.xml" Id="rId121"/><Relationship Type="http://schemas.openxmlformats.org/officeDocument/2006/relationships/slide" Target="slides/slide105.xml" Id="rId122"/><Relationship Type="http://schemas.openxmlformats.org/officeDocument/2006/relationships/slide" Target="slides/slide106.xml" Id="rId123"/><Relationship Type="http://schemas.openxmlformats.org/officeDocument/2006/relationships/slideMaster" Target="slideMasters/slideMaster8.xml" Id="rId124"/><Relationship Type="http://schemas.openxmlformats.org/officeDocument/2006/relationships/notesMaster" Target="notesMasters/notesMaster8.xml" Id="rId125"/><Relationship Type="http://schemas.openxmlformats.org/officeDocument/2006/relationships/slide" Target="slides/slide107.xml" Id="rId126"/><Relationship Type="http://schemas.openxmlformats.org/officeDocument/2006/relationships/slide" Target="slides/slide108.xml" Id="rId127"/><Relationship Type="http://schemas.openxmlformats.org/officeDocument/2006/relationships/slide" Target="slides/slide109.xml" Id="rId128"/><Relationship Type="http://schemas.openxmlformats.org/officeDocument/2006/relationships/slide" Target="slides/slide110.xml" Id="rId129"/><Relationship Type="http://schemas.openxmlformats.org/officeDocument/2006/relationships/slide" Target="slides/slide111.xml" Id="rId130"/><Relationship Type="http://schemas.openxmlformats.org/officeDocument/2006/relationships/slide" Target="slides/slide112.xml" Id="rId131"/><Relationship Type="http://schemas.openxmlformats.org/officeDocument/2006/relationships/slide" Target="slides/slide113.xml" Id="rId132"/><Relationship Type="http://schemas.openxmlformats.org/officeDocument/2006/relationships/slide" Target="slides/slide114.xml" Id="rId133"/><Relationship Type="http://schemas.openxmlformats.org/officeDocument/2006/relationships/slide" Target="slides/slide115.xml" Id="rId134"/><Relationship Type="http://schemas.openxmlformats.org/officeDocument/2006/relationships/slide" Target="slides/slide116.xml" Id="rId135"/><Relationship Type="http://schemas.openxmlformats.org/officeDocument/2006/relationships/slide" Target="slides/slide117.xml" Id="rId136"/><Relationship Type="http://schemas.openxmlformats.org/officeDocument/2006/relationships/slide" Target="slides/slide118.xml" Id="rId137"/><Relationship Type="http://schemas.openxmlformats.org/officeDocument/2006/relationships/slide" Target="slides/slide119.xml" Id="rId138"/><Relationship Type="http://schemas.openxmlformats.org/officeDocument/2006/relationships/slide" Target="slides/slide120.xml" Id="rId139"/><Relationship Type="http://schemas.openxmlformats.org/officeDocument/2006/relationships/slide" Target="slides/slide121.xml" Id="rId140"/><Relationship Type="http://schemas.openxmlformats.org/officeDocument/2006/relationships/slide" Target="slides/slide122.xml" Id="rId141"/><Relationship Type="http://schemas.openxmlformats.org/officeDocument/2006/relationships/slide" Target="slides/slide123.xml" Id="rId142"/><Relationship Type="http://schemas.openxmlformats.org/officeDocument/2006/relationships/slide" Target="slides/slide124.xml" Id="rId143"/><Relationship Type="http://schemas.openxmlformats.org/officeDocument/2006/relationships/slide" Target="slides/slide125.xml" Id="rId144"/><Relationship Type="http://schemas.openxmlformats.org/officeDocument/2006/relationships/slide" Target="slides/slide126.xml" Id="rId145"/><Relationship Type="http://schemas.openxmlformats.org/officeDocument/2006/relationships/slide" Target="slides/slide127.xml" Id="rId146"/><Relationship Type="http://schemas.openxmlformats.org/officeDocument/2006/relationships/slide" Target="slides/slide128.xml" Id="rId147"/><Relationship Type="http://schemas.openxmlformats.org/officeDocument/2006/relationships/slideMaster" Target="slideMasters/slideMaster9.xml" Id="rId148"/><Relationship Type="http://schemas.openxmlformats.org/officeDocument/2006/relationships/notesMaster" Target="notesMasters/notesMaster9.xml" Id="rId149"/><Relationship Type="http://schemas.openxmlformats.org/officeDocument/2006/relationships/slide" Target="slides/slide129.xml" Id="rId150"/><Relationship Type="http://schemas.openxmlformats.org/officeDocument/2006/relationships/slide" Target="slides/slide130.xml" Id="rId151"/><Relationship Type="http://schemas.openxmlformats.org/officeDocument/2006/relationships/slide" Target="slides/slide131.xml" Id="rId152"/><Relationship Type="http://schemas.openxmlformats.org/officeDocument/2006/relationships/slide" Target="slides/slide132.xml" Id="rId153"/><Relationship Type="http://schemas.openxmlformats.org/officeDocument/2006/relationships/slide" Target="slides/slide133.xml" Id="rId154"/><Relationship Type="http://schemas.openxmlformats.org/officeDocument/2006/relationships/slide" Target="slides/slide134.xml" Id="rId155"/><Relationship Type="http://schemas.openxmlformats.org/officeDocument/2006/relationships/slide" Target="slides/slide135.xml" Id="rId156"/><Relationship Type="http://schemas.openxmlformats.org/officeDocument/2006/relationships/slide" Target="slides/slide136.xml" Id="rId157"/><Relationship Type="http://schemas.openxmlformats.org/officeDocument/2006/relationships/slide" Target="slides/slide137.xml" Id="rId158"/><Relationship Type="http://schemas.openxmlformats.org/officeDocument/2006/relationships/slide" Target="slides/slide138.xml" Id="rId159"/><Relationship Type="http://schemas.openxmlformats.org/officeDocument/2006/relationships/slide" Target="slides/slide139.xml" Id="rId160"/><Relationship Type="http://schemas.openxmlformats.org/officeDocument/2006/relationships/slide" Target="slides/slide140.xml" Id="rId161"/><Relationship Type="http://schemas.openxmlformats.org/officeDocument/2006/relationships/slide" Target="slides/slide141.xml" Id="rId162"/><Relationship Type="http://schemas.openxmlformats.org/officeDocument/2006/relationships/slide" Target="slides/slide142.xml" Id="rId163"/><Relationship Type="http://schemas.openxmlformats.org/officeDocument/2006/relationships/slide" Target="slides/slide143.xml" Id="rId164"/><Relationship Type="http://schemas.openxmlformats.org/officeDocument/2006/relationships/slide" Target="slides/slide144.xml" Id="rId165"/><Relationship Type="http://schemas.openxmlformats.org/officeDocument/2006/relationships/slideMaster" Target="slideMasters/slideMaster10.xml" Id="rId166"/><Relationship Type="http://schemas.openxmlformats.org/officeDocument/2006/relationships/notesMaster" Target="notesMasters/notesMaster10.xml" Id="rId167"/><Relationship Type="http://schemas.openxmlformats.org/officeDocument/2006/relationships/slide" Target="slides/slide145.xml" Id="rId168"/><Relationship Type="http://schemas.openxmlformats.org/officeDocument/2006/relationships/slide" Target="slides/slide146.xml" Id="rId169"/><Relationship Type="http://schemas.openxmlformats.org/officeDocument/2006/relationships/slide" Target="slides/slide147.xml" Id="rId170"/><Relationship Type="http://schemas.openxmlformats.org/officeDocument/2006/relationships/slide" Target="slides/slide148.xml" Id="rId171"/><Relationship Type="http://schemas.openxmlformats.org/officeDocument/2006/relationships/slide" Target="slides/slide149.xml" Id="rId172"/><Relationship Type="http://schemas.openxmlformats.org/officeDocument/2006/relationships/slide" Target="slides/slide150.xml" Id="rId173"/><Relationship Type="http://schemas.openxmlformats.org/officeDocument/2006/relationships/slide" Target="slides/slide151.xml" Id="rId174"/><Relationship Type="http://schemas.openxmlformats.org/officeDocument/2006/relationships/slide" Target="slides/slide152.xml" Id="rId175"/><Relationship Type="http://schemas.openxmlformats.org/officeDocument/2006/relationships/slide" Target="slides/slide153.xml" Id="rId176"/><Relationship Type="http://schemas.openxmlformats.org/officeDocument/2006/relationships/slide" Target="slides/slide154.xml" Id="rId177"/><Relationship Type="http://schemas.openxmlformats.org/officeDocument/2006/relationships/slide" Target="slides/slide155.xml" Id="rId178"/><Relationship Type="http://schemas.openxmlformats.org/officeDocument/2006/relationships/slide" Target="slides/slide156.xml" Id="rId179"/><Relationship Type="http://schemas.openxmlformats.org/officeDocument/2006/relationships/slide" Target="slides/slide157.xml" Id="rId180"/><Relationship Type="http://schemas.openxmlformats.org/officeDocument/2006/relationships/slide" Target="slides/slide158.xml" Id="rId181"/><Relationship Type="http://schemas.openxmlformats.org/officeDocument/2006/relationships/slide" Target="slides/slide159.xml" Id="rId182"/><Relationship Type="http://schemas.openxmlformats.org/officeDocument/2006/relationships/slide" Target="slides/slide160.xml" Id="rId183"/><Relationship Type="http://schemas.openxmlformats.org/officeDocument/2006/relationships/slide" Target="slides/slide161.xml" Id="rId184"/><Relationship Type="http://schemas.openxmlformats.org/officeDocument/2006/relationships/slide" Target="slides/slide162.xml" Id="rId185"/><Relationship Type="http://schemas.openxmlformats.org/officeDocument/2006/relationships/slide" Target="slides/slide163.xml" Id="rId186"/><Relationship Type="http://schemas.openxmlformats.org/officeDocument/2006/relationships/slide" Target="slides/slide164.xml" Id="rId187"/><Relationship Type="http://schemas.openxmlformats.org/officeDocument/2006/relationships/slide" Target="slides/slide165.xml" Id="rId188"/><Relationship Type="http://schemas.openxmlformats.org/officeDocument/2006/relationships/slide" Target="slides/slide166.xml" Id="rId189"/><Relationship Type="http://schemas.openxmlformats.org/officeDocument/2006/relationships/slideMaster" Target="slideMasters/slideMaster11.xml" Id="rId190"/><Relationship Type="http://schemas.openxmlformats.org/officeDocument/2006/relationships/notesMaster" Target="notesMasters/notesMaster11.xml" Id="rId191"/><Relationship Type="http://schemas.openxmlformats.org/officeDocument/2006/relationships/slide" Target="slides/slide167.xml" Id="rId192"/><Relationship Type="http://schemas.openxmlformats.org/officeDocument/2006/relationships/slide" Target="slides/slide168.xml" Id="rId193"/><Relationship Type="http://schemas.openxmlformats.org/officeDocument/2006/relationships/slide" Target="slides/slide169.xml" Id="rId194"/><Relationship Type="http://schemas.openxmlformats.org/officeDocument/2006/relationships/slide" Target="slides/slide170.xml" Id="rId195"/><Relationship Type="http://schemas.openxmlformats.org/officeDocument/2006/relationships/slide" Target="slides/slide171.xml" Id="rId196"/><Relationship Type="http://schemas.openxmlformats.org/officeDocument/2006/relationships/slide" Target="slides/slide172.xml" Id="rId197"/><Relationship Type="http://schemas.openxmlformats.org/officeDocument/2006/relationships/slide" Target="slides/slide173.xml" Id="rId198"/><Relationship Type="http://schemas.openxmlformats.org/officeDocument/2006/relationships/slide" Target="slides/slide174.xml" Id="rId199"/><Relationship Type="http://schemas.openxmlformats.org/officeDocument/2006/relationships/slide" Target="slides/slide175.xml" Id="rId200"/><Relationship Type="http://schemas.openxmlformats.org/officeDocument/2006/relationships/slide" Target="slides/slide176.xml" Id="rId201"/><Relationship Type="http://schemas.openxmlformats.org/officeDocument/2006/relationships/slide" Target="slides/slide177.xml" Id="rId202"/><Relationship Type="http://schemas.openxmlformats.org/officeDocument/2006/relationships/slide" Target="slides/slide178.xml" Id="rId203"/><Relationship Type="http://schemas.openxmlformats.org/officeDocument/2006/relationships/slide" Target="slides/slide179.xml" Id="rId204"/><Relationship Type="http://schemas.openxmlformats.org/officeDocument/2006/relationships/slide" Target="slides/slide180.xml" Id="rId205"/><Relationship Type="http://schemas.openxmlformats.org/officeDocument/2006/relationships/slide" Target="slides/slide181.xml" Id="rId206"/><Relationship Type="http://schemas.openxmlformats.org/officeDocument/2006/relationships/slide" Target="slides/slide182.xml" Id="rId207"/><Relationship Type="http://schemas.openxmlformats.org/officeDocument/2006/relationships/slide" Target="slides/slide183.xml" Id="rId208"/><Relationship Type="http://schemas.openxmlformats.org/officeDocument/2006/relationships/slide" Target="slides/slide184.xml" Id="rId209"/><Relationship Type="http://schemas.openxmlformats.org/officeDocument/2006/relationships/slide" Target="slides/slide185.xml" Id="rId210"/><Relationship Type="http://schemas.openxmlformats.org/officeDocument/2006/relationships/slide" Target="slides/slide186.xml" Id="rId211"/><Relationship Type="http://schemas.openxmlformats.org/officeDocument/2006/relationships/slide" Target="slides/slide187.xml" Id="rId212"/><Relationship Type="http://schemas.openxmlformats.org/officeDocument/2006/relationships/slide" Target="slides/slide188.xml" Id="rId213"/><Relationship Type="http://schemas.openxmlformats.org/officeDocument/2006/relationships/slide" Target="slides/slide189.xml" Id="rId214"/><Relationship Type="http://schemas.openxmlformats.org/officeDocument/2006/relationships/slide" Target="slides/slide190.xml" Id="rId215"/><Relationship Type="http://schemas.openxmlformats.org/officeDocument/2006/relationships/slide" Target="slides/slide191.xml" Id="rId216"/><Relationship Type="http://schemas.openxmlformats.org/officeDocument/2006/relationships/slide" Target="slides/slide192.xml" Id="rId217"/><Relationship Type="http://schemas.openxmlformats.org/officeDocument/2006/relationships/slideMaster" Target="slideMasters/slideMaster12.xml" Id="rId218"/><Relationship Type="http://schemas.openxmlformats.org/officeDocument/2006/relationships/notesMaster" Target="notesMasters/notesMaster12.xml" Id="rId219"/><Relationship Type="http://schemas.openxmlformats.org/officeDocument/2006/relationships/slide" Target="slides/slide193.xml" Id="rId220"/><Relationship Type="http://schemas.openxmlformats.org/officeDocument/2006/relationships/slide" Target="slides/slide194.xml" Id="rId221"/><Relationship Type="http://schemas.openxmlformats.org/officeDocument/2006/relationships/slide" Target="slides/slide195.xml" Id="rId222"/><Relationship Type="http://schemas.openxmlformats.org/officeDocument/2006/relationships/slide" Target="slides/slide196.xml" Id="rId223"/><Relationship Type="http://schemas.openxmlformats.org/officeDocument/2006/relationships/slide" Target="slides/slide197.xml" Id="rId224"/><Relationship Type="http://schemas.openxmlformats.org/officeDocument/2006/relationships/slide" Target="slides/slide198.xml" Id="rId225"/><Relationship Type="http://schemas.openxmlformats.org/officeDocument/2006/relationships/slide" Target="slides/slide199.xml" Id="rId226"/><Relationship Type="http://schemas.openxmlformats.org/officeDocument/2006/relationships/slide" Target="slides/slide200.xml" Id="rId227"/><Relationship Type="http://schemas.openxmlformats.org/officeDocument/2006/relationships/slide" Target="slides/slide201.xml" Id="rId228"/><Relationship Type="http://schemas.openxmlformats.org/officeDocument/2006/relationships/slide" Target="slides/slide202.xml" Id="rId229"/><Relationship Type="http://schemas.openxmlformats.org/officeDocument/2006/relationships/slide" Target="slides/slide203.xml" Id="rId230"/><Relationship Type="http://schemas.openxmlformats.org/officeDocument/2006/relationships/slide" Target="slides/slide204.xml" Id="rId231"/><Relationship Type="http://schemas.openxmlformats.org/officeDocument/2006/relationships/slideMaster" Target="slideMasters/slideMaster13.xml" Id="rId232"/><Relationship Type="http://schemas.openxmlformats.org/officeDocument/2006/relationships/notesMaster" Target="notesMasters/notesMaster13.xml" Id="rId233"/><Relationship Type="http://schemas.openxmlformats.org/officeDocument/2006/relationships/slide" Target="slides/slide205.xml" Id="rId234"/><Relationship Type="http://schemas.openxmlformats.org/officeDocument/2006/relationships/slide" Target="slides/slide206.xml" Id="rId235"/><Relationship Type="http://schemas.openxmlformats.org/officeDocument/2006/relationships/slide" Target="slides/slide207.xml" Id="rId236"/><Relationship Type="http://schemas.openxmlformats.org/officeDocument/2006/relationships/slide" Target="slides/slide208.xml" Id="rId237"/><Relationship Type="http://schemas.openxmlformats.org/officeDocument/2006/relationships/slide" Target="slides/slide209.xml" Id="rId238"/><Relationship Type="http://schemas.openxmlformats.org/officeDocument/2006/relationships/slide" Target="slides/slide210.xml" Id="rId239"/><Relationship Type="http://schemas.openxmlformats.org/officeDocument/2006/relationships/slide" Target="slides/slide211.xml" Id="rId240"/><Relationship Type="http://schemas.openxmlformats.org/officeDocument/2006/relationships/slide" Target="slides/slide212.xml" Id="rId241"/><Relationship Type="http://schemas.openxmlformats.org/officeDocument/2006/relationships/slide" Target="slides/slide213.xml" Id="rId242"/><Relationship Type="http://schemas.openxmlformats.org/officeDocument/2006/relationships/slide" Target="slides/slide214.xml" Id="rId243"/><Relationship Type="http://schemas.openxmlformats.org/officeDocument/2006/relationships/slideMaster" Target="slideMasters/slideMaster14.xml" Id="rId244"/><Relationship Type="http://schemas.openxmlformats.org/officeDocument/2006/relationships/notesMaster" Target="notesMasters/notesMaster14.xml" Id="rId245"/><Relationship Type="http://schemas.openxmlformats.org/officeDocument/2006/relationships/slide" Target="slides/slide215.xml" Id="rId246"/><Relationship Type="http://schemas.openxmlformats.org/officeDocument/2006/relationships/slide" Target="slides/slide216.xml" Id="rId247"/><Relationship Type="http://schemas.openxmlformats.org/officeDocument/2006/relationships/slide" Target="slides/slide217.xml" Id="rId248"/><Relationship Type="http://schemas.openxmlformats.org/officeDocument/2006/relationships/slide" Target="slides/slide218.xml" Id="rId249"/><Relationship Type="http://schemas.openxmlformats.org/officeDocument/2006/relationships/slide" Target="slides/slide219.xml" Id="rId250"/><Relationship Type="http://schemas.openxmlformats.org/officeDocument/2006/relationships/slide" Target="slides/slide220.xml" Id="rId251"/><Relationship Type="http://schemas.openxmlformats.org/officeDocument/2006/relationships/slide" Target="slides/slide221.xml" Id="rId252"/><Relationship Type="http://schemas.openxmlformats.org/officeDocument/2006/relationships/slide" Target="slides/slide222.xml" Id="rId253"/><Relationship Type="http://schemas.openxmlformats.org/officeDocument/2006/relationships/slide" Target="slides/slide223.xml" Id="rId254"/><Relationship Type="http://schemas.openxmlformats.org/officeDocument/2006/relationships/slide" Target="slides/slide224.xml" Id="rId255"/><Relationship Type="http://schemas.openxmlformats.org/officeDocument/2006/relationships/slideMaster" Target="slideMasters/slideMaster15.xml" Id="rId256"/><Relationship Type="http://schemas.openxmlformats.org/officeDocument/2006/relationships/notesMaster" Target="notesMasters/notesMaster15.xml" Id="rId257"/><Relationship Type="http://schemas.openxmlformats.org/officeDocument/2006/relationships/slide" Target="slides/slide225.xml" Id="rId258"/><Relationship Type="http://schemas.openxmlformats.org/officeDocument/2006/relationships/slide" Target="slides/slide226.xml" Id="rId259"/><Relationship Type="http://schemas.openxmlformats.org/officeDocument/2006/relationships/slide" Target="slides/slide227.xml" Id="rId260"/><Relationship Type="http://schemas.openxmlformats.org/officeDocument/2006/relationships/slide" Target="slides/slide228.xml" Id="rId261"/><Relationship Type="http://schemas.openxmlformats.org/officeDocument/2006/relationships/slide" Target="slides/slide229.xml" Id="rId262"/><Relationship Type="http://schemas.openxmlformats.org/officeDocument/2006/relationships/slide" Target="slides/slide230.xml" Id="rId263"/><Relationship Type="http://schemas.openxmlformats.org/officeDocument/2006/relationships/slide" Target="slides/slide231.xml" Id="rId264"/><Relationship Type="http://schemas.openxmlformats.org/officeDocument/2006/relationships/slide" Target="slides/slide232.xml" Id="rId265"/><Relationship Type="http://schemas.openxmlformats.org/officeDocument/2006/relationships/slide" Target="slides/slide233.xml" Id="rId266"/><Relationship Type="http://schemas.openxmlformats.org/officeDocument/2006/relationships/slide" Target="slides/slide234.xml" Id="rId267"/><Relationship Type="http://schemas.openxmlformats.org/officeDocument/2006/relationships/slide" Target="slides/slide235.xml" Id="rId268"/><Relationship Type="http://schemas.openxmlformats.org/officeDocument/2006/relationships/slide" Target="slides/slide236.xml" Id="rId269"/><Relationship Type="http://schemas.openxmlformats.org/officeDocument/2006/relationships/slide" Target="slides/slide237.xml" Id="rId270"/><Relationship Type="http://schemas.openxmlformats.org/officeDocument/2006/relationships/slide" Target="slides/slide238.xml" Id="rId271"/><Relationship Type="http://schemas.openxmlformats.org/officeDocument/2006/relationships/slide" Target="slides/slide239.xml" Id="rId272"/><Relationship Type="http://schemas.openxmlformats.org/officeDocument/2006/relationships/slide" Target="slides/slide240.xml" Id="rId273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s00-theme3.xml" Id="Rc44187a6e1ff4349"/></Relationships>
</file>

<file path=ppt/notesMasters/_rels/notesMaster2.xml.rels><?xml version="1.0" encoding="utf-8"?><Relationships xmlns="http://schemas.openxmlformats.org/package/2006/relationships"><Relationship Type="http://schemas.openxmlformats.org/officeDocument/2006/relationships/theme" Target="theme/s01-theme3.xml" Id="Rabd5e2971eb0465d"/></Relationships>
</file>

<file path=ppt/notesMasters/_rels/notesMaster3.xml.rels><?xml version="1.0" encoding="utf-8"?><Relationships xmlns="http://schemas.openxmlformats.org/package/2006/relationships"><Relationship Type="http://schemas.openxmlformats.org/officeDocument/2006/relationships/theme" Target="theme/s02-theme3.xml" Id="Re9d1c8dd14b24e31"/></Relationships>
</file>

<file path=ppt/notesMasters/_rels/notesMaster4.xml.rels><?xml version="1.0" encoding="utf-8"?><Relationships xmlns="http://schemas.openxmlformats.org/package/2006/relationships"><Relationship Type="http://schemas.openxmlformats.org/officeDocument/2006/relationships/theme" Target="theme/s03-theme3.xml" Id="Rb48e51c65aaf4a17"/></Relationships>
</file>

<file path=ppt/notesMasters/_rels/notesMaster5.xml.rels><?xml version="1.0" encoding="utf-8"?><Relationships xmlns="http://schemas.openxmlformats.org/package/2006/relationships"><Relationship Type="http://schemas.openxmlformats.org/officeDocument/2006/relationships/theme" Target="theme/s04-theme3.xml" Id="Rbbc58c4aed2c4e80"/></Relationships>
</file>

<file path=ppt/notesMasters/_rels/notesMaster6.xml.rels><?xml version="1.0" encoding="utf-8"?><Relationships xmlns="http://schemas.openxmlformats.org/package/2006/relationships"><Relationship Type="http://schemas.openxmlformats.org/officeDocument/2006/relationships/theme" Target="theme/s05-theme3.xml" Id="R03b338023a8947a6"/></Relationships>
</file>

<file path=ppt/notesMasters/_rels/notesMaster7.xml.rels><?xml version="1.0" encoding="utf-8"?><Relationships xmlns="http://schemas.openxmlformats.org/package/2006/relationships"><Relationship Type="http://schemas.openxmlformats.org/officeDocument/2006/relationships/theme" Target="theme/s06-theme3.xml" Id="R011f695779dc472b"/></Relationships>
</file>

<file path=ppt/notesMasters/_rels/notesMaster8.xml.rels><?xml version="1.0" encoding="utf-8"?><Relationships xmlns="http://schemas.openxmlformats.org/package/2006/relationships"><Relationship Type="http://schemas.openxmlformats.org/officeDocument/2006/relationships/theme" Target="theme/s07-theme3.xml" Id="R6d6c2d25d2f24158"/></Relationships>
</file>

<file path=ppt/notesMasters/_rels/notesMaster9.xml.rels><?xml version="1.0" encoding="utf-8"?><Relationships xmlns="http://schemas.openxmlformats.org/package/2006/relationships"><Relationship Type="http://schemas.openxmlformats.org/officeDocument/2006/relationships/theme" Target="theme/s08-theme3.xml" Id="R37e5d042fe7543f6"/></Relationships>
</file>

<file path=ppt/notesMasters/_rels/notesMaster10.xml.rels><?xml version="1.0" encoding="utf-8"?><Relationships xmlns="http://schemas.openxmlformats.org/package/2006/relationships"><Relationship Type="http://schemas.openxmlformats.org/officeDocument/2006/relationships/theme" Target="theme/s09-theme3.xml" Id="R508c437057c84ab2"/></Relationships>
</file>

<file path=ppt/notesMasters/_rels/notesMaster11.xml.rels><?xml version="1.0" encoding="utf-8"?><Relationships xmlns="http://schemas.openxmlformats.org/package/2006/relationships"><Relationship Type="http://schemas.openxmlformats.org/officeDocument/2006/relationships/theme" Target="theme/s10-theme3.xml" Id="R033f10c6eae54101"/></Relationships>
</file>

<file path=ppt/notesMasters/_rels/notesMaster12.xml.rels><?xml version="1.0" encoding="utf-8"?><Relationships xmlns="http://schemas.openxmlformats.org/package/2006/relationships"><Relationship Type="http://schemas.openxmlformats.org/officeDocument/2006/relationships/theme" Target="theme/s11-theme3.xml" Id="Rbfd01c66a7cf4ed4"/></Relationships>
</file>

<file path=ppt/notesMasters/_rels/notesMaster13.xml.rels><?xml version="1.0" encoding="utf-8"?><Relationships xmlns="http://schemas.openxmlformats.org/package/2006/relationships"><Relationship Type="http://schemas.openxmlformats.org/officeDocument/2006/relationships/theme" Target="theme/s12-theme3.xml" Id="R49a8d99b16834898"/></Relationships>
</file>

<file path=ppt/notesMasters/_rels/notesMaster14.xml.rels><?xml version="1.0" encoding="utf-8"?><Relationships xmlns="http://schemas.openxmlformats.org/package/2006/relationships"><Relationship Type="http://schemas.openxmlformats.org/officeDocument/2006/relationships/theme" Target="theme/s13-theme3.xml" Id="Rc6c4a8ac8f184f58"/></Relationships>
</file>

<file path=ppt/notesMasters/_rels/notesMaster15.xml.rels><?xml version="1.0" encoding="utf-8"?><Relationships xmlns="http://schemas.openxmlformats.org/package/2006/relationships"><Relationship Type="http://schemas.openxmlformats.org/officeDocument/2006/relationships/theme" Target="theme/s14-theme3.xml" Id="R93fe2b41c13f4ad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3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4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5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6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7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8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9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0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3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4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5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s00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1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2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3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4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5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6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7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8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9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0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1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2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3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4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c10634f2ae5d4f9f"/><Relationship Type="http://schemas.openxmlformats.org/officeDocument/2006/relationships/notesMaster" Target="../notesMasters/notesMaster1.xml" Id="R82c31d9bb50f437b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../slides/slide2.xml" Id="R7c65f24599224e18"/><Relationship Type="http://schemas.openxmlformats.org/officeDocument/2006/relationships/notesMaster" Target="../notesMasters/notesMaster1.xml" Id="Re53363e2abd848af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../slides/slide3.xml" Id="R148e24c2febc4bd5"/><Relationship Type="http://schemas.openxmlformats.org/officeDocument/2006/relationships/notesMaster" Target="../notesMasters/notesMaster1.xml" Id="Rd2060dfce0564abd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../slides/slide4.xml" Id="R341fb7856ef44e8a"/><Relationship Type="http://schemas.openxmlformats.org/officeDocument/2006/relationships/notesMaster" Target="../notesMasters/notesMaster1.xml" Id="R50f229cd0aa14938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../slides/slide5.xml" Id="R3e84c44a6d864dc3"/><Relationship Type="http://schemas.openxmlformats.org/officeDocument/2006/relationships/notesMaster" Target="../notesMasters/notesMaster2.xml" Id="Raac369a99c224dc7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../slides/slide6.xml" Id="R33d6e92749e54247"/><Relationship Type="http://schemas.openxmlformats.org/officeDocument/2006/relationships/notesMaster" Target="../notesMasters/notesMaster2.xml" Id="Rb2cab4554141487d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../slides/slide7.xml" Id="R43387a12551645f5"/><Relationship Type="http://schemas.openxmlformats.org/officeDocument/2006/relationships/notesMaster" Target="../notesMasters/notesMaster2.xml" Id="R2248131611e64575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../slides/slide8.xml" Id="Rf2146187bbdc4dbf"/><Relationship Type="http://schemas.openxmlformats.org/officeDocument/2006/relationships/notesMaster" Target="../notesMasters/notesMaster2.xml" Id="Rb7e747ee49164b9c"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../slides/slide9.xml" Id="R762ffdb2b6c14f1e"/><Relationship Type="http://schemas.openxmlformats.org/officeDocument/2006/relationships/notesMaster" Target="../notesMasters/notesMaster2.xml" Id="Ra037451205be4411"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../slides/slide10.xml" Id="R8dea6a0af099404b"/><Relationship Type="http://schemas.openxmlformats.org/officeDocument/2006/relationships/notesMaster" Target="../notesMasters/notesMaster2.xml" Id="R7694a774c3a84739"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../slides/slide11.xml" Id="R570e56ca6f0c4a7e"/><Relationship Type="http://schemas.openxmlformats.org/officeDocument/2006/relationships/notesMaster" Target="../notesMasters/notesMaster2.xml" Id="R829a9ff80fca460a"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../slides/slide12.xml" Id="R355553cb2bf0444c"/><Relationship Type="http://schemas.openxmlformats.org/officeDocument/2006/relationships/notesMaster" Target="../notesMasters/notesMaster2.xml" Id="R220a1a6553d84126"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../slides/slide13.xml" Id="Re2c95812de084834"/><Relationship Type="http://schemas.openxmlformats.org/officeDocument/2006/relationships/notesMaster" Target="../notesMasters/notesMaster2.xml" Id="Rc538286150e64eeb"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../slides/slide14.xml" Id="R5a4402b9ce254d91"/><Relationship Type="http://schemas.openxmlformats.org/officeDocument/2006/relationships/notesMaster" Target="../notesMasters/notesMaster2.xml" Id="Ra1667e8323ef4908"/></Relationships>
</file>

<file path=ppt/notesSlides/_rels/notesSlide15.xml.rels><?xml version="1.0" encoding="utf-8"?><Relationships xmlns="http://schemas.openxmlformats.org/package/2006/relationships"><Relationship Type="http://schemas.openxmlformats.org/officeDocument/2006/relationships/slide" Target="../slides/slide15.xml" Id="R5bc265a00efa40a9"/><Relationship Type="http://schemas.openxmlformats.org/officeDocument/2006/relationships/notesMaster" Target="../notesMasters/notesMaster2.xml" Id="Re80f9d7a600441bd"/></Relationships>
</file>

<file path=ppt/notesSlides/_rels/notesSlide16.xml.rels><?xml version="1.0" encoding="utf-8"?><Relationships xmlns="http://schemas.openxmlformats.org/package/2006/relationships"><Relationship Type="http://schemas.openxmlformats.org/officeDocument/2006/relationships/slide" Target="../slides/slide16.xml" Id="R10238bbf602c44fd"/><Relationship Type="http://schemas.openxmlformats.org/officeDocument/2006/relationships/notesMaster" Target="../notesMasters/notesMaster2.xml" Id="Rd64c2d226dc44c7f"/></Relationships>
</file>

<file path=ppt/notesSlides/_rels/notesSlide17.xml.rels><?xml version="1.0" encoding="utf-8"?><Relationships xmlns="http://schemas.openxmlformats.org/package/2006/relationships"><Relationship Type="http://schemas.openxmlformats.org/officeDocument/2006/relationships/slide" Target="../slides/slide17.xml" Id="R8604849485b64785"/><Relationship Type="http://schemas.openxmlformats.org/officeDocument/2006/relationships/notesMaster" Target="../notesMasters/notesMaster3.xml" Id="R1eff0e41ae2746a0"/></Relationships>
</file>

<file path=ppt/notesSlides/_rels/notesSlide18.xml.rels><?xml version="1.0" encoding="utf-8"?><Relationships xmlns="http://schemas.openxmlformats.org/package/2006/relationships"><Relationship Type="http://schemas.openxmlformats.org/officeDocument/2006/relationships/slide" Target="../slides/slide18.xml" Id="Ra21ad39d084c424b"/><Relationship Type="http://schemas.openxmlformats.org/officeDocument/2006/relationships/notesMaster" Target="../notesMasters/notesMaster3.xml" Id="Rec64b80a651a49fd"/></Relationships>
</file>

<file path=ppt/notesSlides/_rels/notesSlide19.xml.rels><?xml version="1.0" encoding="utf-8"?><Relationships xmlns="http://schemas.openxmlformats.org/package/2006/relationships"><Relationship Type="http://schemas.openxmlformats.org/officeDocument/2006/relationships/slide" Target="../slides/slide19.xml" Id="R1f1b23f3105549f6"/><Relationship Type="http://schemas.openxmlformats.org/officeDocument/2006/relationships/notesMaster" Target="../notesMasters/notesMaster3.xml" Id="R38fb75e33fea4384"/></Relationships>
</file>

<file path=ppt/notesSlides/_rels/notesSlide20.xml.rels><?xml version="1.0" encoding="utf-8"?><Relationships xmlns="http://schemas.openxmlformats.org/package/2006/relationships"><Relationship Type="http://schemas.openxmlformats.org/officeDocument/2006/relationships/slide" Target="../slides/slide20.xml" Id="R71c829af54004e1c"/><Relationship Type="http://schemas.openxmlformats.org/officeDocument/2006/relationships/notesMaster" Target="../notesMasters/notesMaster3.xml" Id="R65cf19c5ea224350"/></Relationships>
</file>

<file path=ppt/notesSlides/_rels/notesSlide21.xml.rels><?xml version="1.0" encoding="utf-8"?><Relationships xmlns="http://schemas.openxmlformats.org/package/2006/relationships"><Relationship Type="http://schemas.openxmlformats.org/officeDocument/2006/relationships/slide" Target="../slides/slide21.xml" Id="Rbbc02297ab6c43e6"/><Relationship Type="http://schemas.openxmlformats.org/officeDocument/2006/relationships/notesMaster" Target="../notesMasters/notesMaster3.xml" Id="Rc93eccad98514638"/></Relationships>
</file>

<file path=ppt/notesSlides/_rels/notesSlide22.xml.rels><?xml version="1.0" encoding="utf-8"?><Relationships xmlns="http://schemas.openxmlformats.org/package/2006/relationships"><Relationship Type="http://schemas.openxmlformats.org/officeDocument/2006/relationships/slide" Target="../slides/slide22.xml" Id="R2abfcea5a2264493"/><Relationship Type="http://schemas.openxmlformats.org/officeDocument/2006/relationships/notesMaster" Target="../notesMasters/notesMaster3.xml" Id="R904356cae0f243c4"/></Relationships>
</file>

<file path=ppt/notesSlides/_rels/notesSlide23.xml.rels><?xml version="1.0" encoding="utf-8"?><Relationships xmlns="http://schemas.openxmlformats.org/package/2006/relationships"><Relationship Type="http://schemas.openxmlformats.org/officeDocument/2006/relationships/slide" Target="../slides/slide23.xml" Id="R844e1cea41534b0d"/><Relationship Type="http://schemas.openxmlformats.org/officeDocument/2006/relationships/notesMaster" Target="../notesMasters/notesMaster3.xml" Id="Re800bc0bc6134226"/></Relationships>
</file>

<file path=ppt/notesSlides/_rels/notesSlide24.xml.rels><?xml version="1.0" encoding="utf-8"?><Relationships xmlns="http://schemas.openxmlformats.org/package/2006/relationships"><Relationship Type="http://schemas.openxmlformats.org/officeDocument/2006/relationships/slide" Target="../slides/slide24.xml" Id="Rc8d7d6e67a4443bd"/><Relationship Type="http://schemas.openxmlformats.org/officeDocument/2006/relationships/notesMaster" Target="../notesMasters/notesMaster3.xml" Id="Rcc23b5b101ec44a0"/></Relationships>
</file>

<file path=ppt/notesSlides/_rels/notesSlide25.xml.rels><?xml version="1.0" encoding="utf-8"?><Relationships xmlns="http://schemas.openxmlformats.org/package/2006/relationships"><Relationship Type="http://schemas.openxmlformats.org/officeDocument/2006/relationships/slide" Target="../slides/slide25.xml" Id="R7b474a08011e47f6"/><Relationship Type="http://schemas.openxmlformats.org/officeDocument/2006/relationships/notesMaster" Target="../notesMasters/notesMaster3.xml" Id="R832ab1b011d14efe"/></Relationships>
</file>

<file path=ppt/notesSlides/_rels/notesSlide26.xml.rels><?xml version="1.0" encoding="utf-8"?><Relationships xmlns="http://schemas.openxmlformats.org/package/2006/relationships"><Relationship Type="http://schemas.openxmlformats.org/officeDocument/2006/relationships/slide" Target="../slides/slide26.xml" Id="R95760d42debd41fc"/><Relationship Type="http://schemas.openxmlformats.org/officeDocument/2006/relationships/notesMaster" Target="../notesMasters/notesMaster3.xml" Id="R87e7a147e70f4f76"/></Relationships>
</file>

<file path=ppt/notesSlides/_rels/notesSlide27.xml.rels><?xml version="1.0" encoding="utf-8"?><Relationships xmlns="http://schemas.openxmlformats.org/package/2006/relationships"><Relationship Type="http://schemas.openxmlformats.org/officeDocument/2006/relationships/slide" Target="../slides/slide27.xml" Id="R86af74b07d8d49f8"/><Relationship Type="http://schemas.openxmlformats.org/officeDocument/2006/relationships/notesMaster" Target="../notesMasters/notesMaster3.xml" Id="R7a0c2bf61a6f4bbe"/></Relationships>
</file>

<file path=ppt/notesSlides/_rels/notesSlide28.xml.rels><?xml version="1.0" encoding="utf-8"?><Relationships xmlns="http://schemas.openxmlformats.org/package/2006/relationships"><Relationship Type="http://schemas.openxmlformats.org/officeDocument/2006/relationships/slide" Target="../slides/slide28.xml" Id="Rccf08581c06c43d5"/><Relationship Type="http://schemas.openxmlformats.org/officeDocument/2006/relationships/notesMaster" Target="../notesMasters/notesMaster3.xml" Id="R76f61554aafe4ca6"/></Relationships>
</file>

<file path=ppt/notesSlides/_rels/notesSlide29.xml.rels><?xml version="1.0" encoding="utf-8"?><Relationships xmlns="http://schemas.openxmlformats.org/package/2006/relationships"><Relationship Type="http://schemas.openxmlformats.org/officeDocument/2006/relationships/slide" Target="../slides/slide29.xml" Id="R2bd67ec62b384649"/><Relationship Type="http://schemas.openxmlformats.org/officeDocument/2006/relationships/notesMaster" Target="../notesMasters/notesMaster3.xml" Id="Rc3b9ac3139924217"/></Relationships>
</file>

<file path=ppt/notesSlides/_rels/notesSlide30.xml.rels><?xml version="1.0" encoding="utf-8"?><Relationships xmlns="http://schemas.openxmlformats.org/package/2006/relationships"><Relationship Type="http://schemas.openxmlformats.org/officeDocument/2006/relationships/slide" Target="../slides/slide30.xml" Id="R2c89519e5a6b4b0e"/><Relationship Type="http://schemas.openxmlformats.org/officeDocument/2006/relationships/notesMaster" Target="../notesMasters/notesMaster3.xml" Id="Rd4c8a09b3ef14bd8"/></Relationships>
</file>

<file path=ppt/notesSlides/_rels/notesSlide31.xml.rels><?xml version="1.0" encoding="utf-8"?><Relationships xmlns="http://schemas.openxmlformats.org/package/2006/relationships"><Relationship Type="http://schemas.openxmlformats.org/officeDocument/2006/relationships/slide" Target="../slides/slide31.xml" Id="Rb0f6df5968094ed3"/><Relationship Type="http://schemas.openxmlformats.org/officeDocument/2006/relationships/notesMaster" Target="../notesMasters/notesMaster3.xml" Id="Rcfa406d1cbf14357"/></Relationships>
</file>

<file path=ppt/notesSlides/_rels/notesSlide32.xml.rels><?xml version="1.0" encoding="utf-8"?><Relationships xmlns="http://schemas.openxmlformats.org/package/2006/relationships"><Relationship Type="http://schemas.openxmlformats.org/officeDocument/2006/relationships/slide" Target="../slides/slide32.xml" Id="R7c6527c778bd4687"/><Relationship Type="http://schemas.openxmlformats.org/officeDocument/2006/relationships/notesMaster" Target="../notesMasters/notesMaster3.xml" Id="R27d8c0e4eb6a4f39"/></Relationships>
</file>

<file path=ppt/notesSlides/_rels/notesSlide33.xml.rels><?xml version="1.0" encoding="utf-8"?><Relationships xmlns="http://schemas.openxmlformats.org/package/2006/relationships"><Relationship Type="http://schemas.openxmlformats.org/officeDocument/2006/relationships/slide" Target="../slides/slide33.xml" Id="R51eb99e67e824d10"/><Relationship Type="http://schemas.openxmlformats.org/officeDocument/2006/relationships/notesMaster" Target="../notesMasters/notesMaster3.xml" Id="Rcb492de622d24029"/></Relationships>
</file>

<file path=ppt/notesSlides/_rels/notesSlide34.xml.rels><?xml version="1.0" encoding="utf-8"?><Relationships xmlns="http://schemas.openxmlformats.org/package/2006/relationships"><Relationship Type="http://schemas.openxmlformats.org/officeDocument/2006/relationships/slide" Target="../slides/slide34.xml" Id="Reef9bb997a594568"/><Relationship Type="http://schemas.openxmlformats.org/officeDocument/2006/relationships/notesMaster" Target="../notesMasters/notesMaster3.xml" Id="R4f8db4bfd1a0403f"/></Relationships>
</file>

<file path=ppt/notesSlides/_rels/notesSlide35.xml.rels><?xml version="1.0" encoding="utf-8"?><Relationships xmlns="http://schemas.openxmlformats.org/package/2006/relationships"><Relationship Type="http://schemas.openxmlformats.org/officeDocument/2006/relationships/slide" Target="../slides/slide35.xml" Id="R5f8e579be0ba45c1"/><Relationship Type="http://schemas.openxmlformats.org/officeDocument/2006/relationships/notesMaster" Target="../notesMasters/notesMaster4.xml" Id="R972078a47cf94ebd"/></Relationships>
</file>

<file path=ppt/notesSlides/_rels/notesSlide36.xml.rels><?xml version="1.0" encoding="utf-8"?><Relationships xmlns="http://schemas.openxmlformats.org/package/2006/relationships"><Relationship Type="http://schemas.openxmlformats.org/officeDocument/2006/relationships/slide" Target="../slides/slide36.xml" Id="R59c786e8a1b74ca7"/><Relationship Type="http://schemas.openxmlformats.org/officeDocument/2006/relationships/notesMaster" Target="../notesMasters/notesMaster4.xml" Id="R3e8c49c511cd4d38"/></Relationships>
</file>

<file path=ppt/notesSlides/_rels/notesSlide37.xml.rels><?xml version="1.0" encoding="utf-8"?><Relationships xmlns="http://schemas.openxmlformats.org/package/2006/relationships"><Relationship Type="http://schemas.openxmlformats.org/officeDocument/2006/relationships/slide" Target="../slides/slide37.xml" Id="Ra8d82f9b6d2f4f22"/><Relationship Type="http://schemas.openxmlformats.org/officeDocument/2006/relationships/notesMaster" Target="../notesMasters/notesMaster4.xml" Id="R069543733c584555"/></Relationships>
</file>

<file path=ppt/notesSlides/_rels/notesSlide38.xml.rels><?xml version="1.0" encoding="utf-8"?><Relationships xmlns="http://schemas.openxmlformats.org/package/2006/relationships"><Relationship Type="http://schemas.openxmlformats.org/officeDocument/2006/relationships/slide" Target="../slides/slide38.xml" Id="Rb5015fd230c447b3"/><Relationship Type="http://schemas.openxmlformats.org/officeDocument/2006/relationships/notesMaster" Target="../notesMasters/notesMaster4.xml" Id="R66b037cbf860434c"/></Relationships>
</file>

<file path=ppt/notesSlides/_rels/notesSlide39.xml.rels><?xml version="1.0" encoding="utf-8"?><Relationships xmlns="http://schemas.openxmlformats.org/package/2006/relationships"><Relationship Type="http://schemas.openxmlformats.org/officeDocument/2006/relationships/slide" Target="../slides/slide39.xml" Id="R0da4b44b5c564ae4"/><Relationship Type="http://schemas.openxmlformats.org/officeDocument/2006/relationships/notesMaster" Target="../notesMasters/notesMaster4.xml" Id="R1d2e5ad5f6fa4388"/></Relationships>
</file>

<file path=ppt/notesSlides/_rels/notesSlide40.xml.rels><?xml version="1.0" encoding="utf-8"?><Relationships xmlns="http://schemas.openxmlformats.org/package/2006/relationships"><Relationship Type="http://schemas.openxmlformats.org/officeDocument/2006/relationships/slide" Target="../slides/slide40.xml" Id="Rbc5e330278d34bcf"/><Relationship Type="http://schemas.openxmlformats.org/officeDocument/2006/relationships/notesMaster" Target="../notesMasters/notesMaster4.xml" Id="R81f86119243e4469"/></Relationships>
</file>

<file path=ppt/notesSlides/_rels/notesSlide41.xml.rels><?xml version="1.0" encoding="utf-8"?><Relationships xmlns="http://schemas.openxmlformats.org/package/2006/relationships"><Relationship Type="http://schemas.openxmlformats.org/officeDocument/2006/relationships/slide" Target="../slides/slide41.xml" Id="R8d584a0081a8476d"/><Relationship Type="http://schemas.openxmlformats.org/officeDocument/2006/relationships/notesMaster" Target="../notesMasters/notesMaster4.xml" Id="Rebb7c9a872954fd2"/></Relationships>
</file>

<file path=ppt/notesSlides/_rels/notesSlide42.xml.rels><?xml version="1.0" encoding="utf-8"?><Relationships xmlns="http://schemas.openxmlformats.org/package/2006/relationships"><Relationship Type="http://schemas.openxmlformats.org/officeDocument/2006/relationships/slide" Target="../slides/slide42.xml" Id="Rd5b80a87acad4cb4"/><Relationship Type="http://schemas.openxmlformats.org/officeDocument/2006/relationships/notesMaster" Target="../notesMasters/notesMaster4.xml" Id="Rc1d0c60c6df74314"/></Relationships>
</file>

<file path=ppt/notesSlides/_rels/notesSlide43.xml.rels><?xml version="1.0" encoding="utf-8"?><Relationships xmlns="http://schemas.openxmlformats.org/package/2006/relationships"><Relationship Type="http://schemas.openxmlformats.org/officeDocument/2006/relationships/slide" Target="../slides/slide43.xml" Id="R02a7903ae6ae455c"/><Relationship Type="http://schemas.openxmlformats.org/officeDocument/2006/relationships/notesMaster" Target="../notesMasters/notesMaster4.xml" Id="R15c3e5dd0c494ebd"/></Relationships>
</file>

<file path=ppt/notesSlides/_rels/notesSlide44.xml.rels><?xml version="1.0" encoding="utf-8"?><Relationships xmlns="http://schemas.openxmlformats.org/package/2006/relationships"><Relationship Type="http://schemas.openxmlformats.org/officeDocument/2006/relationships/slide" Target="../slides/slide44.xml" Id="R05af1ca10b8f4988"/><Relationship Type="http://schemas.openxmlformats.org/officeDocument/2006/relationships/notesMaster" Target="../notesMasters/notesMaster4.xml" Id="R448a216e96c945f8"/></Relationships>
</file>

<file path=ppt/notesSlides/_rels/notesSlide45.xml.rels><?xml version="1.0" encoding="utf-8"?><Relationships xmlns="http://schemas.openxmlformats.org/package/2006/relationships"><Relationship Type="http://schemas.openxmlformats.org/officeDocument/2006/relationships/slide" Target="../slides/slide45.xml" Id="R3d358599e2bc4ea6"/><Relationship Type="http://schemas.openxmlformats.org/officeDocument/2006/relationships/notesMaster" Target="../notesMasters/notesMaster4.xml" Id="R684bbed910764da7"/></Relationships>
</file>

<file path=ppt/notesSlides/_rels/notesSlide46.xml.rels><?xml version="1.0" encoding="utf-8"?><Relationships xmlns="http://schemas.openxmlformats.org/package/2006/relationships"><Relationship Type="http://schemas.openxmlformats.org/officeDocument/2006/relationships/slide" Target="../slides/slide46.xml" Id="Rf837d58d6eb042e5"/><Relationship Type="http://schemas.openxmlformats.org/officeDocument/2006/relationships/notesMaster" Target="../notesMasters/notesMaster4.xml" Id="R31d64029c851426f"/></Relationships>
</file>

<file path=ppt/notesSlides/_rels/notesSlide47.xml.rels><?xml version="1.0" encoding="utf-8"?><Relationships xmlns="http://schemas.openxmlformats.org/package/2006/relationships"><Relationship Type="http://schemas.openxmlformats.org/officeDocument/2006/relationships/slide" Target="../slides/slide47.xml" Id="R0cf8360942d04343"/><Relationship Type="http://schemas.openxmlformats.org/officeDocument/2006/relationships/notesMaster" Target="../notesMasters/notesMaster4.xml" Id="R82c7c4ed6ab24b0f"/></Relationships>
</file>

<file path=ppt/notesSlides/_rels/notesSlide48.xml.rels><?xml version="1.0" encoding="utf-8"?><Relationships xmlns="http://schemas.openxmlformats.org/package/2006/relationships"><Relationship Type="http://schemas.openxmlformats.org/officeDocument/2006/relationships/slide" Target="../slides/slide48.xml" Id="R703e36fb627144f8"/><Relationship Type="http://schemas.openxmlformats.org/officeDocument/2006/relationships/notesMaster" Target="../notesMasters/notesMaster4.xml" Id="R43c57824f0804f34"/></Relationships>
</file>

<file path=ppt/notesSlides/_rels/notesSlide49.xml.rels><?xml version="1.0" encoding="utf-8"?><Relationships xmlns="http://schemas.openxmlformats.org/package/2006/relationships"><Relationship Type="http://schemas.openxmlformats.org/officeDocument/2006/relationships/slide" Target="../slides/slide49.xml" Id="R812c8c71a810448c"/><Relationship Type="http://schemas.openxmlformats.org/officeDocument/2006/relationships/notesMaster" Target="../notesMasters/notesMaster4.xml" Id="Rd67d77d2be334a06"/></Relationships>
</file>

<file path=ppt/notesSlides/_rels/notesSlide50.xml.rels><?xml version="1.0" encoding="utf-8"?><Relationships xmlns="http://schemas.openxmlformats.org/package/2006/relationships"><Relationship Type="http://schemas.openxmlformats.org/officeDocument/2006/relationships/slide" Target="../slides/slide50.xml" Id="Rcf5203d703274189"/><Relationship Type="http://schemas.openxmlformats.org/officeDocument/2006/relationships/notesMaster" Target="../notesMasters/notesMaster4.xml" Id="R87d8f9ae35714fb3"/></Relationships>
</file>

<file path=ppt/notesSlides/_rels/notesSlide51.xml.rels><?xml version="1.0" encoding="utf-8"?><Relationships xmlns="http://schemas.openxmlformats.org/package/2006/relationships"><Relationship Type="http://schemas.openxmlformats.org/officeDocument/2006/relationships/slide" Target="../slides/slide51.xml" Id="R5af271e9af6c4205"/><Relationship Type="http://schemas.openxmlformats.org/officeDocument/2006/relationships/notesMaster" Target="../notesMasters/notesMaster4.xml" Id="R6f84633e9d094c2c"/></Relationships>
</file>

<file path=ppt/notesSlides/_rels/notesSlide52.xml.rels><?xml version="1.0" encoding="utf-8"?><Relationships xmlns="http://schemas.openxmlformats.org/package/2006/relationships"><Relationship Type="http://schemas.openxmlformats.org/officeDocument/2006/relationships/slide" Target="../slides/slide52.xml" Id="R1c1cf05f709c4aa6"/><Relationship Type="http://schemas.openxmlformats.org/officeDocument/2006/relationships/notesMaster" Target="../notesMasters/notesMaster4.xml" Id="R803b102c4c7f4c00"/></Relationships>
</file>

<file path=ppt/notesSlides/_rels/notesSlide53.xml.rels><?xml version="1.0" encoding="utf-8"?><Relationships xmlns="http://schemas.openxmlformats.org/package/2006/relationships"><Relationship Type="http://schemas.openxmlformats.org/officeDocument/2006/relationships/slide" Target="../slides/slide53.xml" Id="R4b766a53173646ee"/><Relationship Type="http://schemas.openxmlformats.org/officeDocument/2006/relationships/notesMaster" Target="../notesMasters/notesMaster5.xml" Id="R801913a7d69e4abd"/></Relationships>
</file>

<file path=ppt/notesSlides/_rels/notesSlide54.xml.rels><?xml version="1.0" encoding="utf-8"?><Relationships xmlns="http://schemas.openxmlformats.org/package/2006/relationships"><Relationship Type="http://schemas.openxmlformats.org/officeDocument/2006/relationships/slide" Target="../slides/slide54.xml" Id="R34f88c0417c64b88"/><Relationship Type="http://schemas.openxmlformats.org/officeDocument/2006/relationships/notesMaster" Target="../notesMasters/notesMaster5.xml" Id="Rf4b483a6f3bc4cd7"/></Relationships>
</file>

<file path=ppt/notesSlides/_rels/notesSlide55.xml.rels><?xml version="1.0" encoding="utf-8"?><Relationships xmlns="http://schemas.openxmlformats.org/package/2006/relationships"><Relationship Type="http://schemas.openxmlformats.org/officeDocument/2006/relationships/slide" Target="../slides/slide55.xml" Id="Rbb324806185b4aff"/><Relationship Type="http://schemas.openxmlformats.org/officeDocument/2006/relationships/notesMaster" Target="../notesMasters/notesMaster5.xml" Id="R50646fc5695f4b2a"/></Relationships>
</file>

<file path=ppt/notesSlides/_rels/notesSlide56.xml.rels><?xml version="1.0" encoding="utf-8"?><Relationships xmlns="http://schemas.openxmlformats.org/package/2006/relationships"><Relationship Type="http://schemas.openxmlformats.org/officeDocument/2006/relationships/slide" Target="../slides/slide56.xml" Id="Ra3fdc3e15d544ee1"/><Relationship Type="http://schemas.openxmlformats.org/officeDocument/2006/relationships/notesMaster" Target="../notesMasters/notesMaster5.xml" Id="Rb6952ff2fa79463a"/></Relationships>
</file>

<file path=ppt/notesSlides/_rels/notesSlide57.xml.rels><?xml version="1.0" encoding="utf-8"?><Relationships xmlns="http://schemas.openxmlformats.org/package/2006/relationships"><Relationship Type="http://schemas.openxmlformats.org/officeDocument/2006/relationships/slide" Target="../slides/slide57.xml" Id="R3c900e01a1ca467a"/><Relationship Type="http://schemas.openxmlformats.org/officeDocument/2006/relationships/notesMaster" Target="../notesMasters/notesMaster5.xml" Id="Rc1ebd565109a4ec4"/></Relationships>
</file>

<file path=ppt/notesSlides/_rels/notesSlide58.xml.rels><?xml version="1.0" encoding="utf-8"?><Relationships xmlns="http://schemas.openxmlformats.org/package/2006/relationships"><Relationship Type="http://schemas.openxmlformats.org/officeDocument/2006/relationships/slide" Target="../slides/slide58.xml" Id="Rc9ecc9103f554bba"/><Relationship Type="http://schemas.openxmlformats.org/officeDocument/2006/relationships/notesMaster" Target="../notesMasters/notesMaster5.xml" Id="R7b5c6a8312314b31"/></Relationships>
</file>

<file path=ppt/notesSlides/_rels/notesSlide59.xml.rels><?xml version="1.0" encoding="utf-8"?><Relationships xmlns="http://schemas.openxmlformats.org/package/2006/relationships"><Relationship Type="http://schemas.openxmlformats.org/officeDocument/2006/relationships/slide" Target="../slides/slide59.xml" Id="R468a720c215548f3"/><Relationship Type="http://schemas.openxmlformats.org/officeDocument/2006/relationships/notesMaster" Target="../notesMasters/notesMaster5.xml" Id="R2e870824d93f4150"/></Relationships>
</file>

<file path=ppt/notesSlides/_rels/notesSlide60.xml.rels><?xml version="1.0" encoding="utf-8"?><Relationships xmlns="http://schemas.openxmlformats.org/package/2006/relationships"><Relationship Type="http://schemas.openxmlformats.org/officeDocument/2006/relationships/slide" Target="../slides/slide60.xml" Id="R8d10afa13d654619"/><Relationship Type="http://schemas.openxmlformats.org/officeDocument/2006/relationships/notesMaster" Target="../notesMasters/notesMaster5.xml" Id="R909369f469a04481"/></Relationships>
</file>

<file path=ppt/notesSlides/_rels/notesSlide61.xml.rels><?xml version="1.0" encoding="utf-8"?><Relationships xmlns="http://schemas.openxmlformats.org/package/2006/relationships"><Relationship Type="http://schemas.openxmlformats.org/officeDocument/2006/relationships/slide" Target="../slides/slide61.xml" Id="Re8e86f8c1d8d438c"/><Relationship Type="http://schemas.openxmlformats.org/officeDocument/2006/relationships/notesMaster" Target="../notesMasters/notesMaster5.xml" Id="R0c28dba7177145db"/></Relationships>
</file>

<file path=ppt/notesSlides/_rels/notesSlide62.xml.rels><?xml version="1.0" encoding="utf-8"?><Relationships xmlns="http://schemas.openxmlformats.org/package/2006/relationships"><Relationship Type="http://schemas.openxmlformats.org/officeDocument/2006/relationships/slide" Target="../slides/slide62.xml" Id="Reb5d3337b29542ff"/><Relationship Type="http://schemas.openxmlformats.org/officeDocument/2006/relationships/notesMaster" Target="../notesMasters/notesMaster5.xml" Id="R94a4dae5eb364c7c"/></Relationships>
</file>

<file path=ppt/notesSlides/_rels/notesSlide63.xml.rels><?xml version="1.0" encoding="utf-8"?><Relationships xmlns="http://schemas.openxmlformats.org/package/2006/relationships"><Relationship Type="http://schemas.openxmlformats.org/officeDocument/2006/relationships/slide" Target="../slides/slide63.xml" Id="Raf944f4fcf204b34"/><Relationship Type="http://schemas.openxmlformats.org/officeDocument/2006/relationships/notesMaster" Target="../notesMasters/notesMaster5.xml" Id="R35a23e84d1374ee0"/></Relationships>
</file>

<file path=ppt/notesSlides/_rels/notesSlide64.xml.rels><?xml version="1.0" encoding="utf-8"?><Relationships xmlns="http://schemas.openxmlformats.org/package/2006/relationships"><Relationship Type="http://schemas.openxmlformats.org/officeDocument/2006/relationships/slide" Target="../slides/slide64.xml" Id="R66ab307ab5cf471c"/><Relationship Type="http://schemas.openxmlformats.org/officeDocument/2006/relationships/notesMaster" Target="../notesMasters/notesMaster5.xml" Id="Rfb098c9792144639"/></Relationships>
</file>

<file path=ppt/notesSlides/_rels/notesSlide65.xml.rels><?xml version="1.0" encoding="utf-8"?><Relationships xmlns="http://schemas.openxmlformats.org/package/2006/relationships"><Relationship Type="http://schemas.openxmlformats.org/officeDocument/2006/relationships/slide" Target="../slides/slide65.xml" Id="R09b1b577718f4ac1"/><Relationship Type="http://schemas.openxmlformats.org/officeDocument/2006/relationships/notesMaster" Target="../notesMasters/notesMaster5.xml" Id="R490d29519ffa4719"/></Relationships>
</file>

<file path=ppt/notesSlides/_rels/notesSlide66.xml.rels><?xml version="1.0" encoding="utf-8"?><Relationships xmlns="http://schemas.openxmlformats.org/package/2006/relationships"><Relationship Type="http://schemas.openxmlformats.org/officeDocument/2006/relationships/slide" Target="../slides/slide66.xml" Id="Ra1cc386f9c07450c"/><Relationship Type="http://schemas.openxmlformats.org/officeDocument/2006/relationships/notesMaster" Target="../notesMasters/notesMaster5.xml" Id="R5d5446fefc954395"/></Relationships>
</file>

<file path=ppt/notesSlides/_rels/notesSlide67.xml.rels><?xml version="1.0" encoding="utf-8"?><Relationships xmlns="http://schemas.openxmlformats.org/package/2006/relationships"><Relationship Type="http://schemas.openxmlformats.org/officeDocument/2006/relationships/slide" Target="../slides/slide67.xml" Id="Rf90ea439ee3a4c0b"/><Relationship Type="http://schemas.openxmlformats.org/officeDocument/2006/relationships/notesMaster" Target="../notesMasters/notesMaster6.xml" Id="R7655bef6762d442d"/></Relationships>
</file>

<file path=ppt/notesSlides/_rels/notesSlide68.xml.rels><?xml version="1.0" encoding="utf-8"?><Relationships xmlns="http://schemas.openxmlformats.org/package/2006/relationships"><Relationship Type="http://schemas.openxmlformats.org/officeDocument/2006/relationships/slide" Target="../slides/slide68.xml" Id="R7b3e5eba99354292"/><Relationship Type="http://schemas.openxmlformats.org/officeDocument/2006/relationships/notesMaster" Target="../notesMasters/notesMaster6.xml" Id="R2f109b3a22c34055"/></Relationships>
</file>

<file path=ppt/notesSlides/_rels/notesSlide69.xml.rels><?xml version="1.0" encoding="utf-8"?><Relationships xmlns="http://schemas.openxmlformats.org/package/2006/relationships"><Relationship Type="http://schemas.openxmlformats.org/officeDocument/2006/relationships/slide" Target="../slides/slide69.xml" Id="Rdafa6bbc9bff4a7c"/><Relationship Type="http://schemas.openxmlformats.org/officeDocument/2006/relationships/notesMaster" Target="../notesMasters/notesMaster6.xml" Id="Rb20a5850f43749da"/></Relationships>
</file>

<file path=ppt/notesSlides/_rels/notesSlide70.xml.rels><?xml version="1.0" encoding="utf-8"?><Relationships xmlns="http://schemas.openxmlformats.org/package/2006/relationships"><Relationship Type="http://schemas.openxmlformats.org/officeDocument/2006/relationships/slide" Target="../slides/slide70.xml" Id="R9b19e0c3e67b4327"/><Relationship Type="http://schemas.openxmlformats.org/officeDocument/2006/relationships/notesMaster" Target="../notesMasters/notesMaster6.xml" Id="R85d04d8622df4443"/></Relationships>
</file>

<file path=ppt/notesSlides/_rels/notesSlide71.xml.rels><?xml version="1.0" encoding="utf-8"?><Relationships xmlns="http://schemas.openxmlformats.org/package/2006/relationships"><Relationship Type="http://schemas.openxmlformats.org/officeDocument/2006/relationships/slide" Target="../slides/slide71.xml" Id="Ra59da24776924450"/><Relationship Type="http://schemas.openxmlformats.org/officeDocument/2006/relationships/notesMaster" Target="../notesMasters/notesMaster6.xml" Id="Rda164251073142cb"/></Relationships>
</file>

<file path=ppt/notesSlides/_rels/notesSlide72.xml.rels><?xml version="1.0" encoding="utf-8"?><Relationships xmlns="http://schemas.openxmlformats.org/package/2006/relationships"><Relationship Type="http://schemas.openxmlformats.org/officeDocument/2006/relationships/slide" Target="../slides/slide72.xml" Id="R0c49a08f07ab4330"/><Relationship Type="http://schemas.openxmlformats.org/officeDocument/2006/relationships/notesMaster" Target="../notesMasters/notesMaster6.xml" Id="R4d7a75d389ca4c82"/></Relationships>
</file>

<file path=ppt/notesSlides/_rels/notesSlide73.xml.rels><?xml version="1.0" encoding="utf-8"?><Relationships xmlns="http://schemas.openxmlformats.org/package/2006/relationships"><Relationship Type="http://schemas.openxmlformats.org/officeDocument/2006/relationships/slide" Target="../slides/slide73.xml" Id="R27556926e5544787"/><Relationship Type="http://schemas.openxmlformats.org/officeDocument/2006/relationships/notesMaster" Target="../notesMasters/notesMaster6.xml" Id="R4de011a39ebe4d7e"/></Relationships>
</file>

<file path=ppt/notesSlides/_rels/notesSlide74.xml.rels><?xml version="1.0" encoding="utf-8"?><Relationships xmlns="http://schemas.openxmlformats.org/package/2006/relationships"><Relationship Type="http://schemas.openxmlformats.org/officeDocument/2006/relationships/slide" Target="../slides/slide74.xml" Id="R11f6ddf6bc0741a8"/><Relationship Type="http://schemas.openxmlformats.org/officeDocument/2006/relationships/notesMaster" Target="../notesMasters/notesMaster6.xml" Id="R6fcb8f411a5844dc"/></Relationships>
</file>

<file path=ppt/notesSlides/_rels/notesSlide75.xml.rels><?xml version="1.0" encoding="utf-8"?><Relationships xmlns="http://schemas.openxmlformats.org/package/2006/relationships"><Relationship Type="http://schemas.openxmlformats.org/officeDocument/2006/relationships/slide" Target="../slides/slide75.xml" Id="Ref33f4a5e8d74fa2"/><Relationship Type="http://schemas.openxmlformats.org/officeDocument/2006/relationships/notesMaster" Target="../notesMasters/notesMaster6.xml" Id="R6ae42c69acc045be"/></Relationships>
</file>

<file path=ppt/notesSlides/_rels/notesSlide76.xml.rels><?xml version="1.0" encoding="utf-8"?><Relationships xmlns="http://schemas.openxmlformats.org/package/2006/relationships"><Relationship Type="http://schemas.openxmlformats.org/officeDocument/2006/relationships/slide" Target="../slides/slide76.xml" Id="R9b62c39436bc4142"/><Relationship Type="http://schemas.openxmlformats.org/officeDocument/2006/relationships/notesMaster" Target="../notesMasters/notesMaster6.xml" Id="R66fae8a824e94cd3"/></Relationships>
</file>

<file path=ppt/notesSlides/_rels/notesSlide77.xml.rels><?xml version="1.0" encoding="utf-8"?><Relationships xmlns="http://schemas.openxmlformats.org/package/2006/relationships"><Relationship Type="http://schemas.openxmlformats.org/officeDocument/2006/relationships/slide" Target="../slides/slide77.xml" Id="Ree4af887734f46eb"/><Relationship Type="http://schemas.openxmlformats.org/officeDocument/2006/relationships/notesMaster" Target="../notesMasters/notesMaster6.xml" Id="R95c0dd3869ae415e"/></Relationships>
</file>

<file path=ppt/notesSlides/_rels/notesSlide78.xml.rels><?xml version="1.0" encoding="utf-8"?><Relationships xmlns="http://schemas.openxmlformats.org/package/2006/relationships"><Relationship Type="http://schemas.openxmlformats.org/officeDocument/2006/relationships/slide" Target="../slides/slide78.xml" Id="R6f4a1a892fe74d89"/><Relationship Type="http://schemas.openxmlformats.org/officeDocument/2006/relationships/notesMaster" Target="../notesMasters/notesMaster6.xml" Id="R39df9544d2014f23"/></Relationships>
</file>

<file path=ppt/notesSlides/_rels/notesSlide79.xml.rels><?xml version="1.0" encoding="utf-8"?><Relationships xmlns="http://schemas.openxmlformats.org/package/2006/relationships"><Relationship Type="http://schemas.openxmlformats.org/officeDocument/2006/relationships/slide" Target="../slides/slide79.xml" Id="R3c1bf9bf97d848f0"/><Relationship Type="http://schemas.openxmlformats.org/officeDocument/2006/relationships/notesMaster" Target="../notesMasters/notesMaster6.xml" Id="Ra8aaf41e220a4af6"/></Relationships>
</file>

<file path=ppt/notesSlides/_rels/notesSlide80.xml.rels><?xml version="1.0" encoding="utf-8"?><Relationships xmlns="http://schemas.openxmlformats.org/package/2006/relationships"><Relationship Type="http://schemas.openxmlformats.org/officeDocument/2006/relationships/slide" Target="../slides/slide80.xml" Id="Rf86a27523d464624"/><Relationship Type="http://schemas.openxmlformats.org/officeDocument/2006/relationships/notesMaster" Target="../notesMasters/notesMaster6.xml" Id="R16e47cfe707b454c"/></Relationships>
</file>

<file path=ppt/notesSlides/_rels/notesSlide81.xml.rels><?xml version="1.0" encoding="utf-8"?><Relationships xmlns="http://schemas.openxmlformats.org/package/2006/relationships"><Relationship Type="http://schemas.openxmlformats.org/officeDocument/2006/relationships/slide" Target="../slides/slide81.xml" Id="Rc954b9a5cb2847c4"/><Relationship Type="http://schemas.openxmlformats.org/officeDocument/2006/relationships/notesMaster" Target="../notesMasters/notesMaster6.xml" Id="Rf001d6e5ee0f4cec"/></Relationships>
</file>

<file path=ppt/notesSlides/_rels/notesSlide82.xml.rels><?xml version="1.0" encoding="utf-8"?><Relationships xmlns="http://schemas.openxmlformats.org/package/2006/relationships"><Relationship Type="http://schemas.openxmlformats.org/officeDocument/2006/relationships/slide" Target="../slides/slide82.xml" Id="Ra2015cff7a9f446b"/><Relationship Type="http://schemas.openxmlformats.org/officeDocument/2006/relationships/notesMaster" Target="../notesMasters/notesMaster6.xml" Id="R03bc10a4269b48f2"/></Relationships>
</file>

<file path=ppt/notesSlides/_rels/notesSlide83.xml.rels><?xml version="1.0" encoding="utf-8"?><Relationships xmlns="http://schemas.openxmlformats.org/package/2006/relationships"><Relationship Type="http://schemas.openxmlformats.org/officeDocument/2006/relationships/slide" Target="../slides/slide83.xml" Id="Rf567f79c3c5b4b32"/><Relationship Type="http://schemas.openxmlformats.org/officeDocument/2006/relationships/notesMaster" Target="../notesMasters/notesMaster6.xml" Id="R0eeabe3ded11489a"/></Relationships>
</file>

<file path=ppt/notesSlides/_rels/notesSlide84.xml.rels><?xml version="1.0" encoding="utf-8"?><Relationships xmlns="http://schemas.openxmlformats.org/package/2006/relationships"><Relationship Type="http://schemas.openxmlformats.org/officeDocument/2006/relationships/slide" Target="../slides/slide84.xml" Id="Rca65ccce0a6349b7"/><Relationship Type="http://schemas.openxmlformats.org/officeDocument/2006/relationships/notesMaster" Target="../notesMasters/notesMaster6.xml" Id="R9d6aa6647d0a4551"/></Relationships>
</file>

<file path=ppt/notesSlides/_rels/notesSlide85.xml.rels><?xml version="1.0" encoding="utf-8"?><Relationships xmlns="http://schemas.openxmlformats.org/package/2006/relationships"><Relationship Type="http://schemas.openxmlformats.org/officeDocument/2006/relationships/slide" Target="../slides/slide85.xml" Id="R6e237dea87a84579"/><Relationship Type="http://schemas.openxmlformats.org/officeDocument/2006/relationships/notesMaster" Target="../notesMasters/notesMaster6.xml" Id="R83edfddbb0234996"/></Relationships>
</file>

<file path=ppt/notesSlides/_rels/notesSlide86.xml.rels><?xml version="1.0" encoding="utf-8"?><Relationships xmlns="http://schemas.openxmlformats.org/package/2006/relationships"><Relationship Type="http://schemas.openxmlformats.org/officeDocument/2006/relationships/slide" Target="../slides/slide86.xml" Id="R3fbca75046b54483"/><Relationship Type="http://schemas.openxmlformats.org/officeDocument/2006/relationships/notesMaster" Target="../notesMasters/notesMaster6.xml" Id="Rea4a2c24009744ce"/></Relationships>
</file>

<file path=ppt/notesSlides/_rels/notesSlide87.xml.rels><?xml version="1.0" encoding="utf-8"?><Relationships xmlns="http://schemas.openxmlformats.org/package/2006/relationships"><Relationship Type="http://schemas.openxmlformats.org/officeDocument/2006/relationships/slide" Target="../slides/slide87.xml" Id="R9f1938e45c57410c"/><Relationship Type="http://schemas.openxmlformats.org/officeDocument/2006/relationships/notesMaster" Target="../notesMasters/notesMaster6.xml" Id="R5e9e0f3d997f45e6"/></Relationships>
</file>

<file path=ppt/notesSlides/_rels/notesSlide88.xml.rels><?xml version="1.0" encoding="utf-8"?><Relationships xmlns="http://schemas.openxmlformats.org/package/2006/relationships"><Relationship Type="http://schemas.openxmlformats.org/officeDocument/2006/relationships/slide" Target="../slides/slide88.xml" Id="R80c0a0e63afe48a2"/><Relationship Type="http://schemas.openxmlformats.org/officeDocument/2006/relationships/notesMaster" Target="../notesMasters/notesMaster6.xml" Id="R4b196e59a0de412d"/></Relationships>
</file>

<file path=ppt/notesSlides/_rels/notesSlide89.xml.rels><?xml version="1.0" encoding="utf-8"?><Relationships xmlns="http://schemas.openxmlformats.org/package/2006/relationships"><Relationship Type="http://schemas.openxmlformats.org/officeDocument/2006/relationships/slide" Target="../slides/slide89.xml" Id="Rce9a7edec699495c"/><Relationship Type="http://schemas.openxmlformats.org/officeDocument/2006/relationships/notesMaster" Target="../notesMasters/notesMaster6.xml" Id="Racd56c5e50cf4268"/></Relationships>
</file>

<file path=ppt/notesSlides/_rels/notesSlide90.xml.rels><?xml version="1.0" encoding="utf-8"?><Relationships xmlns="http://schemas.openxmlformats.org/package/2006/relationships"><Relationship Type="http://schemas.openxmlformats.org/officeDocument/2006/relationships/slide" Target="../slides/slide90.xml" Id="Rc090719c94714c56"/><Relationship Type="http://schemas.openxmlformats.org/officeDocument/2006/relationships/notesMaster" Target="../notesMasters/notesMaster6.xml" Id="R497025de6f0a4f7b"/></Relationships>
</file>

<file path=ppt/notesSlides/_rels/notesSlide91.xml.rels><?xml version="1.0" encoding="utf-8"?><Relationships xmlns="http://schemas.openxmlformats.org/package/2006/relationships"><Relationship Type="http://schemas.openxmlformats.org/officeDocument/2006/relationships/slide" Target="../slides/slide91.xml" Id="R0f219db9681c478d"/><Relationship Type="http://schemas.openxmlformats.org/officeDocument/2006/relationships/notesMaster" Target="../notesMasters/notesMaster7.xml" Id="R478d1cf34ac546dd"/></Relationships>
</file>

<file path=ppt/notesSlides/_rels/notesSlide92.xml.rels><?xml version="1.0" encoding="utf-8"?><Relationships xmlns="http://schemas.openxmlformats.org/package/2006/relationships"><Relationship Type="http://schemas.openxmlformats.org/officeDocument/2006/relationships/slide" Target="../slides/slide92.xml" Id="Rb53d544226df4d39"/><Relationship Type="http://schemas.openxmlformats.org/officeDocument/2006/relationships/notesMaster" Target="../notesMasters/notesMaster7.xml" Id="R8f6edb0d107d41ba"/></Relationships>
</file>

<file path=ppt/notesSlides/_rels/notesSlide93.xml.rels><?xml version="1.0" encoding="utf-8"?><Relationships xmlns="http://schemas.openxmlformats.org/package/2006/relationships"><Relationship Type="http://schemas.openxmlformats.org/officeDocument/2006/relationships/slide" Target="../slides/slide93.xml" Id="R6f9b2a3515834788"/><Relationship Type="http://schemas.openxmlformats.org/officeDocument/2006/relationships/notesMaster" Target="../notesMasters/notesMaster7.xml" Id="Re4a6e76c17f84668"/></Relationships>
</file>

<file path=ppt/notesSlides/_rels/notesSlide94.xml.rels><?xml version="1.0" encoding="utf-8"?><Relationships xmlns="http://schemas.openxmlformats.org/package/2006/relationships"><Relationship Type="http://schemas.openxmlformats.org/officeDocument/2006/relationships/slide" Target="../slides/slide94.xml" Id="Re9ad6a025716414e"/><Relationship Type="http://schemas.openxmlformats.org/officeDocument/2006/relationships/notesMaster" Target="../notesMasters/notesMaster7.xml" Id="R74a800a9c28541c6"/></Relationships>
</file>

<file path=ppt/notesSlides/_rels/notesSlide95.xml.rels><?xml version="1.0" encoding="utf-8"?><Relationships xmlns="http://schemas.openxmlformats.org/package/2006/relationships"><Relationship Type="http://schemas.openxmlformats.org/officeDocument/2006/relationships/slide" Target="../slides/slide95.xml" Id="R61faf25b2cb249b5"/><Relationship Type="http://schemas.openxmlformats.org/officeDocument/2006/relationships/notesMaster" Target="../notesMasters/notesMaster7.xml" Id="Rf0bbb62095ee4062"/></Relationships>
</file>

<file path=ppt/notesSlides/_rels/notesSlide96.xml.rels><?xml version="1.0" encoding="utf-8"?><Relationships xmlns="http://schemas.openxmlformats.org/package/2006/relationships"><Relationship Type="http://schemas.openxmlformats.org/officeDocument/2006/relationships/slide" Target="../slides/slide96.xml" Id="Rae7b840fc7464ccd"/><Relationship Type="http://schemas.openxmlformats.org/officeDocument/2006/relationships/notesMaster" Target="../notesMasters/notesMaster7.xml" Id="R5f3131625ece43a3"/></Relationships>
</file>

<file path=ppt/notesSlides/_rels/notesSlide97.xml.rels><?xml version="1.0" encoding="utf-8"?><Relationships xmlns="http://schemas.openxmlformats.org/package/2006/relationships"><Relationship Type="http://schemas.openxmlformats.org/officeDocument/2006/relationships/slide" Target="../slides/slide97.xml" Id="Rf6360926b4a742a0"/><Relationship Type="http://schemas.openxmlformats.org/officeDocument/2006/relationships/notesMaster" Target="../notesMasters/notesMaster7.xml" Id="Rfc3a8ee5d8e44fa4"/></Relationships>
</file>

<file path=ppt/notesSlides/_rels/notesSlide98.xml.rels><?xml version="1.0" encoding="utf-8"?><Relationships xmlns="http://schemas.openxmlformats.org/package/2006/relationships"><Relationship Type="http://schemas.openxmlformats.org/officeDocument/2006/relationships/slide" Target="../slides/slide98.xml" Id="Rf02f407d839a4e61"/><Relationship Type="http://schemas.openxmlformats.org/officeDocument/2006/relationships/notesMaster" Target="../notesMasters/notesMaster7.xml" Id="R031d2426e0d943d0"/></Relationships>
</file>

<file path=ppt/notesSlides/_rels/notesSlide99.xml.rels><?xml version="1.0" encoding="utf-8"?><Relationships xmlns="http://schemas.openxmlformats.org/package/2006/relationships"><Relationship Type="http://schemas.openxmlformats.org/officeDocument/2006/relationships/slide" Target="../slides/slide99.xml" Id="R5db763e315c04c6c"/><Relationship Type="http://schemas.openxmlformats.org/officeDocument/2006/relationships/notesMaster" Target="../notesMasters/notesMaster7.xml" Id="R0993a481893e4392"/></Relationships>
</file>

<file path=ppt/notesSlides/_rels/notesSlide100.xml.rels><?xml version="1.0" encoding="utf-8"?><Relationships xmlns="http://schemas.openxmlformats.org/package/2006/relationships"><Relationship Type="http://schemas.openxmlformats.org/officeDocument/2006/relationships/slide" Target="../slides/slide100.xml" Id="Raf237a9804b440d8"/><Relationship Type="http://schemas.openxmlformats.org/officeDocument/2006/relationships/notesMaster" Target="../notesMasters/notesMaster7.xml" Id="R9ef868f6f5694d19"/></Relationships>
</file>

<file path=ppt/notesSlides/_rels/notesSlide101.xml.rels><?xml version="1.0" encoding="utf-8"?><Relationships xmlns="http://schemas.openxmlformats.org/package/2006/relationships"><Relationship Type="http://schemas.openxmlformats.org/officeDocument/2006/relationships/slide" Target="../slides/slide101.xml" Id="Reb2aad0609554b53"/><Relationship Type="http://schemas.openxmlformats.org/officeDocument/2006/relationships/notesMaster" Target="../notesMasters/notesMaster7.xml" Id="Rc10e3d33884d40a9"/></Relationships>
</file>

<file path=ppt/notesSlides/_rels/notesSlide102.xml.rels><?xml version="1.0" encoding="utf-8"?><Relationships xmlns="http://schemas.openxmlformats.org/package/2006/relationships"><Relationship Type="http://schemas.openxmlformats.org/officeDocument/2006/relationships/slide" Target="../slides/slide102.xml" Id="R9cda696344eb4354"/><Relationship Type="http://schemas.openxmlformats.org/officeDocument/2006/relationships/notesMaster" Target="../notesMasters/notesMaster7.xml" Id="Rcb83f2f21e6a4160"/></Relationships>
</file>

<file path=ppt/notesSlides/_rels/notesSlide103.xml.rels><?xml version="1.0" encoding="utf-8"?><Relationships xmlns="http://schemas.openxmlformats.org/package/2006/relationships"><Relationship Type="http://schemas.openxmlformats.org/officeDocument/2006/relationships/slide" Target="../slides/slide103.xml" Id="R346c07768b12476e"/><Relationship Type="http://schemas.openxmlformats.org/officeDocument/2006/relationships/notesMaster" Target="../notesMasters/notesMaster7.xml" Id="Rb3a3a09e79cd404c"/></Relationships>
</file>

<file path=ppt/notesSlides/_rels/notesSlide104.xml.rels><?xml version="1.0" encoding="utf-8"?><Relationships xmlns="http://schemas.openxmlformats.org/package/2006/relationships"><Relationship Type="http://schemas.openxmlformats.org/officeDocument/2006/relationships/slide" Target="../slides/slide104.xml" Id="R4e4b7c7793db4994"/><Relationship Type="http://schemas.openxmlformats.org/officeDocument/2006/relationships/notesMaster" Target="../notesMasters/notesMaster7.xml" Id="R314110b3c9c140bd"/></Relationships>
</file>

<file path=ppt/notesSlides/_rels/notesSlide105.xml.rels><?xml version="1.0" encoding="utf-8"?><Relationships xmlns="http://schemas.openxmlformats.org/package/2006/relationships"><Relationship Type="http://schemas.openxmlformats.org/officeDocument/2006/relationships/slide" Target="../slides/slide105.xml" Id="R2520616a9e234ddf"/><Relationship Type="http://schemas.openxmlformats.org/officeDocument/2006/relationships/notesMaster" Target="../notesMasters/notesMaster7.xml" Id="Rec428c98e3054730"/></Relationships>
</file>

<file path=ppt/notesSlides/_rels/notesSlide106.xml.rels><?xml version="1.0" encoding="utf-8"?><Relationships xmlns="http://schemas.openxmlformats.org/package/2006/relationships"><Relationship Type="http://schemas.openxmlformats.org/officeDocument/2006/relationships/slide" Target="../slides/slide106.xml" Id="R212623f01dae4d6e"/><Relationship Type="http://schemas.openxmlformats.org/officeDocument/2006/relationships/notesMaster" Target="../notesMasters/notesMaster7.xml" Id="R25aa5d4c69264d92"/></Relationships>
</file>

<file path=ppt/notesSlides/_rels/notesSlide107.xml.rels><?xml version="1.0" encoding="utf-8"?><Relationships xmlns="http://schemas.openxmlformats.org/package/2006/relationships"><Relationship Type="http://schemas.openxmlformats.org/officeDocument/2006/relationships/slide" Target="../slides/slide107.xml" Id="R2725bf57e68344d9"/><Relationship Type="http://schemas.openxmlformats.org/officeDocument/2006/relationships/notesMaster" Target="../notesMasters/notesMaster8.xml" Id="Rcc53f4b281f94e21"/></Relationships>
</file>

<file path=ppt/notesSlides/_rels/notesSlide108.xml.rels><?xml version="1.0" encoding="utf-8"?><Relationships xmlns="http://schemas.openxmlformats.org/package/2006/relationships"><Relationship Type="http://schemas.openxmlformats.org/officeDocument/2006/relationships/slide" Target="../slides/slide108.xml" Id="R1da64b795ed74140"/><Relationship Type="http://schemas.openxmlformats.org/officeDocument/2006/relationships/notesMaster" Target="../notesMasters/notesMaster8.xml" Id="Rb92808bbcb824fcc"/></Relationships>
</file>

<file path=ppt/notesSlides/_rels/notesSlide109.xml.rels><?xml version="1.0" encoding="utf-8"?><Relationships xmlns="http://schemas.openxmlformats.org/package/2006/relationships"><Relationship Type="http://schemas.openxmlformats.org/officeDocument/2006/relationships/slide" Target="../slides/slide109.xml" Id="R9b07fa742c194a99"/><Relationship Type="http://schemas.openxmlformats.org/officeDocument/2006/relationships/notesMaster" Target="../notesMasters/notesMaster8.xml" Id="R120106ea80f346a5"/></Relationships>
</file>

<file path=ppt/notesSlides/_rels/notesSlide110.xml.rels><?xml version="1.0" encoding="utf-8"?><Relationships xmlns="http://schemas.openxmlformats.org/package/2006/relationships"><Relationship Type="http://schemas.openxmlformats.org/officeDocument/2006/relationships/slide" Target="../slides/slide110.xml" Id="Ra414cd4777ed40f8"/><Relationship Type="http://schemas.openxmlformats.org/officeDocument/2006/relationships/notesMaster" Target="../notesMasters/notesMaster8.xml" Id="Rd4a530eb12f740a0"/></Relationships>
</file>

<file path=ppt/notesSlides/_rels/notesSlide111.xml.rels><?xml version="1.0" encoding="utf-8"?><Relationships xmlns="http://schemas.openxmlformats.org/package/2006/relationships"><Relationship Type="http://schemas.openxmlformats.org/officeDocument/2006/relationships/slide" Target="../slides/slide111.xml" Id="R2ae90bbb328d4f29"/><Relationship Type="http://schemas.openxmlformats.org/officeDocument/2006/relationships/notesMaster" Target="../notesMasters/notesMaster8.xml" Id="Rebc1eeb72e374843"/></Relationships>
</file>

<file path=ppt/notesSlides/_rels/notesSlide112.xml.rels><?xml version="1.0" encoding="utf-8"?><Relationships xmlns="http://schemas.openxmlformats.org/package/2006/relationships"><Relationship Type="http://schemas.openxmlformats.org/officeDocument/2006/relationships/slide" Target="../slides/slide112.xml" Id="R411f3f34d556474f"/><Relationship Type="http://schemas.openxmlformats.org/officeDocument/2006/relationships/notesMaster" Target="../notesMasters/notesMaster8.xml" Id="R749da626a77d4959"/></Relationships>
</file>

<file path=ppt/notesSlides/_rels/notesSlide113.xml.rels><?xml version="1.0" encoding="utf-8"?><Relationships xmlns="http://schemas.openxmlformats.org/package/2006/relationships"><Relationship Type="http://schemas.openxmlformats.org/officeDocument/2006/relationships/slide" Target="../slides/slide113.xml" Id="Rf5820301c4424a36"/><Relationship Type="http://schemas.openxmlformats.org/officeDocument/2006/relationships/notesMaster" Target="../notesMasters/notesMaster8.xml" Id="R310e89429cb549a4"/></Relationships>
</file>

<file path=ppt/notesSlides/_rels/notesSlide114.xml.rels><?xml version="1.0" encoding="utf-8"?><Relationships xmlns="http://schemas.openxmlformats.org/package/2006/relationships"><Relationship Type="http://schemas.openxmlformats.org/officeDocument/2006/relationships/slide" Target="../slides/slide114.xml" Id="Ra6ed9db4e2674757"/><Relationship Type="http://schemas.openxmlformats.org/officeDocument/2006/relationships/notesMaster" Target="../notesMasters/notesMaster8.xml" Id="R6ddaff8897a64a2a"/></Relationships>
</file>

<file path=ppt/notesSlides/_rels/notesSlide115.xml.rels><?xml version="1.0" encoding="utf-8"?><Relationships xmlns="http://schemas.openxmlformats.org/package/2006/relationships"><Relationship Type="http://schemas.openxmlformats.org/officeDocument/2006/relationships/slide" Target="../slides/slide115.xml" Id="Rbb25a1c693b449a9"/><Relationship Type="http://schemas.openxmlformats.org/officeDocument/2006/relationships/notesMaster" Target="../notesMasters/notesMaster8.xml" Id="Re944264a1de94cce"/></Relationships>
</file>

<file path=ppt/notesSlides/_rels/notesSlide116.xml.rels><?xml version="1.0" encoding="utf-8"?><Relationships xmlns="http://schemas.openxmlformats.org/package/2006/relationships"><Relationship Type="http://schemas.openxmlformats.org/officeDocument/2006/relationships/slide" Target="../slides/slide116.xml" Id="R213036091c204098"/><Relationship Type="http://schemas.openxmlformats.org/officeDocument/2006/relationships/notesMaster" Target="../notesMasters/notesMaster8.xml" Id="Rfe4143a5297b4763"/></Relationships>
</file>

<file path=ppt/notesSlides/_rels/notesSlide117.xml.rels><?xml version="1.0" encoding="utf-8"?><Relationships xmlns="http://schemas.openxmlformats.org/package/2006/relationships"><Relationship Type="http://schemas.openxmlformats.org/officeDocument/2006/relationships/slide" Target="../slides/slide117.xml" Id="R91d4d77647f942dd"/><Relationship Type="http://schemas.openxmlformats.org/officeDocument/2006/relationships/notesMaster" Target="../notesMasters/notesMaster8.xml" Id="Rc7a78c90a8a34c13"/></Relationships>
</file>

<file path=ppt/notesSlides/_rels/notesSlide118.xml.rels><?xml version="1.0" encoding="utf-8"?><Relationships xmlns="http://schemas.openxmlformats.org/package/2006/relationships"><Relationship Type="http://schemas.openxmlformats.org/officeDocument/2006/relationships/slide" Target="../slides/slide118.xml" Id="R4edbb617290b44b6"/><Relationship Type="http://schemas.openxmlformats.org/officeDocument/2006/relationships/notesMaster" Target="../notesMasters/notesMaster8.xml" Id="Rad5baf30dbe145d2"/></Relationships>
</file>

<file path=ppt/notesSlides/_rels/notesSlide119.xml.rels><?xml version="1.0" encoding="utf-8"?><Relationships xmlns="http://schemas.openxmlformats.org/package/2006/relationships"><Relationship Type="http://schemas.openxmlformats.org/officeDocument/2006/relationships/slide" Target="../slides/slide119.xml" Id="Re9124974e8b24bc0"/><Relationship Type="http://schemas.openxmlformats.org/officeDocument/2006/relationships/notesMaster" Target="../notesMasters/notesMaster8.xml" Id="Rb006108ba2c748d5"/></Relationships>
</file>

<file path=ppt/notesSlides/_rels/notesSlide120.xml.rels><?xml version="1.0" encoding="utf-8"?><Relationships xmlns="http://schemas.openxmlformats.org/package/2006/relationships"><Relationship Type="http://schemas.openxmlformats.org/officeDocument/2006/relationships/slide" Target="../slides/slide120.xml" Id="Rbf0856d8253e4dde"/><Relationship Type="http://schemas.openxmlformats.org/officeDocument/2006/relationships/notesMaster" Target="../notesMasters/notesMaster8.xml" Id="Rd59fb54ca50a4875"/></Relationships>
</file>

<file path=ppt/notesSlides/_rels/notesSlide121.xml.rels><?xml version="1.0" encoding="utf-8"?><Relationships xmlns="http://schemas.openxmlformats.org/package/2006/relationships"><Relationship Type="http://schemas.openxmlformats.org/officeDocument/2006/relationships/slide" Target="../slides/slide121.xml" Id="Rceffb5cb02804f7f"/><Relationship Type="http://schemas.openxmlformats.org/officeDocument/2006/relationships/notesMaster" Target="../notesMasters/notesMaster8.xml" Id="R14fbd38e7d8340f9"/></Relationships>
</file>

<file path=ppt/notesSlides/_rels/notesSlide122.xml.rels><?xml version="1.0" encoding="utf-8"?><Relationships xmlns="http://schemas.openxmlformats.org/package/2006/relationships"><Relationship Type="http://schemas.openxmlformats.org/officeDocument/2006/relationships/slide" Target="../slides/slide122.xml" Id="Rc41ffc474f9e4da9"/><Relationship Type="http://schemas.openxmlformats.org/officeDocument/2006/relationships/notesMaster" Target="../notesMasters/notesMaster8.xml" Id="R3345b7e1e64c4e35"/></Relationships>
</file>

<file path=ppt/notesSlides/_rels/notesSlide123.xml.rels><?xml version="1.0" encoding="utf-8"?><Relationships xmlns="http://schemas.openxmlformats.org/package/2006/relationships"><Relationship Type="http://schemas.openxmlformats.org/officeDocument/2006/relationships/slide" Target="../slides/slide123.xml" Id="Rb7ea56aa58944496"/><Relationship Type="http://schemas.openxmlformats.org/officeDocument/2006/relationships/notesMaster" Target="../notesMasters/notesMaster8.xml" Id="R86089bbe46a74f66"/></Relationships>
</file>

<file path=ppt/notesSlides/_rels/notesSlide124.xml.rels><?xml version="1.0" encoding="utf-8"?><Relationships xmlns="http://schemas.openxmlformats.org/package/2006/relationships"><Relationship Type="http://schemas.openxmlformats.org/officeDocument/2006/relationships/slide" Target="../slides/slide124.xml" Id="Rc2817bb9ba3d4111"/><Relationship Type="http://schemas.openxmlformats.org/officeDocument/2006/relationships/notesMaster" Target="../notesMasters/notesMaster8.xml" Id="Rc849fe97dd3a4729"/></Relationships>
</file>

<file path=ppt/notesSlides/_rels/notesSlide125.xml.rels><?xml version="1.0" encoding="utf-8"?><Relationships xmlns="http://schemas.openxmlformats.org/package/2006/relationships"><Relationship Type="http://schemas.openxmlformats.org/officeDocument/2006/relationships/slide" Target="../slides/slide125.xml" Id="R40148af9bc8e4550"/><Relationship Type="http://schemas.openxmlformats.org/officeDocument/2006/relationships/notesMaster" Target="../notesMasters/notesMaster8.xml" Id="Rb4db3d974776446e"/></Relationships>
</file>

<file path=ppt/notesSlides/_rels/notesSlide126.xml.rels><?xml version="1.0" encoding="utf-8"?><Relationships xmlns="http://schemas.openxmlformats.org/package/2006/relationships"><Relationship Type="http://schemas.openxmlformats.org/officeDocument/2006/relationships/slide" Target="../slides/slide126.xml" Id="Rf4fe7bcec49c4a35"/><Relationship Type="http://schemas.openxmlformats.org/officeDocument/2006/relationships/notesMaster" Target="../notesMasters/notesMaster8.xml" Id="R91083e8975484866"/></Relationships>
</file>

<file path=ppt/notesSlides/_rels/notesSlide127.xml.rels><?xml version="1.0" encoding="utf-8"?><Relationships xmlns="http://schemas.openxmlformats.org/package/2006/relationships"><Relationship Type="http://schemas.openxmlformats.org/officeDocument/2006/relationships/slide" Target="../slides/slide127.xml" Id="Rbf8042c4592d4af7"/><Relationship Type="http://schemas.openxmlformats.org/officeDocument/2006/relationships/notesMaster" Target="../notesMasters/notesMaster8.xml" Id="R525ff8647ea9465d"/></Relationships>
</file>

<file path=ppt/notesSlides/_rels/notesSlide128.xml.rels><?xml version="1.0" encoding="utf-8"?><Relationships xmlns="http://schemas.openxmlformats.org/package/2006/relationships"><Relationship Type="http://schemas.openxmlformats.org/officeDocument/2006/relationships/slide" Target="../slides/slide128.xml" Id="R6a9b3d7727324a7f"/><Relationship Type="http://schemas.openxmlformats.org/officeDocument/2006/relationships/notesMaster" Target="../notesMasters/notesMaster8.xml" Id="R48bb19ed4cee4ef6"/></Relationships>
</file>

<file path=ppt/notesSlides/_rels/notesSlide129.xml.rels><?xml version="1.0" encoding="utf-8"?><Relationships xmlns="http://schemas.openxmlformats.org/package/2006/relationships"><Relationship Type="http://schemas.openxmlformats.org/officeDocument/2006/relationships/slide" Target="../slides/slide129.xml" Id="Rd5019857fdf74d31"/><Relationship Type="http://schemas.openxmlformats.org/officeDocument/2006/relationships/notesMaster" Target="../notesMasters/notesMaster9.xml" Id="R89bdf0d3a69142be"/></Relationships>
</file>

<file path=ppt/notesSlides/_rels/notesSlide130.xml.rels><?xml version="1.0" encoding="utf-8"?><Relationships xmlns="http://schemas.openxmlformats.org/package/2006/relationships"><Relationship Type="http://schemas.openxmlformats.org/officeDocument/2006/relationships/slide" Target="../slides/slide130.xml" Id="R82217667f8444d0b"/><Relationship Type="http://schemas.openxmlformats.org/officeDocument/2006/relationships/notesMaster" Target="../notesMasters/notesMaster9.xml" Id="Rf7bb33a16e0a459e"/></Relationships>
</file>

<file path=ppt/notesSlides/_rels/notesSlide131.xml.rels><?xml version="1.0" encoding="utf-8"?><Relationships xmlns="http://schemas.openxmlformats.org/package/2006/relationships"><Relationship Type="http://schemas.openxmlformats.org/officeDocument/2006/relationships/slide" Target="../slides/slide131.xml" Id="R6bc9a61de9464ff4"/><Relationship Type="http://schemas.openxmlformats.org/officeDocument/2006/relationships/notesMaster" Target="../notesMasters/notesMaster9.xml" Id="Rce25ce86f1074ca7"/></Relationships>
</file>

<file path=ppt/notesSlides/_rels/notesSlide132.xml.rels><?xml version="1.0" encoding="utf-8"?><Relationships xmlns="http://schemas.openxmlformats.org/package/2006/relationships"><Relationship Type="http://schemas.openxmlformats.org/officeDocument/2006/relationships/slide" Target="../slides/slide132.xml" Id="Rd1065af2f6214709"/><Relationship Type="http://schemas.openxmlformats.org/officeDocument/2006/relationships/notesMaster" Target="../notesMasters/notesMaster9.xml" Id="R33afb31a892b463d"/></Relationships>
</file>

<file path=ppt/notesSlides/_rels/notesSlide133.xml.rels><?xml version="1.0" encoding="utf-8"?><Relationships xmlns="http://schemas.openxmlformats.org/package/2006/relationships"><Relationship Type="http://schemas.openxmlformats.org/officeDocument/2006/relationships/slide" Target="../slides/slide133.xml" Id="R944041b5f2fd4354"/><Relationship Type="http://schemas.openxmlformats.org/officeDocument/2006/relationships/notesMaster" Target="../notesMasters/notesMaster9.xml" Id="Rb0f7ed96518b4f37"/></Relationships>
</file>

<file path=ppt/notesSlides/_rels/notesSlide134.xml.rels><?xml version="1.0" encoding="utf-8"?><Relationships xmlns="http://schemas.openxmlformats.org/package/2006/relationships"><Relationship Type="http://schemas.openxmlformats.org/officeDocument/2006/relationships/slide" Target="../slides/slide134.xml" Id="R0f8db9cb650d44c8"/><Relationship Type="http://schemas.openxmlformats.org/officeDocument/2006/relationships/notesMaster" Target="../notesMasters/notesMaster9.xml" Id="Ref22e0869b814a58"/></Relationships>
</file>

<file path=ppt/notesSlides/_rels/notesSlide135.xml.rels><?xml version="1.0" encoding="utf-8"?><Relationships xmlns="http://schemas.openxmlformats.org/package/2006/relationships"><Relationship Type="http://schemas.openxmlformats.org/officeDocument/2006/relationships/slide" Target="../slides/slide135.xml" Id="R78a769e95b654f63"/><Relationship Type="http://schemas.openxmlformats.org/officeDocument/2006/relationships/notesMaster" Target="../notesMasters/notesMaster9.xml" Id="Re347628400b2479a"/></Relationships>
</file>

<file path=ppt/notesSlides/_rels/notesSlide136.xml.rels><?xml version="1.0" encoding="utf-8"?><Relationships xmlns="http://schemas.openxmlformats.org/package/2006/relationships"><Relationship Type="http://schemas.openxmlformats.org/officeDocument/2006/relationships/slide" Target="../slides/slide136.xml" Id="Re6355b6401024225"/><Relationship Type="http://schemas.openxmlformats.org/officeDocument/2006/relationships/notesMaster" Target="../notesMasters/notesMaster9.xml" Id="R2e3bda5b86d54ec9"/></Relationships>
</file>

<file path=ppt/notesSlides/_rels/notesSlide137.xml.rels><?xml version="1.0" encoding="utf-8"?><Relationships xmlns="http://schemas.openxmlformats.org/package/2006/relationships"><Relationship Type="http://schemas.openxmlformats.org/officeDocument/2006/relationships/slide" Target="../slides/slide137.xml" Id="R3304fd9b38d24c1c"/><Relationship Type="http://schemas.openxmlformats.org/officeDocument/2006/relationships/notesMaster" Target="../notesMasters/notesMaster9.xml" Id="R3355169f23b24bf4"/></Relationships>
</file>

<file path=ppt/notesSlides/_rels/notesSlide138.xml.rels><?xml version="1.0" encoding="utf-8"?><Relationships xmlns="http://schemas.openxmlformats.org/package/2006/relationships"><Relationship Type="http://schemas.openxmlformats.org/officeDocument/2006/relationships/slide" Target="../slides/slide138.xml" Id="Rdb91a19d9abf4dbc"/><Relationship Type="http://schemas.openxmlformats.org/officeDocument/2006/relationships/notesMaster" Target="../notesMasters/notesMaster9.xml" Id="R68c2e1d36fe84e95"/></Relationships>
</file>

<file path=ppt/notesSlides/_rels/notesSlide139.xml.rels><?xml version="1.0" encoding="utf-8"?><Relationships xmlns="http://schemas.openxmlformats.org/package/2006/relationships"><Relationship Type="http://schemas.openxmlformats.org/officeDocument/2006/relationships/slide" Target="../slides/slide139.xml" Id="R8e7bc496f2024d73"/><Relationship Type="http://schemas.openxmlformats.org/officeDocument/2006/relationships/notesMaster" Target="../notesMasters/notesMaster9.xml" Id="Reff98354f2cd400f"/></Relationships>
</file>

<file path=ppt/notesSlides/_rels/notesSlide140.xml.rels><?xml version="1.0" encoding="utf-8"?><Relationships xmlns="http://schemas.openxmlformats.org/package/2006/relationships"><Relationship Type="http://schemas.openxmlformats.org/officeDocument/2006/relationships/slide" Target="../slides/slide140.xml" Id="Rb8ab07af08ab4e48"/><Relationship Type="http://schemas.openxmlformats.org/officeDocument/2006/relationships/notesMaster" Target="../notesMasters/notesMaster9.xml" Id="R8fa5c96ee4d44901"/></Relationships>
</file>

<file path=ppt/notesSlides/_rels/notesSlide141.xml.rels><?xml version="1.0" encoding="utf-8"?><Relationships xmlns="http://schemas.openxmlformats.org/package/2006/relationships"><Relationship Type="http://schemas.openxmlformats.org/officeDocument/2006/relationships/slide" Target="../slides/slide141.xml" Id="R522d3b8ecb9e4847"/><Relationship Type="http://schemas.openxmlformats.org/officeDocument/2006/relationships/notesMaster" Target="../notesMasters/notesMaster9.xml" Id="R02038b783cce4c4b"/></Relationships>
</file>

<file path=ppt/notesSlides/_rels/notesSlide142.xml.rels><?xml version="1.0" encoding="utf-8"?><Relationships xmlns="http://schemas.openxmlformats.org/package/2006/relationships"><Relationship Type="http://schemas.openxmlformats.org/officeDocument/2006/relationships/slide" Target="../slides/slide142.xml" Id="R0b21e8015ea3499e"/><Relationship Type="http://schemas.openxmlformats.org/officeDocument/2006/relationships/notesMaster" Target="../notesMasters/notesMaster9.xml" Id="R4a2e2254389144ff"/></Relationships>
</file>

<file path=ppt/notesSlides/_rels/notesSlide143.xml.rels><?xml version="1.0" encoding="utf-8"?><Relationships xmlns="http://schemas.openxmlformats.org/package/2006/relationships"><Relationship Type="http://schemas.openxmlformats.org/officeDocument/2006/relationships/slide" Target="../slides/slide143.xml" Id="Rce9100f73a2d4963"/><Relationship Type="http://schemas.openxmlformats.org/officeDocument/2006/relationships/notesMaster" Target="../notesMasters/notesMaster9.xml" Id="Rba8441b5f7154a21"/></Relationships>
</file>

<file path=ppt/notesSlides/_rels/notesSlide144.xml.rels><?xml version="1.0" encoding="utf-8"?><Relationships xmlns="http://schemas.openxmlformats.org/package/2006/relationships"><Relationship Type="http://schemas.openxmlformats.org/officeDocument/2006/relationships/slide" Target="../slides/slide144.xml" Id="R01744f8001b74e98"/><Relationship Type="http://schemas.openxmlformats.org/officeDocument/2006/relationships/notesMaster" Target="../notesMasters/notesMaster9.xml" Id="Ra0e045bcfcd64f33"/></Relationships>
</file>

<file path=ppt/notesSlides/_rels/notesSlide145.xml.rels><?xml version="1.0" encoding="utf-8"?><Relationships xmlns="http://schemas.openxmlformats.org/package/2006/relationships"><Relationship Type="http://schemas.openxmlformats.org/officeDocument/2006/relationships/slide" Target="../slides/slide145.xml" Id="Rc4f6aa4cf2da428a"/><Relationship Type="http://schemas.openxmlformats.org/officeDocument/2006/relationships/notesMaster" Target="../notesMasters/notesMaster10.xml" Id="R7569f0d1ff9b4779"/></Relationships>
</file>

<file path=ppt/notesSlides/_rels/notesSlide146.xml.rels><?xml version="1.0" encoding="utf-8"?><Relationships xmlns="http://schemas.openxmlformats.org/package/2006/relationships"><Relationship Type="http://schemas.openxmlformats.org/officeDocument/2006/relationships/slide" Target="../slides/slide146.xml" Id="R75a6701b850240f7"/><Relationship Type="http://schemas.openxmlformats.org/officeDocument/2006/relationships/notesMaster" Target="../notesMasters/notesMaster10.xml" Id="Rd81c26c17fc64607"/></Relationships>
</file>

<file path=ppt/notesSlides/_rels/notesSlide147.xml.rels><?xml version="1.0" encoding="utf-8"?><Relationships xmlns="http://schemas.openxmlformats.org/package/2006/relationships"><Relationship Type="http://schemas.openxmlformats.org/officeDocument/2006/relationships/slide" Target="../slides/slide147.xml" Id="R51282ba5437e4ff6"/><Relationship Type="http://schemas.openxmlformats.org/officeDocument/2006/relationships/notesMaster" Target="../notesMasters/notesMaster10.xml" Id="R963db2d3ff2e4fc1"/></Relationships>
</file>

<file path=ppt/notesSlides/_rels/notesSlide148.xml.rels><?xml version="1.0" encoding="utf-8"?><Relationships xmlns="http://schemas.openxmlformats.org/package/2006/relationships"><Relationship Type="http://schemas.openxmlformats.org/officeDocument/2006/relationships/slide" Target="../slides/slide148.xml" Id="R13d3869a931e49c8"/><Relationship Type="http://schemas.openxmlformats.org/officeDocument/2006/relationships/notesMaster" Target="../notesMasters/notesMaster10.xml" Id="Rc4d67bf18b1c49aa"/></Relationships>
</file>

<file path=ppt/notesSlides/_rels/notesSlide149.xml.rels><?xml version="1.0" encoding="utf-8"?><Relationships xmlns="http://schemas.openxmlformats.org/package/2006/relationships"><Relationship Type="http://schemas.openxmlformats.org/officeDocument/2006/relationships/slide" Target="../slides/slide149.xml" Id="R7e4c81a49b764f07"/><Relationship Type="http://schemas.openxmlformats.org/officeDocument/2006/relationships/notesMaster" Target="../notesMasters/notesMaster10.xml" Id="R1b786eca47a44efc"/></Relationships>
</file>

<file path=ppt/notesSlides/_rels/notesSlide150.xml.rels><?xml version="1.0" encoding="utf-8"?><Relationships xmlns="http://schemas.openxmlformats.org/package/2006/relationships"><Relationship Type="http://schemas.openxmlformats.org/officeDocument/2006/relationships/slide" Target="../slides/slide150.xml" Id="R70c13f06731447dc"/><Relationship Type="http://schemas.openxmlformats.org/officeDocument/2006/relationships/notesMaster" Target="../notesMasters/notesMaster10.xml" Id="R3950df89ccc44984"/></Relationships>
</file>

<file path=ppt/notesSlides/_rels/notesSlide151.xml.rels><?xml version="1.0" encoding="utf-8"?><Relationships xmlns="http://schemas.openxmlformats.org/package/2006/relationships"><Relationship Type="http://schemas.openxmlformats.org/officeDocument/2006/relationships/slide" Target="../slides/slide151.xml" Id="R7fc6d2fc61aa421a"/><Relationship Type="http://schemas.openxmlformats.org/officeDocument/2006/relationships/notesMaster" Target="../notesMasters/notesMaster10.xml" Id="R4f25878e925c49ad"/></Relationships>
</file>

<file path=ppt/notesSlides/_rels/notesSlide152.xml.rels><?xml version="1.0" encoding="utf-8"?><Relationships xmlns="http://schemas.openxmlformats.org/package/2006/relationships"><Relationship Type="http://schemas.openxmlformats.org/officeDocument/2006/relationships/slide" Target="../slides/slide152.xml" Id="R4e8912a89f6c4ccb"/><Relationship Type="http://schemas.openxmlformats.org/officeDocument/2006/relationships/notesMaster" Target="../notesMasters/notesMaster10.xml" Id="R340a09ddcfad49c8"/></Relationships>
</file>

<file path=ppt/notesSlides/_rels/notesSlide153.xml.rels><?xml version="1.0" encoding="utf-8"?><Relationships xmlns="http://schemas.openxmlformats.org/package/2006/relationships"><Relationship Type="http://schemas.openxmlformats.org/officeDocument/2006/relationships/slide" Target="../slides/slide153.xml" Id="Rd8cee7ba01d94ddd"/><Relationship Type="http://schemas.openxmlformats.org/officeDocument/2006/relationships/notesMaster" Target="../notesMasters/notesMaster10.xml" Id="R862a1a5ac344456c"/></Relationships>
</file>

<file path=ppt/notesSlides/_rels/notesSlide154.xml.rels><?xml version="1.0" encoding="utf-8"?><Relationships xmlns="http://schemas.openxmlformats.org/package/2006/relationships"><Relationship Type="http://schemas.openxmlformats.org/officeDocument/2006/relationships/slide" Target="../slides/slide154.xml" Id="Rf886009e2d94494c"/><Relationship Type="http://schemas.openxmlformats.org/officeDocument/2006/relationships/notesMaster" Target="../notesMasters/notesMaster10.xml" Id="R8289a306ed6642ef"/></Relationships>
</file>

<file path=ppt/notesSlides/_rels/notesSlide155.xml.rels><?xml version="1.0" encoding="utf-8"?><Relationships xmlns="http://schemas.openxmlformats.org/package/2006/relationships"><Relationship Type="http://schemas.openxmlformats.org/officeDocument/2006/relationships/slide" Target="../slides/slide155.xml" Id="Raed4e7ecce8446f2"/><Relationship Type="http://schemas.openxmlformats.org/officeDocument/2006/relationships/notesMaster" Target="../notesMasters/notesMaster10.xml" Id="R3aa9f48be41e4a27"/></Relationships>
</file>

<file path=ppt/notesSlides/_rels/notesSlide156.xml.rels><?xml version="1.0" encoding="utf-8"?><Relationships xmlns="http://schemas.openxmlformats.org/package/2006/relationships"><Relationship Type="http://schemas.openxmlformats.org/officeDocument/2006/relationships/slide" Target="../slides/slide156.xml" Id="R23f38aa66ef2493d"/><Relationship Type="http://schemas.openxmlformats.org/officeDocument/2006/relationships/notesMaster" Target="../notesMasters/notesMaster10.xml" Id="R7ca55fb5a4ac4856"/></Relationships>
</file>

<file path=ppt/notesSlides/_rels/notesSlide157.xml.rels><?xml version="1.0" encoding="utf-8"?><Relationships xmlns="http://schemas.openxmlformats.org/package/2006/relationships"><Relationship Type="http://schemas.openxmlformats.org/officeDocument/2006/relationships/slide" Target="../slides/slide157.xml" Id="R0117470267a0484b"/><Relationship Type="http://schemas.openxmlformats.org/officeDocument/2006/relationships/notesMaster" Target="../notesMasters/notesMaster10.xml" Id="Rddad5d62cc094213"/></Relationships>
</file>

<file path=ppt/notesSlides/_rels/notesSlide158.xml.rels><?xml version="1.0" encoding="utf-8"?><Relationships xmlns="http://schemas.openxmlformats.org/package/2006/relationships"><Relationship Type="http://schemas.openxmlformats.org/officeDocument/2006/relationships/slide" Target="../slides/slide158.xml" Id="R72c3f715ecb049b1"/><Relationship Type="http://schemas.openxmlformats.org/officeDocument/2006/relationships/notesMaster" Target="../notesMasters/notesMaster10.xml" Id="R42960a8a80cc4b78"/></Relationships>
</file>

<file path=ppt/notesSlides/_rels/notesSlide159.xml.rels><?xml version="1.0" encoding="utf-8"?><Relationships xmlns="http://schemas.openxmlformats.org/package/2006/relationships"><Relationship Type="http://schemas.openxmlformats.org/officeDocument/2006/relationships/slide" Target="../slides/slide159.xml" Id="Rc5fe0135f9fe4964"/><Relationship Type="http://schemas.openxmlformats.org/officeDocument/2006/relationships/notesMaster" Target="../notesMasters/notesMaster10.xml" Id="Rbdae99008cad4630"/></Relationships>
</file>

<file path=ppt/notesSlides/_rels/notesSlide160.xml.rels><?xml version="1.0" encoding="utf-8"?><Relationships xmlns="http://schemas.openxmlformats.org/package/2006/relationships"><Relationship Type="http://schemas.openxmlformats.org/officeDocument/2006/relationships/slide" Target="../slides/slide160.xml" Id="R0c89592198cb418a"/><Relationship Type="http://schemas.openxmlformats.org/officeDocument/2006/relationships/notesMaster" Target="../notesMasters/notesMaster10.xml" Id="Rec3c16ce25714d34"/></Relationships>
</file>

<file path=ppt/notesSlides/_rels/notesSlide161.xml.rels><?xml version="1.0" encoding="utf-8"?><Relationships xmlns="http://schemas.openxmlformats.org/package/2006/relationships"><Relationship Type="http://schemas.openxmlformats.org/officeDocument/2006/relationships/slide" Target="../slides/slide161.xml" Id="R18f36d64787a4d59"/><Relationship Type="http://schemas.openxmlformats.org/officeDocument/2006/relationships/notesMaster" Target="../notesMasters/notesMaster10.xml" Id="Red95939a6f4b4053"/></Relationships>
</file>

<file path=ppt/notesSlides/_rels/notesSlide162.xml.rels><?xml version="1.0" encoding="utf-8"?><Relationships xmlns="http://schemas.openxmlformats.org/package/2006/relationships"><Relationship Type="http://schemas.openxmlformats.org/officeDocument/2006/relationships/slide" Target="../slides/slide162.xml" Id="R2841842ae12f492e"/><Relationship Type="http://schemas.openxmlformats.org/officeDocument/2006/relationships/notesMaster" Target="../notesMasters/notesMaster10.xml" Id="R4e2437fe9d634aea"/></Relationships>
</file>

<file path=ppt/notesSlides/_rels/notesSlide163.xml.rels><?xml version="1.0" encoding="utf-8"?><Relationships xmlns="http://schemas.openxmlformats.org/package/2006/relationships"><Relationship Type="http://schemas.openxmlformats.org/officeDocument/2006/relationships/slide" Target="../slides/slide163.xml" Id="Rc229c19ddb4f4a28"/><Relationship Type="http://schemas.openxmlformats.org/officeDocument/2006/relationships/notesMaster" Target="../notesMasters/notesMaster10.xml" Id="R55e1d59f1c07437b"/></Relationships>
</file>

<file path=ppt/notesSlides/_rels/notesSlide164.xml.rels><?xml version="1.0" encoding="utf-8"?><Relationships xmlns="http://schemas.openxmlformats.org/package/2006/relationships"><Relationship Type="http://schemas.openxmlformats.org/officeDocument/2006/relationships/slide" Target="../slides/slide164.xml" Id="Rb4e34711a1a043ea"/><Relationship Type="http://schemas.openxmlformats.org/officeDocument/2006/relationships/notesMaster" Target="../notesMasters/notesMaster10.xml" Id="R4eb12691f94943b2"/></Relationships>
</file>

<file path=ppt/notesSlides/_rels/notesSlide165.xml.rels><?xml version="1.0" encoding="utf-8"?><Relationships xmlns="http://schemas.openxmlformats.org/package/2006/relationships"><Relationship Type="http://schemas.openxmlformats.org/officeDocument/2006/relationships/slide" Target="../slides/slide165.xml" Id="R1839aa4c61164874"/><Relationship Type="http://schemas.openxmlformats.org/officeDocument/2006/relationships/notesMaster" Target="../notesMasters/notesMaster10.xml" Id="R3f9f868fdcd84a9a"/></Relationships>
</file>

<file path=ppt/notesSlides/_rels/notesSlide166.xml.rels><?xml version="1.0" encoding="utf-8"?><Relationships xmlns="http://schemas.openxmlformats.org/package/2006/relationships"><Relationship Type="http://schemas.openxmlformats.org/officeDocument/2006/relationships/slide" Target="../slides/slide166.xml" Id="Rf72f27d626104dc2"/><Relationship Type="http://schemas.openxmlformats.org/officeDocument/2006/relationships/notesMaster" Target="../notesMasters/notesMaster10.xml" Id="R264d00c24051413a"/></Relationships>
</file>

<file path=ppt/notesSlides/_rels/notesSlide167.xml.rels><?xml version="1.0" encoding="utf-8"?><Relationships xmlns="http://schemas.openxmlformats.org/package/2006/relationships"><Relationship Type="http://schemas.openxmlformats.org/officeDocument/2006/relationships/slide" Target="../slides/slide167.xml" Id="R6cf67645b5d74049"/><Relationship Type="http://schemas.openxmlformats.org/officeDocument/2006/relationships/notesMaster" Target="../notesMasters/notesMaster11.xml" Id="R280568e10ef6496c"/></Relationships>
</file>

<file path=ppt/notesSlides/_rels/notesSlide168.xml.rels><?xml version="1.0" encoding="utf-8"?><Relationships xmlns="http://schemas.openxmlformats.org/package/2006/relationships"><Relationship Type="http://schemas.openxmlformats.org/officeDocument/2006/relationships/slide" Target="../slides/slide168.xml" Id="R2e894ef1c5b9407d"/><Relationship Type="http://schemas.openxmlformats.org/officeDocument/2006/relationships/notesMaster" Target="../notesMasters/notesMaster11.xml" Id="Rd38a705a85f34e66"/></Relationships>
</file>

<file path=ppt/notesSlides/_rels/notesSlide169.xml.rels><?xml version="1.0" encoding="utf-8"?><Relationships xmlns="http://schemas.openxmlformats.org/package/2006/relationships"><Relationship Type="http://schemas.openxmlformats.org/officeDocument/2006/relationships/slide" Target="../slides/slide169.xml" Id="R6cd9ac26ec434efe"/><Relationship Type="http://schemas.openxmlformats.org/officeDocument/2006/relationships/notesMaster" Target="../notesMasters/notesMaster11.xml" Id="R4e9c13a1e9c44114"/></Relationships>
</file>

<file path=ppt/notesSlides/_rels/notesSlide170.xml.rels><?xml version="1.0" encoding="utf-8"?><Relationships xmlns="http://schemas.openxmlformats.org/package/2006/relationships"><Relationship Type="http://schemas.openxmlformats.org/officeDocument/2006/relationships/slide" Target="../slides/slide170.xml" Id="Ra7c817aad71f4ca0"/><Relationship Type="http://schemas.openxmlformats.org/officeDocument/2006/relationships/notesMaster" Target="../notesMasters/notesMaster11.xml" Id="R41a77848e35e4730"/></Relationships>
</file>

<file path=ppt/notesSlides/_rels/notesSlide171.xml.rels><?xml version="1.0" encoding="utf-8"?><Relationships xmlns="http://schemas.openxmlformats.org/package/2006/relationships"><Relationship Type="http://schemas.openxmlformats.org/officeDocument/2006/relationships/slide" Target="../slides/slide171.xml" Id="Rec6a68917f604467"/><Relationship Type="http://schemas.openxmlformats.org/officeDocument/2006/relationships/notesMaster" Target="../notesMasters/notesMaster11.xml" Id="Rc563a5cc0432447d"/></Relationships>
</file>

<file path=ppt/notesSlides/_rels/notesSlide172.xml.rels><?xml version="1.0" encoding="utf-8"?><Relationships xmlns="http://schemas.openxmlformats.org/package/2006/relationships"><Relationship Type="http://schemas.openxmlformats.org/officeDocument/2006/relationships/slide" Target="../slides/slide172.xml" Id="Rb47063a33ae64972"/><Relationship Type="http://schemas.openxmlformats.org/officeDocument/2006/relationships/notesMaster" Target="../notesMasters/notesMaster11.xml" Id="Rccb0d5264f524538"/></Relationships>
</file>

<file path=ppt/notesSlides/_rels/notesSlide173.xml.rels><?xml version="1.0" encoding="utf-8"?><Relationships xmlns="http://schemas.openxmlformats.org/package/2006/relationships"><Relationship Type="http://schemas.openxmlformats.org/officeDocument/2006/relationships/slide" Target="../slides/slide173.xml" Id="Rada80fb520f94fae"/><Relationship Type="http://schemas.openxmlformats.org/officeDocument/2006/relationships/notesMaster" Target="../notesMasters/notesMaster11.xml" Id="R0bded440eee149c1"/></Relationships>
</file>

<file path=ppt/notesSlides/_rels/notesSlide174.xml.rels><?xml version="1.0" encoding="utf-8"?><Relationships xmlns="http://schemas.openxmlformats.org/package/2006/relationships"><Relationship Type="http://schemas.openxmlformats.org/officeDocument/2006/relationships/slide" Target="../slides/slide174.xml" Id="R8b524a6e93ef4e25"/><Relationship Type="http://schemas.openxmlformats.org/officeDocument/2006/relationships/notesMaster" Target="../notesMasters/notesMaster11.xml" Id="R0bf42a5d61c54f75"/></Relationships>
</file>

<file path=ppt/notesSlides/_rels/notesSlide175.xml.rels><?xml version="1.0" encoding="utf-8"?><Relationships xmlns="http://schemas.openxmlformats.org/package/2006/relationships"><Relationship Type="http://schemas.openxmlformats.org/officeDocument/2006/relationships/slide" Target="../slides/slide175.xml" Id="R5740de64f3314158"/><Relationship Type="http://schemas.openxmlformats.org/officeDocument/2006/relationships/notesMaster" Target="../notesMasters/notesMaster11.xml" Id="R8765119203d5441b"/></Relationships>
</file>

<file path=ppt/notesSlides/_rels/notesSlide176.xml.rels><?xml version="1.0" encoding="utf-8"?><Relationships xmlns="http://schemas.openxmlformats.org/package/2006/relationships"><Relationship Type="http://schemas.openxmlformats.org/officeDocument/2006/relationships/slide" Target="../slides/slide176.xml" Id="R48d863fd7fad4597"/><Relationship Type="http://schemas.openxmlformats.org/officeDocument/2006/relationships/notesMaster" Target="../notesMasters/notesMaster11.xml" Id="R6e79624f28174c2e"/></Relationships>
</file>

<file path=ppt/notesSlides/_rels/notesSlide177.xml.rels><?xml version="1.0" encoding="utf-8"?><Relationships xmlns="http://schemas.openxmlformats.org/package/2006/relationships"><Relationship Type="http://schemas.openxmlformats.org/officeDocument/2006/relationships/slide" Target="../slides/slide177.xml" Id="Rac8dd1c6b2e04b6f"/><Relationship Type="http://schemas.openxmlformats.org/officeDocument/2006/relationships/notesMaster" Target="../notesMasters/notesMaster11.xml" Id="Rb1b8fd5916074a8a"/></Relationships>
</file>

<file path=ppt/notesSlides/_rels/notesSlide178.xml.rels><?xml version="1.0" encoding="utf-8"?><Relationships xmlns="http://schemas.openxmlformats.org/package/2006/relationships"><Relationship Type="http://schemas.openxmlformats.org/officeDocument/2006/relationships/slide" Target="../slides/slide178.xml" Id="R4665dea33fc242f2"/><Relationship Type="http://schemas.openxmlformats.org/officeDocument/2006/relationships/notesMaster" Target="../notesMasters/notesMaster11.xml" Id="Rd787c13bd5664f3e"/></Relationships>
</file>

<file path=ppt/notesSlides/_rels/notesSlide179.xml.rels><?xml version="1.0" encoding="utf-8"?><Relationships xmlns="http://schemas.openxmlformats.org/package/2006/relationships"><Relationship Type="http://schemas.openxmlformats.org/officeDocument/2006/relationships/slide" Target="../slides/slide179.xml" Id="R46cc850f4f1443f8"/><Relationship Type="http://schemas.openxmlformats.org/officeDocument/2006/relationships/notesMaster" Target="../notesMasters/notesMaster11.xml" Id="Rff9533ddd590437a"/></Relationships>
</file>

<file path=ppt/notesSlides/_rels/notesSlide180.xml.rels><?xml version="1.0" encoding="utf-8"?><Relationships xmlns="http://schemas.openxmlformats.org/package/2006/relationships"><Relationship Type="http://schemas.openxmlformats.org/officeDocument/2006/relationships/slide" Target="../slides/slide180.xml" Id="R6fc715941fdd457b"/><Relationship Type="http://schemas.openxmlformats.org/officeDocument/2006/relationships/notesMaster" Target="../notesMasters/notesMaster11.xml" Id="R1d3c6e4afaa74a25"/></Relationships>
</file>

<file path=ppt/notesSlides/_rels/notesSlide181.xml.rels><?xml version="1.0" encoding="utf-8"?><Relationships xmlns="http://schemas.openxmlformats.org/package/2006/relationships"><Relationship Type="http://schemas.openxmlformats.org/officeDocument/2006/relationships/slide" Target="../slides/slide181.xml" Id="R095e2a4c9a914f65"/><Relationship Type="http://schemas.openxmlformats.org/officeDocument/2006/relationships/notesMaster" Target="../notesMasters/notesMaster11.xml" Id="R3405ac639bcd4d62"/></Relationships>
</file>

<file path=ppt/notesSlides/_rels/notesSlide182.xml.rels><?xml version="1.0" encoding="utf-8"?><Relationships xmlns="http://schemas.openxmlformats.org/package/2006/relationships"><Relationship Type="http://schemas.openxmlformats.org/officeDocument/2006/relationships/slide" Target="../slides/slide182.xml" Id="R2515977c926c45f0"/><Relationship Type="http://schemas.openxmlformats.org/officeDocument/2006/relationships/notesMaster" Target="../notesMasters/notesMaster11.xml" Id="R7cc6c8a2eabc4778"/></Relationships>
</file>

<file path=ppt/notesSlides/_rels/notesSlide183.xml.rels><?xml version="1.0" encoding="utf-8"?><Relationships xmlns="http://schemas.openxmlformats.org/package/2006/relationships"><Relationship Type="http://schemas.openxmlformats.org/officeDocument/2006/relationships/slide" Target="../slides/slide183.xml" Id="Rcac31e0f49d740cb"/><Relationship Type="http://schemas.openxmlformats.org/officeDocument/2006/relationships/notesMaster" Target="../notesMasters/notesMaster11.xml" Id="R8a4e803f17c64cf8"/></Relationships>
</file>

<file path=ppt/notesSlides/_rels/notesSlide184.xml.rels><?xml version="1.0" encoding="utf-8"?><Relationships xmlns="http://schemas.openxmlformats.org/package/2006/relationships"><Relationship Type="http://schemas.openxmlformats.org/officeDocument/2006/relationships/slide" Target="../slides/slide184.xml" Id="R72d668701c034c1f"/><Relationship Type="http://schemas.openxmlformats.org/officeDocument/2006/relationships/notesMaster" Target="../notesMasters/notesMaster11.xml" Id="R575406bd82ea405b"/></Relationships>
</file>

<file path=ppt/notesSlides/_rels/notesSlide185.xml.rels><?xml version="1.0" encoding="utf-8"?><Relationships xmlns="http://schemas.openxmlformats.org/package/2006/relationships"><Relationship Type="http://schemas.openxmlformats.org/officeDocument/2006/relationships/slide" Target="../slides/slide185.xml" Id="R2c5b990256634c9c"/><Relationship Type="http://schemas.openxmlformats.org/officeDocument/2006/relationships/notesMaster" Target="../notesMasters/notesMaster11.xml" Id="Rb9550ece038b4c2d"/></Relationships>
</file>

<file path=ppt/notesSlides/_rels/notesSlide186.xml.rels><?xml version="1.0" encoding="utf-8"?><Relationships xmlns="http://schemas.openxmlformats.org/package/2006/relationships"><Relationship Type="http://schemas.openxmlformats.org/officeDocument/2006/relationships/slide" Target="../slides/slide186.xml" Id="R9c8e1f9379a942a8"/><Relationship Type="http://schemas.openxmlformats.org/officeDocument/2006/relationships/notesMaster" Target="../notesMasters/notesMaster11.xml" Id="R13bd9143252b49f3"/></Relationships>
</file>

<file path=ppt/notesSlides/_rels/notesSlide187.xml.rels><?xml version="1.0" encoding="utf-8"?><Relationships xmlns="http://schemas.openxmlformats.org/package/2006/relationships"><Relationship Type="http://schemas.openxmlformats.org/officeDocument/2006/relationships/slide" Target="../slides/slide187.xml" Id="R9c3a9aeabc9447af"/><Relationship Type="http://schemas.openxmlformats.org/officeDocument/2006/relationships/notesMaster" Target="../notesMasters/notesMaster11.xml" Id="R8ff69c17a86d42d4"/></Relationships>
</file>

<file path=ppt/notesSlides/_rels/notesSlide188.xml.rels><?xml version="1.0" encoding="utf-8"?><Relationships xmlns="http://schemas.openxmlformats.org/package/2006/relationships"><Relationship Type="http://schemas.openxmlformats.org/officeDocument/2006/relationships/slide" Target="../slides/slide188.xml" Id="R91c861fd7a6346aa"/><Relationship Type="http://schemas.openxmlformats.org/officeDocument/2006/relationships/notesMaster" Target="../notesMasters/notesMaster11.xml" Id="R5323a18b853843ef"/></Relationships>
</file>

<file path=ppt/notesSlides/_rels/notesSlide189.xml.rels><?xml version="1.0" encoding="utf-8"?><Relationships xmlns="http://schemas.openxmlformats.org/package/2006/relationships"><Relationship Type="http://schemas.openxmlformats.org/officeDocument/2006/relationships/slide" Target="../slides/slide189.xml" Id="R3ac7ae6224224a86"/><Relationship Type="http://schemas.openxmlformats.org/officeDocument/2006/relationships/notesMaster" Target="../notesMasters/notesMaster11.xml" Id="R31c36e9576fa4413"/></Relationships>
</file>

<file path=ppt/notesSlides/_rels/notesSlide190.xml.rels><?xml version="1.0" encoding="utf-8"?><Relationships xmlns="http://schemas.openxmlformats.org/package/2006/relationships"><Relationship Type="http://schemas.openxmlformats.org/officeDocument/2006/relationships/slide" Target="../slides/slide190.xml" Id="Re19d319c17f347da"/><Relationship Type="http://schemas.openxmlformats.org/officeDocument/2006/relationships/notesMaster" Target="../notesMasters/notesMaster11.xml" Id="R628ceb19464f4634"/></Relationships>
</file>

<file path=ppt/notesSlides/_rels/notesSlide191.xml.rels><?xml version="1.0" encoding="utf-8"?><Relationships xmlns="http://schemas.openxmlformats.org/package/2006/relationships"><Relationship Type="http://schemas.openxmlformats.org/officeDocument/2006/relationships/slide" Target="../slides/slide191.xml" Id="Rfae69c08e7524b21"/><Relationship Type="http://schemas.openxmlformats.org/officeDocument/2006/relationships/notesMaster" Target="../notesMasters/notesMaster11.xml" Id="Rba9c00185eab4c33"/></Relationships>
</file>

<file path=ppt/notesSlides/_rels/notesSlide192.xml.rels><?xml version="1.0" encoding="utf-8"?><Relationships xmlns="http://schemas.openxmlformats.org/package/2006/relationships"><Relationship Type="http://schemas.openxmlformats.org/officeDocument/2006/relationships/slide" Target="../slides/slide192.xml" Id="R810bfca058bd45b3"/><Relationship Type="http://schemas.openxmlformats.org/officeDocument/2006/relationships/notesMaster" Target="../notesMasters/notesMaster11.xml" Id="Rc2e630160d6448e1"/></Relationships>
</file>

<file path=ppt/notesSlides/_rels/notesSlide193.xml.rels><?xml version="1.0" encoding="utf-8"?><Relationships xmlns="http://schemas.openxmlformats.org/package/2006/relationships"><Relationship Type="http://schemas.openxmlformats.org/officeDocument/2006/relationships/slide" Target="../slides/slide193.xml" Id="R5b0ac80c7cf049df"/><Relationship Type="http://schemas.openxmlformats.org/officeDocument/2006/relationships/notesMaster" Target="../notesMasters/notesMaster12.xml" Id="R919817485098437b"/></Relationships>
</file>

<file path=ppt/notesSlides/_rels/notesSlide194.xml.rels><?xml version="1.0" encoding="utf-8"?><Relationships xmlns="http://schemas.openxmlformats.org/package/2006/relationships"><Relationship Type="http://schemas.openxmlformats.org/officeDocument/2006/relationships/slide" Target="../slides/slide194.xml" Id="R7527eb3faeb845d3"/><Relationship Type="http://schemas.openxmlformats.org/officeDocument/2006/relationships/notesMaster" Target="../notesMasters/notesMaster12.xml" Id="Rd4677a35a9cb4bff"/></Relationships>
</file>

<file path=ppt/notesSlides/_rels/notesSlide195.xml.rels><?xml version="1.0" encoding="utf-8"?><Relationships xmlns="http://schemas.openxmlformats.org/package/2006/relationships"><Relationship Type="http://schemas.openxmlformats.org/officeDocument/2006/relationships/slide" Target="../slides/slide195.xml" Id="Red465d757b294d18"/><Relationship Type="http://schemas.openxmlformats.org/officeDocument/2006/relationships/notesMaster" Target="../notesMasters/notesMaster12.xml" Id="Rf0afb2fa49884ddd"/></Relationships>
</file>

<file path=ppt/notesSlides/_rels/notesSlide196.xml.rels><?xml version="1.0" encoding="utf-8"?><Relationships xmlns="http://schemas.openxmlformats.org/package/2006/relationships"><Relationship Type="http://schemas.openxmlformats.org/officeDocument/2006/relationships/slide" Target="../slides/slide196.xml" Id="R03a51de4d4a04118"/><Relationship Type="http://schemas.openxmlformats.org/officeDocument/2006/relationships/notesMaster" Target="../notesMasters/notesMaster12.xml" Id="R45fb60142e6547d1"/></Relationships>
</file>

<file path=ppt/notesSlides/_rels/notesSlide197.xml.rels><?xml version="1.0" encoding="utf-8"?><Relationships xmlns="http://schemas.openxmlformats.org/package/2006/relationships"><Relationship Type="http://schemas.openxmlformats.org/officeDocument/2006/relationships/slide" Target="../slides/slide197.xml" Id="R8aef2e34fc8b412b"/><Relationship Type="http://schemas.openxmlformats.org/officeDocument/2006/relationships/notesMaster" Target="../notesMasters/notesMaster12.xml" Id="R3f88701099a54cad"/></Relationships>
</file>

<file path=ppt/notesSlides/_rels/notesSlide198.xml.rels><?xml version="1.0" encoding="utf-8"?><Relationships xmlns="http://schemas.openxmlformats.org/package/2006/relationships"><Relationship Type="http://schemas.openxmlformats.org/officeDocument/2006/relationships/slide" Target="../slides/slide198.xml" Id="R1b810eb192e64d37"/><Relationship Type="http://schemas.openxmlformats.org/officeDocument/2006/relationships/notesMaster" Target="../notesMasters/notesMaster12.xml" Id="R1d2e300f87944c8a"/></Relationships>
</file>

<file path=ppt/notesSlides/_rels/notesSlide199.xml.rels><?xml version="1.0" encoding="utf-8"?><Relationships xmlns="http://schemas.openxmlformats.org/package/2006/relationships"><Relationship Type="http://schemas.openxmlformats.org/officeDocument/2006/relationships/slide" Target="../slides/slide199.xml" Id="R73b205c3b6d6482e"/><Relationship Type="http://schemas.openxmlformats.org/officeDocument/2006/relationships/notesMaster" Target="../notesMasters/notesMaster12.xml" Id="Rfa1bf6108ed84890"/></Relationships>
</file>

<file path=ppt/notesSlides/_rels/notesSlide200.xml.rels><?xml version="1.0" encoding="utf-8"?><Relationships xmlns="http://schemas.openxmlformats.org/package/2006/relationships"><Relationship Type="http://schemas.openxmlformats.org/officeDocument/2006/relationships/slide" Target="../slides/slide200.xml" Id="Re387b4427178417d"/><Relationship Type="http://schemas.openxmlformats.org/officeDocument/2006/relationships/notesMaster" Target="../notesMasters/notesMaster12.xml" Id="Rd5eb97b1b07c4de9"/></Relationships>
</file>

<file path=ppt/notesSlides/_rels/notesSlide201.xml.rels><?xml version="1.0" encoding="utf-8"?><Relationships xmlns="http://schemas.openxmlformats.org/package/2006/relationships"><Relationship Type="http://schemas.openxmlformats.org/officeDocument/2006/relationships/slide" Target="../slides/slide201.xml" Id="Rdecb02b919de4658"/><Relationship Type="http://schemas.openxmlformats.org/officeDocument/2006/relationships/notesMaster" Target="../notesMasters/notesMaster12.xml" Id="R7953f17313fb4c62"/></Relationships>
</file>

<file path=ppt/notesSlides/_rels/notesSlide202.xml.rels><?xml version="1.0" encoding="utf-8"?><Relationships xmlns="http://schemas.openxmlformats.org/package/2006/relationships"><Relationship Type="http://schemas.openxmlformats.org/officeDocument/2006/relationships/slide" Target="../slides/slide202.xml" Id="R9d5f3bfab8144da7"/><Relationship Type="http://schemas.openxmlformats.org/officeDocument/2006/relationships/notesMaster" Target="../notesMasters/notesMaster12.xml" Id="Rfcd966f8a5344706"/></Relationships>
</file>

<file path=ppt/notesSlides/_rels/notesSlide203.xml.rels><?xml version="1.0" encoding="utf-8"?><Relationships xmlns="http://schemas.openxmlformats.org/package/2006/relationships"><Relationship Type="http://schemas.openxmlformats.org/officeDocument/2006/relationships/slide" Target="../slides/slide203.xml" Id="Ref2aeab5ddaf4359"/><Relationship Type="http://schemas.openxmlformats.org/officeDocument/2006/relationships/notesMaster" Target="../notesMasters/notesMaster12.xml" Id="R710ac599b185444e"/></Relationships>
</file>

<file path=ppt/notesSlides/_rels/notesSlide204.xml.rels><?xml version="1.0" encoding="utf-8"?><Relationships xmlns="http://schemas.openxmlformats.org/package/2006/relationships"><Relationship Type="http://schemas.openxmlformats.org/officeDocument/2006/relationships/slide" Target="../slides/slide204.xml" Id="Rc64f7afde6014d0a"/><Relationship Type="http://schemas.openxmlformats.org/officeDocument/2006/relationships/notesMaster" Target="../notesMasters/notesMaster12.xml" Id="Rd8ae4678602d4202"/></Relationships>
</file>

<file path=ppt/notesSlides/_rels/notesSlide205.xml.rels><?xml version="1.0" encoding="utf-8"?><Relationships xmlns="http://schemas.openxmlformats.org/package/2006/relationships"><Relationship Type="http://schemas.openxmlformats.org/officeDocument/2006/relationships/slide" Target="../slides/slide205.xml" Id="Rdb3ba650e14b4447"/><Relationship Type="http://schemas.openxmlformats.org/officeDocument/2006/relationships/notesMaster" Target="../notesMasters/notesMaster13.xml" Id="Ra06c023569e943b0"/></Relationships>
</file>

<file path=ppt/notesSlides/_rels/notesSlide206.xml.rels><?xml version="1.0" encoding="utf-8"?><Relationships xmlns="http://schemas.openxmlformats.org/package/2006/relationships"><Relationship Type="http://schemas.openxmlformats.org/officeDocument/2006/relationships/slide" Target="../slides/slide206.xml" Id="R8ea5ded7a8bf4e95"/><Relationship Type="http://schemas.openxmlformats.org/officeDocument/2006/relationships/notesMaster" Target="../notesMasters/notesMaster13.xml" Id="R79f1641055514dc2"/></Relationships>
</file>

<file path=ppt/notesSlides/_rels/notesSlide207.xml.rels><?xml version="1.0" encoding="utf-8"?><Relationships xmlns="http://schemas.openxmlformats.org/package/2006/relationships"><Relationship Type="http://schemas.openxmlformats.org/officeDocument/2006/relationships/slide" Target="../slides/slide207.xml" Id="R080ddae854a6488e"/><Relationship Type="http://schemas.openxmlformats.org/officeDocument/2006/relationships/notesMaster" Target="../notesMasters/notesMaster13.xml" Id="Rd08b1a9072e54b96"/></Relationships>
</file>

<file path=ppt/notesSlides/_rels/notesSlide208.xml.rels><?xml version="1.0" encoding="utf-8"?><Relationships xmlns="http://schemas.openxmlformats.org/package/2006/relationships"><Relationship Type="http://schemas.openxmlformats.org/officeDocument/2006/relationships/slide" Target="../slides/slide208.xml" Id="Rf067e6c2897a4f70"/><Relationship Type="http://schemas.openxmlformats.org/officeDocument/2006/relationships/notesMaster" Target="../notesMasters/notesMaster13.xml" Id="Rc0484971739b461f"/></Relationships>
</file>

<file path=ppt/notesSlides/_rels/notesSlide209.xml.rels><?xml version="1.0" encoding="utf-8"?><Relationships xmlns="http://schemas.openxmlformats.org/package/2006/relationships"><Relationship Type="http://schemas.openxmlformats.org/officeDocument/2006/relationships/slide" Target="../slides/slide209.xml" Id="Recb98a67b3844d75"/><Relationship Type="http://schemas.openxmlformats.org/officeDocument/2006/relationships/notesMaster" Target="../notesMasters/notesMaster13.xml" Id="R8b0c83f358ac49ae"/></Relationships>
</file>

<file path=ppt/notesSlides/_rels/notesSlide210.xml.rels><?xml version="1.0" encoding="utf-8"?><Relationships xmlns="http://schemas.openxmlformats.org/package/2006/relationships"><Relationship Type="http://schemas.openxmlformats.org/officeDocument/2006/relationships/slide" Target="../slides/slide210.xml" Id="R2bf3b4af522445af"/><Relationship Type="http://schemas.openxmlformats.org/officeDocument/2006/relationships/notesMaster" Target="../notesMasters/notesMaster13.xml" Id="Rc6ca4145b52845cd"/></Relationships>
</file>

<file path=ppt/notesSlides/_rels/notesSlide211.xml.rels><?xml version="1.0" encoding="utf-8"?><Relationships xmlns="http://schemas.openxmlformats.org/package/2006/relationships"><Relationship Type="http://schemas.openxmlformats.org/officeDocument/2006/relationships/slide" Target="../slides/slide211.xml" Id="Ra110f7f53dea4372"/><Relationship Type="http://schemas.openxmlformats.org/officeDocument/2006/relationships/notesMaster" Target="../notesMasters/notesMaster13.xml" Id="R0bf06321788c4b3e"/></Relationships>
</file>

<file path=ppt/notesSlides/_rels/notesSlide212.xml.rels><?xml version="1.0" encoding="utf-8"?><Relationships xmlns="http://schemas.openxmlformats.org/package/2006/relationships"><Relationship Type="http://schemas.openxmlformats.org/officeDocument/2006/relationships/slide" Target="../slides/slide212.xml" Id="Rfb160246e91c4e1f"/><Relationship Type="http://schemas.openxmlformats.org/officeDocument/2006/relationships/notesMaster" Target="../notesMasters/notesMaster13.xml" Id="R8e1583d1bd88416d"/></Relationships>
</file>

<file path=ppt/notesSlides/_rels/notesSlide213.xml.rels><?xml version="1.0" encoding="utf-8"?><Relationships xmlns="http://schemas.openxmlformats.org/package/2006/relationships"><Relationship Type="http://schemas.openxmlformats.org/officeDocument/2006/relationships/slide" Target="../slides/slide213.xml" Id="Rb603c6bbae4540ee"/><Relationship Type="http://schemas.openxmlformats.org/officeDocument/2006/relationships/notesMaster" Target="../notesMasters/notesMaster13.xml" Id="Rcb67202ca5d4432a"/></Relationships>
</file>

<file path=ppt/notesSlides/_rels/notesSlide214.xml.rels><?xml version="1.0" encoding="utf-8"?><Relationships xmlns="http://schemas.openxmlformats.org/package/2006/relationships"><Relationship Type="http://schemas.openxmlformats.org/officeDocument/2006/relationships/slide" Target="../slides/slide214.xml" Id="Rb4d2330c38384d01"/><Relationship Type="http://schemas.openxmlformats.org/officeDocument/2006/relationships/notesMaster" Target="../notesMasters/notesMaster13.xml" Id="R3c060bc5b41f4e25"/></Relationships>
</file>

<file path=ppt/notesSlides/_rels/notesSlide215.xml.rels><?xml version="1.0" encoding="utf-8"?><Relationships xmlns="http://schemas.openxmlformats.org/package/2006/relationships"><Relationship Type="http://schemas.openxmlformats.org/officeDocument/2006/relationships/slide" Target="../slides/slide215.xml" Id="R1e690666ca934314"/><Relationship Type="http://schemas.openxmlformats.org/officeDocument/2006/relationships/notesMaster" Target="../notesMasters/notesMaster14.xml" Id="R58959e6e51544996"/></Relationships>
</file>

<file path=ppt/notesSlides/_rels/notesSlide216.xml.rels><?xml version="1.0" encoding="utf-8"?><Relationships xmlns="http://schemas.openxmlformats.org/package/2006/relationships"><Relationship Type="http://schemas.openxmlformats.org/officeDocument/2006/relationships/slide" Target="../slides/slide216.xml" Id="R069f062676ac4fb0"/><Relationship Type="http://schemas.openxmlformats.org/officeDocument/2006/relationships/notesMaster" Target="../notesMasters/notesMaster14.xml" Id="R5617a7b3d4844119"/></Relationships>
</file>

<file path=ppt/notesSlides/_rels/notesSlide217.xml.rels><?xml version="1.0" encoding="utf-8"?><Relationships xmlns="http://schemas.openxmlformats.org/package/2006/relationships"><Relationship Type="http://schemas.openxmlformats.org/officeDocument/2006/relationships/slide" Target="../slides/slide217.xml" Id="R5bb070988db64950"/><Relationship Type="http://schemas.openxmlformats.org/officeDocument/2006/relationships/notesMaster" Target="../notesMasters/notesMaster14.xml" Id="R9c4a955fc9424131"/></Relationships>
</file>

<file path=ppt/notesSlides/_rels/notesSlide218.xml.rels><?xml version="1.0" encoding="utf-8"?><Relationships xmlns="http://schemas.openxmlformats.org/package/2006/relationships"><Relationship Type="http://schemas.openxmlformats.org/officeDocument/2006/relationships/slide" Target="../slides/slide218.xml" Id="R54cd0e26a6a04e2c"/><Relationship Type="http://schemas.openxmlformats.org/officeDocument/2006/relationships/notesMaster" Target="../notesMasters/notesMaster14.xml" Id="R79ca7976f6a7432c"/></Relationships>
</file>

<file path=ppt/notesSlides/_rels/notesSlide219.xml.rels><?xml version="1.0" encoding="utf-8"?><Relationships xmlns="http://schemas.openxmlformats.org/package/2006/relationships"><Relationship Type="http://schemas.openxmlformats.org/officeDocument/2006/relationships/slide" Target="../slides/slide219.xml" Id="R2261617033d54979"/><Relationship Type="http://schemas.openxmlformats.org/officeDocument/2006/relationships/notesMaster" Target="../notesMasters/notesMaster14.xml" Id="R2abeae05be344c21"/></Relationships>
</file>

<file path=ppt/notesSlides/_rels/notesSlide220.xml.rels><?xml version="1.0" encoding="utf-8"?><Relationships xmlns="http://schemas.openxmlformats.org/package/2006/relationships"><Relationship Type="http://schemas.openxmlformats.org/officeDocument/2006/relationships/slide" Target="../slides/slide220.xml" Id="R15a26101776e42ff"/><Relationship Type="http://schemas.openxmlformats.org/officeDocument/2006/relationships/notesMaster" Target="../notesMasters/notesMaster14.xml" Id="R14b68b5df1ec4793"/></Relationships>
</file>

<file path=ppt/notesSlides/_rels/notesSlide221.xml.rels><?xml version="1.0" encoding="utf-8"?><Relationships xmlns="http://schemas.openxmlformats.org/package/2006/relationships"><Relationship Type="http://schemas.openxmlformats.org/officeDocument/2006/relationships/slide" Target="../slides/slide221.xml" Id="Rb7ce45352a69453f"/><Relationship Type="http://schemas.openxmlformats.org/officeDocument/2006/relationships/notesMaster" Target="../notesMasters/notesMaster14.xml" Id="Rdfe0cdb4f2d94ece"/></Relationships>
</file>

<file path=ppt/notesSlides/_rels/notesSlide222.xml.rels><?xml version="1.0" encoding="utf-8"?><Relationships xmlns="http://schemas.openxmlformats.org/package/2006/relationships"><Relationship Type="http://schemas.openxmlformats.org/officeDocument/2006/relationships/slide" Target="../slides/slide222.xml" Id="R721598845345493a"/><Relationship Type="http://schemas.openxmlformats.org/officeDocument/2006/relationships/notesMaster" Target="../notesMasters/notesMaster14.xml" Id="Rd665f35f95ca49b7"/></Relationships>
</file>

<file path=ppt/notesSlides/_rels/notesSlide223.xml.rels><?xml version="1.0" encoding="utf-8"?><Relationships xmlns="http://schemas.openxmlformats.org/package/2006/relationships"><Relationship Type="http://schemas.openxmlformats.org/officeDocument/2006/relationships/slide" Target="../slides/slide223.xml" Id="R9129805ecf3f4d9d"/><Relationship Type="http://schemas.openxmlformats.org/officeDocument/2006/relationships/notesMaster" Target="../notesMasters/notesMaster14.xml" Id="R5f821a20676b4c6d"/></Relationships>
</file>

<file path=ppt/notesSlides/_rels/notesSlide224.xml.rels><?xml version="1.0" encoding="utf-8"?><Relationships xmlns="http://schemas.openxmlformats.org/package/2006/relationships"><Relationship Type="http://schemas.openxmlformats.org/officeDocument/2006/relationships/slide" Target="../slides/slide224.xml" Id="Ra5af7e8ed9214ba7"/><Relationship Type="http://schemas.openxmlformats.org/officeDocument/2006/relationships/notesMaster" Target="../notesMasters/notesMaster14.xml" Id="Rcf4357456b634752"/></Relationships>
</file>

<file path=ppt/notesSlides/_rels/notesSlide225.xml.rels><?xml version="1.0" encoding="utf-8"?><Relationships xmlns="http://schemas.openxmlformats.org/package/2006/relationships"><Relationship Type="http://schemas.openxmlformats.org/officeDocument/2006/relationships/slide" Target="../slides/slide225.xml" Id="Rb248900c82974a20"/><Relationship Type="http://schemas.openxmlformats.org/officeDocument/2006/relationships/notesMaster" Target="../notesMasters/notesMaster15.xml" Id="R9640339ae60847d0"/></Relationships>
</file>

<file path=ppt/notesSlides/_rels/notesSlide226.xml.rels><?xml version="1.0" encoding="utf-8"?><Relationships xmlns="http://schemas.openxmlformats.org/package/2006/relationships"><Relationship Type="http://schemas.openxmlformats.org/officeDocument/2006/relationships/slide" Target="../slides/slide226.xml" Id="Raac42653cbbb456e"/><Relationship Type="http://schemas.openxmlformats.org/officeDocument/2006/relationships/notesMaster" Target="../notesMasters/notesMaster15.xml" Id="R9b5ad37fc3da4bcf"/></Relationships>
</file>

<file path=ppt/notesSlides/_rels/notesSlide227.xml.rels><?xml version="1.0" encoding="utf-8"?><Relationships xmlns="http://schemas.openxmlformats.org/package/2006/relationships"><Relationship Type="http://schemas.openxmlformats.org/officeDocument/2006/relationships/slide" Target="../slides/slide227.xml" Id="Rc85f619ae66b4678"/><Relationship Type="http://schemas.openxmlformats.org/officeDocument/2006/relationships/notesMaster" Target="../notesMasters/notesMaster15.xml" Id="R753fc15ab0a84241"/></Relationships>
</file>

<file path=ppt/notesSlides/_rels/notesSlide228.xml.rels><?xml version="1.0" encoding="utf-8"?><Relationships xmlns="http://schemas.openxmlformats.org/package/2006/relationships"><Relationship Type="http://schemas.openxmlformats.org/officeDocument/2006/relationships/slide" Target="../slides/slide228.xml" Id="R2294d39174004c83"/><Relationship Type="http://schemas.openxmlformats.org/officeDocument/2006/relationships/notesMaster" Target="../notesMasters/notesMaster15.xml" Id="R7a293fe51e924f35"/></Relationships>
</file>

<file path=ppt/notesSlides/_rels/notesSlide229.xml.rels><?xml version="1.0" encoding="utf-8"?><Relationships xmlns="http://schemas.openxmlformats.org/package/2006/relationships"><Relationship Type="http://schemas.openxmlformats.org/officeDocument/2006/relationships/slide" Target="../slides/slide229.xml" Id="R4914b809a1084ce3"/><Relationship Type="http://schemas.openxmlformats.org/officeDocument/2006/relationships/notesMaster" Target="../notesMasters/notesMaster15.xml" Id="R78912c34c7e2412d"/></Relationships>
</file>

<file path=ppt/notesSlides/_rels/notesSlide230.xml.rels><?xml version="1.0" encoding="utf-8"?><Relationships xmlns="http://schemas.openxmlformats.org/package/2006/relationships"><Relationship Type="http://schemas.openxmlformats.org/officeDocument/2006/relationships/slide" Target="../slides/slide230.xml" Id="Rbfa1626ee84c4880"/><Relationship Type="http://schemas.openxmlformats.org/officeDocument/2006/relationships/notesMaster" Target="../notesMasters/notesMaster15.xml" Id="R9ebf078905f54d55"/></Relationships>
</file>

<file path=ppt/notesSlides/_rels/notesSlide231.xml.rels><?xml version="1.0" encoding="utf-8"?><Relationships xmlns="http://schemas.openxmlformats.org/package/2006/relationships"><Relationship Type="http://schemas.openxmlformats.org/officeDocument/2006/relationships/slide" Target="../slides/slide231.xml" Id="Rfe20e8efa3fd4ed9"/><Relationship Type="http://schemas.openxmlformats.org/officeDocument/2006/relationships/notesMaster" Target="../notesMasters/notesMaster15.xml" Id="R42cd9952d3c14061"/></Relationships>
</file>

<file path=ppt/notesSlides/_rels/notesSlide232.xml.rels><?xml version="1.0" encoding="utf-8"?><Relationships xmlns="http://schemas.openxmlformats.org/package/2006/relationships"><Relationship Type="http://schemas.openxmlformats.org/officeDocument/2006/relationships/slide" Target="../slides/slide232.xml" Id="R4fa4a88487cd44fb"/><Relationship Type="http://schemas.openxmlformats.org/officeDocument/2006/relationships/notesMaster" Target="../notesMasters/notesMaster15.xml" Id="R953898abc46847e8"/></Relationships>
</file>

<file path=ppt/notesSlides/_rels/notesSlide233.xml.rels><?xml version="1.0" encoding="utf-8"?><Relationships xmlns="http://schemas.openxmlformats.org/package/2006/relationships"><Relationship Type="http://schemas.openxmlformats.org/officeDocument/2006/relationships/slide" Target="../slides/slide233.xml" Id="R4f55a62cdd744867"/><Relationship Type="http://schemas.openxmlformats.org/officeDocument/2006/relationships/notesMaster" Target="../notesMasters/notesMaster15.xml" Id="Rcbceef463a6343c8"/></Relationships>
</file>

<file path=ppt/notesSlides/_rels/notesSlide234.xml.rels><?xml version="1.0" encoding="utf-8"?><Relationships xmlns="http://schemas.openxmlformats.org/package/2006/relationships"><Relationship Type="http://schemas.openxmlformats.org/officeDocument/2006/relationships/slide" Target="../slides/slide234.xml" Id="R0131b1b1de6f4b47"/><Relationship Type="http://schemas.openxmlformats.org/officeDocument/2006/relationships/notesMaster" Target="../notesMasters/notesMaster15.xml" Id="Rab77c5aee8c54d4e"/></Relationships>
</file>

<file path=ppt/notesSlides/_rels/notesSlide235.xml.rels><?xml version="1.0" encoding="utf-8"?><Relationships xmlns="http://schemas.openxmlformats.org/package/2006/relationships"><Relationship Type="http://schemas.openxmlformats.org/officeDocument/2006/relationships/slide" Target="../slides/slide235.xml" Id="R6f2576055b3f4e49"/><Relationship Type="http://schemas.openxmlformats.org/officeDocument/2006/relationships/notesMaster" Target="../notesMasters/notesMaster15.xml" Id="R6c47a70195fb4418"/></Relationships>
</file>

<file path=ppt/notesSlides/_rels/notesSlide236.xml.rels><?xml version="1.0" encoding="utf-8"?><Relationships xmlns="http://schemas.openxmlformats.org/package/2006/relationships"><Relationship Type="http://schemas.openxmlformats.org/officeDocument/2006/relationships/slide" Target="../slides/slide236.xml" Id="Rf9bd16206be445fd"/><Relationship Type="http://schemas.openxmlformats.org/officeDocument/2006/relationships/notesMaster" Target="../notesMasters/notesMaster15.xml" Id="R1298a0b6687143a9"/></Relationships>
</file>

<file path=ppt/notesSlides/_rels/notesSlide237.xml.rels><?xml version="1.0" encoding="utf-8"?><Relationships xmlns="http://schemas.openxmlformats.org/package/2006/relationships"><Relationship Type="http://schemas.openxmlformats.org/officeDocument/2006/relationships/slide" Target="../slides/slide237.xml" Id="Rdd048057e0ca403e"/><Relationship Type="http://schemas.openxmlformats.org/officeDocument/2006/relationships/notesMaster" Target="../notesMasters/notesMaster15.xml" Id="R421460047dc04cb7"/></Relationships>
</file>

<file path=ppt/notesSlides/_rels/notesSlide238.xml.rels><?xml version="1.0" encoding="utf-8"?><Relationships xmlns="http://schemas.openxmlformats.org/package/2006/relationships"><Relationship Type="http://schemas.openxmlformats.org/officeDocument/2006/relationships/slide" Target="../slides/slide238.xml" Id="Rc9351fb7a27b4257"/><Relationship Type="http://schemas.openxmlformats.org/officeDocument/2006/relationships/notesMaster" Target="../notesMasters/notesMaster15.xml" Id="R5c09dedd8dec424f"/></Relationships>
</file>

<file path=ppt/notesSlides/_rels/notesSlide239.xml.rels><?xml version="1.0" encoding="utf-8"?><Relationships xmlns="http://schemas.openxmlformats.org/package/2006/relationships"><Relationship Type="http://schemas.openxmlformats.org/officeDocument/2006/relationships/slide" Target="../slides/slide239.xml" Id="R3bc0c67bdc5b4588"/><Relationship Type="http://schemas.openxmlformats.org/officeDocument/2006/relationships/notesMaster" Target="../notesMasters/notesMaster15.xml" Id="Re8bf523ba1e84f4f"/></Relationships>
</file>

<file path=ppt/notesSlides/_rels/notesSlide240.xml.rels><?xml version="1.0" encoding="utf-8"?><Relationships xmlns="http://schemas.openxmlformats.org/package/2006/relationships"><Relationship Type="http://schemas.openxmlformats.org/officeDocument/2006/relationships/slide" Target="../slides/slide240.xml" Id="R396ea349769445c8"/><Relationship Type="http://schemas.openxmlformats.org/officeDocument/2006/relationships/notesMaster" Target="../notesMasters/notesMaster15.xml" Id="Rca21c83ccd064356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高校教师常见的文献、数据和项目材料介绍课程。全程讲授和讲师演示，不安排学员操作或提交。课程既讲操作，也解释为什么这样做。原理以帮助选择工具、组织任务和检查结果为限。约240页含延伸材料，不能按页数承诺授课效果。培训单位、讲师姓名和日期未获确认，不虚构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模块对应客户原课程。第一模块解释AI能力、常见失误、Agent概念和Humanizer。第二模块沿选题、文献、方案、数据和图表展开。第三模块将证据组织成论文、申报材料和技术交底。第四模块讲项目执行、结题、汇报和传播，再用本地与云端流程贯通前面的内容。这里只介绍课程位置，不逐项念标题。Humanizer单独成章，也用于其他章节的文字；Harness指任务执行管理，第2节讲框架，第14节看实际记录。箭头表示本课程讲授顺序，不表示科学研究不能返回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午180分钟，下午210分钟，合计390分钟。扣除两次10分钟短休，正式授课370分钟；午间90分钟不计入授课。另备110分钟延伸讲授，包括补充案例解释、图表读解和讲师演示，合计480分钟素材。不安排课堂练习、分组任务、账户操作或学员提交。240页包括正式讲授和延伸材料，现场按讲师节奏选择深度。分钟分配是备课安排，不能当作真人彩排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依据：客户指定时段和8小时备课要求；本课程安排两次10分钟短休，分钟按时段计算。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条材料到结果的路径说明讲师会展示什么。文献演示回到原文，判断摘录能否支持结论。数据演示从公开CSV开始，检查缺失、比较对象和方法，再算结果、做图。申报演示从适用指南、已有研究材料和模板开始，将要求对应到内容，保留缺口。三条路径不是同一项研究，也不要求学员现场打开材料。案例到对应章节再介绍背景和来源。公开论文、公开企鹅数据和自编指南分别登记；TEACH-GRANT-01不是官方基金指南。AI编写与修订的文字另注明属性。图表示演示组织，不冒充执行截图；实际运行情况看对应章节记录和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教师常问“哪个助手好用”。这一页把问题落到同一件事：用 Walters 与 Wilder（2023）的公开论文，写一页中文材料说明。先展示课程已经核对的论文和报告值表，再说明三种入口各需要什么。论文研究的是当时特定模型与任务；55%和18%不能推广为今天产品的错误率。三条路线是课程编写的选用示例，尚未分别在Claude、ChatGPT或DeepSeek上执行，也没有三方性能、速度或成本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路线：官方文件说明支持执行代码、处理上传材料及生成Word等文件。若当前账户已开放文件工具，可直接提供论文PDF，让它先列原文定位、分母和限制，再整理成说明稿。若读不到表格，改用人工核对的摘录，不允许补猜。ChatGPT路线：这里具体指ChatGPT Work及官方说明中的文件处理能力；把论文和报告值表一并提供，要求可编辑图及说明文件，在预览中核对数字和图形，再下载文件。普通聊天入口是否有同样工具，需要现场查看。DeepSeek路线：这里具体指接入DeepSeek API的课程网页方案；提供已核对文本和数值，模型拟稿后由应用的文件工具导出。API响应、网页检索、计算、Word导出各有工具和记录，不能看到一段回答就说整个流程完成。官方API还公布了Search/Fetch和Agent集成入口，本页不把DeepSeek描述成天然不能联网或不能生成文件。当前没有为这个案例调用模型或导出三份品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核对一处容易出错的地方：55%与18%对应全部参考文献中的虚构比例；43%与24%对应真实参考文献中的实质性错误比例。两组分母不同，不能合并成“总错误率”。原文表3、4及正文对计数的描述应一起读。若需要逐条判定新文献是否真实，另用学术检索、DOI与原文回查；这不是用三个助手互相投票就能完成的事。Elicit、Consensus属于发现与整理研究的入口，Connected Papers用于探索文献关系；它们的覆盖范围与全文可用性另查官方说明，见Section5。本页换成品牌实例后，仍保留这些专业工具的分工。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可打开assistant-choice-packet/共同任务.md、三份入口任务和人工核对示例.md。任务文本属于教学材料，人工核对示例依据论文报告值编写，均不冒充产品回答。共同事实、输出检查项、产品边界和本节页码写入case.json；本地检查只确认这些材料的对应关系，不能证明三方模型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Help Center, Create and edit files with Claude</a:t>
            </a:r>
          </a:p>
          <a:p xmlns:a="http://schemas.openxmlformats.org/drawingml/2006/main">
            <a:r>
              <a:t>https://support.claude.com/en/articles/12111783-create-and-edit-files-with-claude</a:t>
            </a:r>
          </a:p>
          <a:p xmlns:a="http://schemas.openxmlformats.org/drawingml/2006/main">
            <a:r>
              <a:t>定位：2026-08-06；How to get started、Supported file types、Advanced data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OpenAI, Work with files</a:t>
            </a:r>
          </a:p>
          <a:p xmlns:a="http://schemas.openxmlformats.org/drawingml/2006/main">
            <a:r>
              <a:t>https://learn.chatgpt.com/docs/artifacts-viewer</a:t>
            </a:r>
          </a:p>
          <a:p xmlns:a="http://schemas.openxmlformats.org/drawingml/2006/main">
            <a:r>
              <a:t>定位：Work with files正文：ChatGPT桌面预览、ChatGPT Work网页附件与下载；Review and refine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API Docs, Your First API Call</a:t>
            </a:r>
          </a:p>
          <a:p xmlns:a="http://schemas.openxmlformats.org/drawingml/2006/main">
            <a:r>
              <a:t>https://api-docs.deepseek.com/</a:t>
            </a:r>
          </a:p>
          <a:p xmlns:a="http://schemas.openxmlformats.org/drawingml/2006/main">
            <a:r>
              <a:t>定位：API兼容格式、Integrate with Agent Tools；顶部Search/Fetch说明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核对日期2026-10-17。Nature Portfolio当前政策采用风险框架，黄级用途包含建议方法、摘要、比较文献、写作支持等，需人工监督、核验与披露；红级不允许把学术责任交给AI、生成不可核验输出或破坏保密性。PLOS政策AI use by authors说明AI不能署名，生成或修订投稿内容以及支持所报告研究的使用需披露，作者承担可靠性责任。网页原文已读取并保存本地核对记录。本页不覆盖Science系列的具体规则，论文章节仍需单独核对；也不把仅用于课堂讲授的本页当作正式声明模板。 补充核对同日PLOS FAQ：拼写、语法、清晰度和简洁性改进无需披露；翻译建议披露而非强制；分析代码生成与制图另按相应规定披露。必须与政策正文一起解释。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教师熟悉的申报材料。说清楚讨论内容、调用工具、输出文件、核对材料分别是什么工作。一个系统可能同时提供这些能力，但完成程度要逐项查看。不要用产品名称替代任务分析。本节只解释组织方式，指南和模板的真实案例放在Section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理解要求：读指南，找出章节、限制与提交要求：要求清单及原文位置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组织内容：比较研究目标、研究内容与已有依据：段落与证据的对应关系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处理文件：按模板写入正文、表格和技术路线：可打开、可编辑的文件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检查交付：核对缺项、引用、排版和版本：问题清单与修订后的文件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先把四个层次分开。不要让学员记成Agentic AI等于ChatGPT、AI Agent等于Codex。Agentic可修饰工作方式或系统特征；Agent通常指承担执行任务的系统。学术和行业中的定义并非完全一致，这里提供课程采用的工作定义。产品能力会变化，本课不把界面差异说成永久边界。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模型：根据输入生成判断、文字或工具调用请求。：模型本身不等于一套完成文件任务的系统。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Agent：围绕目标，结合工具和反馈推进任务的执行系统。：具体系统的自主程度、权限和可靠性各不相同。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AI：描述 AI 具有目标导向、多步行动等特征的工作方式。：术语用法尚未统一，本课程按行为解释。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ChatGPT / Codex：人们使用的产品与工作环境。：它们可支持多种协作方式，能力也存在重叠。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个文献核验情境解释：决定补查材料是行动特征，承担补查并留存结果的是系统。这里只给概念例子，不展示伪造的查询记录。工程实践中，工作流与Agent经常组合使用，不能按名称把所有系统硬分成互不相容的两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比较维度：Agentic AI：工作方式：AI Agent：执行系统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讨论对象：主动拆分任务、调用工具、依据反馈调整：模型、工具、状态与运行安排组成的系统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科研例子：发现引文缺少 DOI 后，继续查出版页面：负责查找引文并输出核对表的文献核验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需要追问：哪些步骤由系统决定？何时由人确认？：连接哪些工具？材料保存在哪里？如何停止？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使用限制：是一组特征，没有统一的自主程度门槛：名称本身不能证明已执行、正确或可靠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沿上排读一遍，再沿反馈箭头回到下一步选择。强调工具返回结果才是观察信息；模型自己写的“已经查过”不能替代检索记录。不要将对外说明的操作理由当作模型内部思维链。停止条件应包括完成、材料不足、权限不足和超出约定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查到原文：核对题名、作者、年份和结论所处位置。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没有查到：记录检索范围与缺项；保留“尚未核实”。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遇到异常：判断是否重试、换来源，或交给研究者处理。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沿用Anthropic对预设路径与模型动态控制路径的架构区分。该文发表于2024年，适合讲基本模式，不能用其中工具介绍推断今天产品的完整功能。科研建议为课程迁移：申报主流程可固定，但查找缺失依据需要判断；身份资格、资助方向与科学结论仍由研究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比较维度：Workflow：预设工作流：Agent：动态决定部分步骤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下一步怎样确定：按事先规定的规则和顺序执行：结合当前材料与工具返回结果选择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科研情境：指南提取→字段检查→模板填入→导出：某项要求含糊，补查附件或历年说明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容易出现的问题：输入不符合预期时，流程可能卡住：可能绕远路、重复搜索或误判完成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控制办法：检查输入，设置分支与缺项提示：限定范围，保留记录，明确停止条件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官方文档说明能力重叠。表格表达常见工作关注点，并非排他性功能列表。不要讲成ChatGPT只能聊天或Codex只能编程；在有合适工具的环境中，两者都可以处理研究和文档任务。无需介绍具体账户套餐或接口参数，避免偏离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比较维度：ChatGPT 中的协作：Codex 中的协作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典型工作入口：问题、资料、文件与自然语言任务：工作目录、文件与自然语言任务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适合关注的内容：解释、比较、讨论，以及可用工具支持的产物：文件处理、脚本运行、版本记录及结果检查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都可能完成：在相应工具可用时开展研究、分析和文件制作：在相应工具可用时开展研究、分析和文件制作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使用前核对：当前账户、模式、连接工具和文件权限：当前环境、依赖、网络及文件权限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一个例子：AI在聊天里给出均值，和用明确的数据文件运行脚本得到均值，证据不同。即使有运行输出，也还需检查输入数据和计算方法。工具名称并不保证质量；文件能下载也不保证内容科学正确。科研材料涉及外部系统时，应按授权范围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检索工具：查询数据库或网页，读取材料：查询条件、来源链接、读取日期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计算工具：按脚本处理数据与生成统计量：数据版本、代码、运行输出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文档工具：写入 Word、表格或幻灯片：输出文件、预览及结构检查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连接工具：读取或修改获准连接的外部系统：操作对象、返回状态和变更记录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技能说成已经训练进模型的能力。Skill通常是任务资料包，可包含指令和可选脚本。一个只有说明文件的技能并非必然无用，但不能据此宣称自动检索、Word输出或整套流程已经运行。本页示例为课程编写的说明，没有执行日志，也不声称当前仓库实现了所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何时使用：描述适用任务，例如“核验参考文献”。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怎样处理：规定先查原文、再核对字段，并登记未核实项。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依据什么：附上规范、字段说明、模板或检查清单。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怎样交付：规定结果表的字段、文件格式和缺项说明。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是连接AI应用与外部系统的开放标准，不是某个模型、数据库或固定的工具集合。比喻只用于辅助理解，不把它讲成万能插口。学校的数据库授权和服务自身许可依旧适用。Prompt、Skill、工具可以不通过MCP组合；不要让学员误以为做科研任务必须安装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名称：主要作用：文献核验中的例子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Prompt：提示：说明这一次要做什么、有哪些限制：核验本次列表，保留未核实项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Skill：任务方法：保存可重复采用的步骤与资源：题名、作者、年份、DOI逐项比对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Tool：工具：执行某个具体操作：查询记录、读取PDF、导出表格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MCP：连接标准：让应用按共同约定连接外部工具或数据：通过支持MCP的服务访问获准数据源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是功能验收表，不声称某系统已经完成整条链。流程可包含固定步骤和动态补查。研究方案不能因为模板需要就自动补写前期成果；资料没有提供时应登记缺项。将内容组织与最终排版分开检查，可以减少正文未定时反复修饰格式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指南要求：要能追到具体章节、附件或原文条款。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研究内容：要区分已有结果、拟开展工作与缺少的材料。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最终文件：应保留可编辑正文、问题清单和版本信息。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概念框架讲多Agent，不实际启动多个Agent。部分任务并行有助于节约时间，但如果多个角色共享同一错误来源，并不能独立验证事实。讨论科研结论时应合并证据而非简单投票。难以划分、材料规模较小的任务，可以先由单一执行系统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按材料分工：分别读取不同论文，再按同一字段汇总：遗漏共同标准，重复或相互矛盾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按方法分工：检索、统计与制图分别处理：输入版本不同，结果无法衔接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按检查角度分工：核对来源、论证与格式：反复评价文字，缺少原始证据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统一汇总：处理冲突，保留依据与待判断项：把多数意见当成科学结论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记忆是系统保存和检索信息的安排，不是人类记忆的等价物。讲一个失败例子：接续任务时不清楚使用哪个指南版本，容易把已修改的要求覆盖。外部记录也可能陈旧或错误，所以要与当前文件核对；仅把全部聊天保存下来不等于有效的任务状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当前上下文：本次可用的指令、材料与工具结果：正在核对的一篇论文及目标字段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可检索记忆：后续能够再次取用的记录或资料：已经整理的文献笔记与来源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任务状态：哪些已完成、失败或等待确认：已核对条目、未取到原文的条目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文件版本：输入和输出各自采用哪个版本：指南修订日期、数据版本、文稿版本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没有必须逐字采用的统一中文译名，这里解释为运行安排。OpenAI文档中的Harness是其托管Codex实例的特定实现，Anthropic文章则讨论长任务的初始化、进展与测试。课程将它们抽象为通用职责，不把某一厂商结构直接说成所有系统定义。本页为概念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对教师而言：可以把它理解为执行任务所需的一整套运行安排。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不同于 Skill：Skill提供特定任务的做法；Harness负责承载和管理执行。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需要注意：不同系统的实现和命名不同，没有一张适用于全部产品的清单。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厂商工程材料中的进展文件、任务列表和增量处理迁移到科研工作。具体记录字段是本课程建议，并非行业强制标准。版本管理不一定要求教师学习Git；文件名、日期、来源清单也能承担一部分职责。后续云端演示会展示实际保存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任务要求：目标、范围与完成条件：内容不断增加，迟迟无法结束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输入材料：来源、文件名、日期与版本：旧指南或错误数据混入结果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中间结果：原文位置、处理步骤与待核对项：重复查找，无法追溯结论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最终产物：对应输入版本、输出路径与检查记录：无法判断哪份文件可供使用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权限时围绕实际材料，不讲密钥或后台设置。获得读取权不等于获得公开发布权；可以帮助形成投稿文件，也不表示可以自行提交。人工确认点应与后果相称，不必每个可逆的小动作都打断工作。这里列的是课程建议，不是法律意见或统一的机构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读取材料：可读取哪些文件与外部来源：敏感资料是否允许进入相应环境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修改文件：允许写入的位置，是否保留原件：覆盖关键文件或删除材料之前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对外操作：是否允许提交、发送或发布：投稿、申报和对外发送之前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结果判断：系统可检查哪些事项：研究结论、成果归属与作者确认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恢复不等于无限重试。任务中断时，进展文件应告诉后续执行者哪些动作已经发生；对外提交等动作尤其要先查状态。长任务文章展示了渐进式工作和进度记录，本页把原则迁移到检索与文件导出，案例为教学情境，没有伪装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检索未命中：可换关键词或来源；仍无依据时标记尚未核实。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文件导出失败：保留正文与错误信息；修复后重新导出并检查。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已执行但未确认：先查操作状态；不要盲目重复提交或覆盖。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软件层面的执行和科研层面的判断分开。模拟返回值的测试能检查程序对该输入的处理，不能证明真实服务已连接。即使真实工具跑过，也要说明测试的是哪份材料、什么场景。所有程序检查通过，不代表研究结果自动有效，也不替代用户对教学产物的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检查层次：可以检查什么：通过后仍不能推出什么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运行与文件：工具返回、文件存在、文件能否打开：不能说明内容正确或任务完整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结构与要求：章节、字段、格式及必需附件：不能说明科学论证成立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数据与来源：计算可复核，引文和原文对应：不能自动确认研究价值与因果关系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任务与专业判断：实际要求是否完成，限定是否恰当：不能由少量示例证明所有任务可靠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第一页面向申报书的例子。先讨论目标和证据，再决定工具与流程。系统采用何种名称不重要，关键是适用范围和交付证据清楚。对首次接触AI的教师，不要求独立搭建Agent；本节目标是理解系统如何工作，并能读懂后续演示及判断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需要讨论和解释：提供材料，围绕问题进行对话：概念、出处与适用条件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步骤稳定、重复处理：规定字段与顺序，建立工作流：输入范围、缺项和输出一致性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需要边查边判断：使用工具反馈推进的 Agent：检索路径、证据与停止原因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需要跨会话持续完成：补充 Harness 的状态与恢复安排：版本、进展、权限与可用产物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后续申报和论文写作的共同需求说明本节目的。表达自然不等于口语化到失去专业信息；读者应能准确理解研究对象、方法、结果和限制。Humanizer的规则用于发现语言问题，不能用作判断作者身份的检测器，也不能替研究者补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沿原句逐个指出：没有研究对象，没有方法，没有能验证的作用。不能为了让句子更像人写的，擅自补出疾病名称、算法、样本数或性能结果。删除空话后如果没有内容，说明需要补研究材料，而不是继续润色。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把修改分成两条路径。有依据时可以把抽象评价改为具体事实；无依据时保留待处理问题。缺项提示应保存在问题清单或批注，不应以占位符混入最终正式稿。本页不是课堂任务，不要求学员提交材料。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L课件第8页展示了may在润色后消失的例子。本页用中文转述其含义，不搬用原页面图片，也不把课件示例当作可量化的系统评测。让听众看到一个词也能改变作者立场。判断限定是否合适需回到研究设计和证据，不能把所有句子都改成“可能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用虚构的研究结果训练学员相信一个结论，而是明确标注为逻辑表达示例。锁定项包括对象、数字、单位、比较组、否定词、条件、时间、引用与研究状态。是否有权改动这些字段应单独讨论，不混入常规语言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图按arXiv v3的Results和Figure 1a报告值重绘。61.22%与5.19%均指人类作文被判AI的平均比例；前者91篇TOEFL作文，后者88篇美国八年级作文。原研究样本并不能控制所有语言和年级差异；本页只说明检测结果具有适用条件，不能据此鉴定单篇中文稿件。不要教授规避检测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Liang et al., GPT detectors are biased against non-native English writers, arXiv:2304.02819v3, 2023</a:t>
            </a:r>
          </a:p>
          <a:p xmlns:a="http://schemas.openxmlformats.org/drawingml/2006/main">
            <a:r>
              <a:t>https://arxiv.org/html/2304.02819v3</a:t>
            </a:r>
          </a:p>
          <a:p xmlns:a="http://schemas.openxmlformats.org/drawingml/2006/main">
            <a:r>
              <a:t>定位：Results首节与Figure 1a：7个检测器，91篇TOEFL作文、88篇美国八年级作文；报告平均误判率61.22%和5.19%；历史英文样本，不能外推当前中文检测。期刊版本DOI:10.1016/j.patter.2023.100779。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izer包含标记、改写、复查过程。这里把作者材料和差异核对放进流程。不要把原稿覆盖后只交一份“优化版”。差异说明写清每处实质修改，事实不明时单列问题。由AI生成初稿再反复润色，也可能反复强化同样的表达偏差，UCL第10页给出了这种叠加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的“相关问题”“内在联系”没有告诉读者研究做了什么。修改后的对象、操作和讨论范围来自本例预设材料，不能由润色工具自行编造。实际稿件应核对方法记录。没有提供材料时只能删空话并提问，不应照搬这段修订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原句把项目计划写成已完成成果。修订时把研究内容放回未来时态，并将已有基础留给实际材料。预期贡献需要与方法和验证方案相连；不能因为表达自然就省略创新性论证，也不能承诺解决所有问题。具体申报规范在Section 10结合真实指南讲。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写清楚未完成事项，能够支持实际决策。示例为课程编写，不能冒充真实项目进度。讲师解释三种状态各自需要什么记录：文件、问题清单和责任安排。不要为了语气积极而把未完成改成即将完成，也不要把初稿说成正式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本页用流程图承载原句中的动作，补充每一步需要考虑的事项。图中的检查是写作和研究组织建议，不是一个选题创新性已经通过的证据。MIT Communication Lab强调图形应帮助受众理解；本课程保留专业说明和来源，不照搬“每页只写一句”作为硬标准。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Communication Lab, Slideshow</a:t>
            </a:r>
          </a:p>
          <a:p xmlns:a="http://schemas.openxmlformats.org/drawingml/2006/main">
            <a:r>
              <a:t>https://mitcommlab.mit.edu/broad/commkit/slideshow/</a:t>
            </a:r>
          </a:p>
          <a:p xmlns:a="http://schemas.openxmlformats.org/drawingml/2006/main">
            <a:r>
              <a:t>定位：Each slide should convey a single point; Emphasize visuals over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本页沿用Section 1已核验的Walters与Wilder 2023研究数据，source-data.json附原始出处与值。比较指标为引文虚构比例，不是整体AI能力；222和414是引文数，不是参与者或论文数。不能凭这个历史研究图推断模型持续提升，更不能用今日性能解释它。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加强逻辑性”拆成作者可以执行的修改。评语不必刻意严厉或套用固定三段；本例恰好包含定位、依据和建议。不能在未阅读稿件时声称发现第二段的问题。实际审稿涉及未公开稿件，不在本节演示上传到外部AI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短语映射说明风险，不把英语直译当作唯一正确写法。未检测到差异可能涉及样本量、测量和不确定性，不能自动等同于等效性结论。翻译后回查否定词、比较方向、范围和单位；必要时将中文和英文对应句放在同一修订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段便于教师理解的任务说明，不是一次外部模型的运行截图。不要在任务中要求“保证像人写”“规避检测”等不可核验目标。修订目标是读者理解、学术含义和作者意图。文字长度由内容决定，不强制每段三点或统一句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箭头是问题改动示例，不是推荐改法。语言审阅应结合上下文，不能仅用关键词相等证明含义相同。程序可核对数字和固定术语，但无法独立判断研究论证。检查中如果发现原稿本身错误，应作为内容修订另行处理并留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PLOS政策正文与FAQ一起解释。正文要求披露相关AI使用，但FAQ明确：单纯拼写、语法、清晰度与简洁性修改无需披露；翻译建议披露而非强制。分析脚本或代码的生成开发需要披露，制图使用需在图注说明。不能只读总则就把所有语言修改都说成必须披露，也不能推到所有期刊。按目标规则保留使用记录与作者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 / AI use disclosures，以及FAQ中语言改进与翻译例外、代码与制图要求；核对2026-10-17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作者与读者。语言自然的标准包括能读懂、能解释、能复核，不依赖某个检测分数。这里列出三类交付是本课程的文件安排，不是所有写作任务必须使用的模板。复杂内容应按研究需要组织，避免机械套用句式和固定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本节任务：教师面对一个感兴趣的方向，如何形成可研究的问题。AI辅助学习是贯穿的讲解案例，材料包括一篇公开真实研究及课程编写的拟议研究。两者必须分开。方向可以容纳多个项目，一项研究需要有限的对象、测量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用真实Google Scholar页面演示如何从一个问题开始检索。本轮在内置浏览器打开检索式“generative AI”“tutoring”，年份限定2024—2025，实际保存列表前10条、截图和页面记录。默认按相关性排序，不能把第一条称为全领域最高引用论文。截图局部放大保留检索式、年份和前两条结果及引用量，完整原图随包保留，未修改数字。引用量读取日期为2026年10月19日，不把页面约数当全库数据，也未批量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材料类型。首条204次引用，回到arXiv题录与摘要，作者将其标为报告；摘要介绍应用和挑战，不能当成学生效果实验。第2条65次引用，回原始期刊题录与摘要可见它是系统综述。第4条31次引用，回GPTutor原文可见它研究使用记录与参与度，不能直接写为独立作答能力因果提高。样本从880份回复到741名符合条件者，再到727名最终分析者，若写结果必须用对应分母；更正补作者贡献声明。原文回查范围逐项登记，并未完整读完前10篇，其他7条仍是未核验候选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检查版本。Calo与MacLellan的arXiv正文明确关联会议DOI，属于本课实际核到的同一工作版本关系。两个GPTutor题名只因系统同名不能自动合并，会议与期刊研究是否重复仍待核。归并依据与未决事项保存在版本去重判断.csv。接着与第10页的公开技术方案、方法图和学习测验材料比较，区分系统怎样做、参与度如何、撤去AI后能否独立作答，不能把不同结果拼成同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用户已同意以可访问的学术入口替代Web of Science。本页不冒用WoS高被引标签，不把Google Scholar引用量当规范化质量分数，也不由10条结果预测未来热点。这里只证明一次真实检索、文件保存与有限原文核对，没有独立模型全库检索管线、系统综述或新实验。中文解释由AI编写，尚待教师审定。Utah2026第41页按已有工作分类再识别问题的讲授次序继续作为参考，本轮重新查看该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 Search Help</a:t>
            </a:r>
          </a:p>
          <a:p xmlns:a="http://schemas.openxmlformats.org/drawingml/2006/main">
            <a:r>
              <a:t>https://scholar.google.com/intl/en/scholar/help.html</a:t>
            </a:r>
          </a:p>
          <a:p xmlns:a="http://schemas.openxmlformats.org/drawingml/2006/main">
            <a:r>
              <a:t>定位：2026-10-19；Finding recent papers、Locating full text、Citation Export、Content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Scholar真实浏览器检索与前10条记录</a:t>
            </a:r>
          </a:p>
          <a:p xmlns:a="http://schemas.openxmlformats.org/drawingml/2006/main">
            <a:r>
              <a:t>https://scholar.google.com/scholar?q=%22generative+AI%22+%22tutoring%22&amp;as_ylo=2024&amp;as_yhi=2025</a:t>
            </a:r>
          </a:p>
          <a:p xmlns:a="http://schemas.openxmlformats.org/drawingml/2006/main">
            <a:r>
              <a:t>定位：trend-packet/google-scholar-actual.png、google-scholar-actual-state.txt、google-scholar-records.json；只取结果前10条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Promoting student engagement with GPTutor: An intelligent tutoring system powered by generative AI</a:t>
            </a:r>
          </a:p>
          <a:p xmlns:a="http://schemas.openxmlformats.org/drawingml/2006/main">
            <a:r>
              <a:t>https://link.springer.com/article/10.1186/s41239-025-00571-9</a:t>
            </a:r>
          </a:p>
          <a:p xmlns:a="http://schemas.openxmlformats.org/drawingml/2006/main">
            <a:r>
              <a:t>定位：Abstract、Sampling procedures、Limitations；更正DOI10.1186/s41239-026-00581-1，补作者贡献声明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研究在土耳其一所高中开展，按班级随机分配三组：无生成式AI资源、GPT Base、GPT Tutor。这里重绘的是摘要报告的练习成绩相对提升48%和127%，相对对照组，非正确率或百分点，未画置信区间。原文Table 1报告练习效应0.137、0.361，对照均值0.284；原文百分比经过四舍五入。撤去资源后的测验中Base成绩相对对照组降低17%；Tutor与对照组差异未达到统计显著，不能说两组完全相同。这说明选题必须明确“学习”如何测量。本页为对原文的数值摘要，未转载其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议问题，不是对已发表研究的复述。可写为：在某本科课程中，与提供完整解答相比，只提供逐步提示是否改善一周后无AI条件下解决新题的表现？“一周后”是课程设定，必须依课程目标、资源和研究设计论证，不是来自前页论文的结论。问题先收窄，后续再讨论随机分配、样本依据及测试题的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问题关心发生了什么及其分布；预测问题关心能否预报尚未观察的结果；因果问题关心改变一个条件会带来什么差异。预测准确不自动等于找到原因。质性研究可以探索经验、意义与过程，不能硬塞进量化因果模式。本页示例是教学模拟，不代表真实教师调查或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基础能力可能同时影响AI使用和成绩，学习投入也可能影响两者。只比较自愿使用与不使用的学生，可能混入这些差异。即使统计控制若干变量，也不能保证所有混杂因素都已处理。是否适合随机分配、自然实验或质性解释，需要结合问题和伦理安排。图中的AI使用到成绩为待估计关系，不能凭箭头宣布因果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篇论文不足以证明领域空白。先找最接近的原始研究，记录其对象、干预、测量时点和限制，再查同义术语、引用链和近期预印本。更换国家、学校或模型名称本身未必构成贡献，要说明这种变化为什么可能改变机制或结论。没有检索到与证明不存在是不同证据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说是教学模拟。若提示组表现更好且估计精度足够，可在设计和样本范围内支持预期；若表现更差，需要考虑与预期相反的解释；区间很宽时可能只能判为证据不足。事后更换主要指标以追求显著性会改变问题。预设主要结果、时间点和分析规则有助于保持问题稳定，详细统计留给Section 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需要比较对象；可行性不能只看能否写出文本，还需确认数据授权、人员、设备和专业能力。影响力可以是解决具体测量误差或解释矛盾，并不要求每项研究都声称重大突破。竞争热度反映工作密集程度与时间压力，既可能有共享基础，也可能重复拥挤。依据不足应记录待核查，不能让模型打分掩盖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侧真实方法图。Calo与MacLellan的Figure1把教师提出要求、系统生成界面初稿和教师继续修改分别标为A、B、C。中文解释只帮助读图，不将作者界面冒充本项目操作。其小规模比较涉及设计效率，不能转述为学生成绩提高。所读是arXiv版本，正文有会议关联，版本关系在上一页已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利申请的说明书提供互动辅导、内容生成与评价的技术思路，可帮助列出需要比较的系统特征；它不提供本课程所需的学习效果验证，也不能凭公开文献号判断当前权利有效。PNAS研究则区分有AI的练习和撤去AI后的测验，帮助决定结果应该在什么条件下测量。公开实验来自土耳其高中数学，不直接回答高校教学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组三类材料可以提出一个教学拟议问题：在高校课程中，分步提示相对直接给答案，能否改善撤去AI后的独立作答？这不是已经确认的研究空白；仍需系统检索相近工作、比较提示条件、核对样本与评价方法，并经研究者决定。此处不存在真实新实验、创新性签核或模型生成研究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同时读取官方PMC搜索索引呈现的更正正文（直连页面遇到校验），2025年8月20日公布的更正涉及作者单位，单独登记为版本维护信息，不能当新增一项学习效果研究。定量趋势还需固定数据库、检索式、文献类型和时间字段，保存全量导出后按研究和专利族去重，处理公开滞后；本例未执行全库统计，不画增长曲线。Utah2026第41页按既有工作分类再识别待回答问题的讲授顺序用于本页，原领域表格和结论未照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Towards Educator-Driven Tutor Authoring: Generative AI Approaches for Creating Intelligent Tutor Interfaces</a:t>
            </a:r>
          </a:p>
          <a:p xmlns:a="http://schemas.openxmlformats.org/drawingml/2006/main">
            <a:r>
              <a:t>https://arxiv.org/html/2405.14713v1</a:t>
            </a:r>
          </a:p>
          <a:p xmlns:a="http://schemas.openxmlformats.org/drawingml/2006/main">
            <a:r>
              <a:t>定位：arXiv摘要页Submission history；全文第2、3节与Figure1；CC BY4.0，图按比例缩放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and apparatus for automated content database creation and real-time, adaptive tutoring and grading</a:t>
            </a:r>
          </a:p>
          <a:p xmlns:a="http://schemas.openxmlformats.org/drawingml/2006/main">
            <a:r>
              <a:t>https://patents.google.com/patent/US20240274025A1/en</a:t>
            </a:r>
          </a:p>
          <a:p xmlns:a="http://schemas.openxmlformats.org/drawingml/2006/main">
            <a:r>
              <a:t>定位：原始PDF首页(43)、(22)、(60)、摘要；网页说明书互动辅导段与Claims1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只有匿名问卷，缺少成绩、使用记录或可解释的时间顺序，就不宜直接声称能够估计AI对学习的因果效应。可以先研究使用场景和感受，也可以寻找经批准的其他数据。研究对象、干预及数据条件改变后，要重新核对问题。样本量、预算和时程应依据设计计算，本页不编造通用样本门槛或伦理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展示研究者如何记录判断。三项问题不能仅按听起来宏大与否排序。描述性研究也可能很有用；干预问题只有获得所需条件后才能启动；长期影响研究可能重要，但当前资源不足时可分阶段推进。新增信息要对照最接近文献核验，表中的描述为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可要求：只依据给定材料提出候选问题，区分原文事实、推断和待核查项；对每题说明对象、比较、结果与资源缺口，并找最接近研究。模型提出的引文必须回原文验证。资料不足时允许保留缺项。topic-evaluation技能定义了问题确认、四维评价、假说与反例搜索，技能文件存在不等于整个检索流程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展示完整选题说明，不要求学员课堂提交。拟议问题是：在某本科课程中，逐步提示相较完整解答是否改变一周后无AI新题表现？真实证据来自Bastani等高中研究；高校对象与延后测量是待论证设定。下一节将系统检索最接近研究，决定候选问题是否已经得到回答，以及当前问题需要怎样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本节依次讲检索、原文阅读、多篇研究比较及综述表达。例子包括AI教育研究，也包括一般引用核对。工具用于对应步骤，不把工具名称当成方法。两篇公开研究只用于比较教学，未开展系统综述。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综述类型不只这几种，此处按教学目的解释差别。不能把若干工具搜出的前几条结果改名为系统综述。PRISMA提供报告要求，不能代替检索、偏倚评估或科学判断。具体综述规范应按学科和研究类型选择。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以AI辅助学习为教学示例。不同论文可能使用不同工具名和术语。人口或测量词加入太早可能漏掉相关研究，因此可先宽后窄。检索概念不必机械塞满研究问题的所有条件。中文库和英文库分别调整词汇。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通用结构示例，不宣称各库语法相同。PubMed支持布尔逻辑，短语、截词和字段标签有其规则；在其他数据库中需查看帮助。先用已知相关论文检验检索式能否找到，再根据漏检扩词。NOT可能把同时讨论两个主题的相关研究排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assets/pubmed.png由本机无登录浏览器实际访问公开PubMed查询后截图。检索词为"generative AI" learning。截图中的结果数仅代表访问时页面，不作为领域趋势或完整覆盖的证据。PubMed偏生命科学与医学相关文献，不能代表全部教育研究。没有用模拟HTML重画界面。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也应包含文献类型、时间窗、语言限制和全文获取状态。真实的公开网页试查与完整领域检索要区分。本节附件中的search-log.json记录了实际PubMed页面查询，另存的教学检索式尚未作为完整方案运行，不能把其预期结果数填写成实际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种路径看作补充。检索相似不等于研究结论相同。语义系统的结果要回原文判断；引文数量高也不能证明方法可靠。研究原理保持概念层，不讲向量计算细节。UCL课件只借鉴检索路径的组织，具体工具功能另看官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Papers官方检索片段明确其不是引用树。本页为关系含义示意，使用论文甲乙丙丁符号，不是假称软件返回了这几篇论文。相似关系和实际引用方向必须区分。由种子论文扩展仍受数据库覆盖和种子选择影响。尚未在Connected Papers执行本课程题目的图谱查询。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Papers. About</a:t>
            </a:r>
          </a:p>
          <a:p xmlns:a="http://schemas.openxmlformats.org/drawingml/2006/main">
            <a:r>
              <a:t>https://www.connectedpapers.com/about</a:t>
            </a:r>
          </a:p>
          <a:p xmlns:a="http://schemas.openxmlformats.org/drawingml/2006/main">
            <a:r>
              <a:t>定位：官方检索片段说明not a citation tree；本次未取得完整JS页面，功能仅保留关联发现的有限说明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官方帮助页2026-09-30变更：旧工具独立入口取消，能力并入Research Agent；旧会话可读和导出，新工作进入Agent。截图为官方帮助页，不是本项目付费模型运行。课堂讲功能和材料流转，不照旧截图逐按钮注册。功能、套餐与界面可能继续更新，演示前需复查。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Elicit. Where did Find Papers, Extract Data, and Chat with Papers go?</a:t>
            </a:r>
          </a:p>
          <a:p xmlns:a="http://schemas.openxmlformats.org/drawingml/2006/main">
            <a:r>
              <a:t>https://support.elicit.com/en/articles/17220397-where-did-find-papers-extract-data-and-chat-with-papers-go</a:t>
            </a:r>
          </a:p>
          <a:p xmlns:a="http://schemas.openxmlformats.org/drawingml/2006/main">
            <a:r>
              <a:t>定位：官方变更说明及How to do the same work now；页面截图2026-10-17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nsus官方说明使用关键词与语义结合的搜索，并提供带引文综合。本页不承诺任何引文一定正确或结论全面。投票式同意比例不能代替研究质量与可比性判断。要区分系统搜索到的材料和没有检索到的研究，不把生成摘要当作原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Consensus. How Consensus Works</a:t>
            </a:r>
          </a:p>
          <a:p xmlns:a="http://schemas.openxmlformats.org/drawingml/2006/main">
            <a:r>
              <a:t>https://help.consensus.app/en/articles/9922673-how-consensus-works</a:t>
            </a:r>
          </a:p>
          <a:p xmlns:a="http://schemas.openxmlformats.org/drawingml/2006/main">
            <a:r>
              <a:t>定位：How does a Consensus search work?、How does Consensus analyze the research?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官方FAQ说明AI相关功能、引用、检索与Semantic Reader。这里不把辅助摘要复述成作者原结论，不承诺每篇都提供完整全文或相同功能。建议在条目中定位DOI，再到出版商或合法开放版本核对。实际功能以访问时页面为准。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tero可通过DOI等标识符添加条目，集合可以共享同一条目的引用，附件和笔记依附条目。导入不是核验完成，尤其留意作者、年份、文章类型、页码与DOI。文献导出和Word插件可整理引文格式，但不能判断引文支持了什么主张。没有伪造本机已打开的Zotero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Zotero. The Basics</a:t>
            </a:r>
          </a:p>
          <a:p xmlns:a="http://schemas.openxmlformats.org/drawingml/2006/main">
            <a:r>
              <a:t>https://www.zotero.org/support/quick_start_guide</a:t>
            </a:r>
          </a:p>
          <a:p xmlns:a="http://schemas.openxmlformats.org/drawingml/2006/main">
            <a:r>
              <a:t>定位：Collections、Attachments、Add Item by Identifier、Word Processor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比较DOI、题名、作者和出版信息。预印本与正式论文的标题可能变化，结果也可能改变；不应只按字符串相似就删。更正、撤稿通知和补充材料不能当重复论文随意去掉。重复报告同一研究时，综合阶段还需避免把同一数据算作多项独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无计数流程示意，没有伪造PRISMA筛选数量。若报告系统综述，需要按适用规范记录各阶段数量及排除原因。全文未获得时，不把摘要描述当成完整方法评估。筛选由谁完成、AI如何参与以及抽查办法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可以往返，不能只看摘要末句。对于实证研究，方法决定结果能够支持什么判断。图表和正文数值不一致时先追查定义、样本和补充材料。理论、质性与方法论文应按其论证结构调整，不强求统一量化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以Bastani等作为原文提取示范。本页不重复大量数值，重在信息定位。正文中“练习成绩”和“独立测验”不能混成同一结果。教学表用中文转述，XML原文实际来自Europe PMC对应全文，DOI与文章身份另有登记。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两篇文章均实际读取原文。Kestin研究在Harvard PS2课程进行，233名注册学生中194人符合纳入条件，采用两组交叉内容安排；本页只保留设计区别，不把样本数直接做效果大小比较。两项研究并不互为简单重复，不能按标题的“有害/更优”投票。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图的坐标。柱高是后测分数的中位数，即把分数按大小排列后位于中间的位置；中位数和平均数是两种统计量。横轴两种条件分别为课堂主动学习与定制AI辅导，后者不是学生随意打开通用聊天工具。柱上3.5与4.5为原文分值，不是百分比、效应量或学习增幅。图从零起，坐标到6，因为这份公开数据中实际后测分数范围为0至6；本轮未取得完整评分细则，不据此补写正式量表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数据来自论文Data availability链接的作者仓库HarvardAItutor/Study-Data-v4，实际下载dta并用本地Python读取。lect_AI=0的174条记录中位数为3.5，lect_AI=1的142条记录中位数为4.5，合并前测中位数2.75。这三项与正文Results / Learning gains: post-test scores相符。PPT为依据公开数据新做的可编辑图，内嵌汇总工作簿；不是原文Figure1。原文Figure1画平均数并附均值标准误，不能给本页中位数柱复制那组误差线。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316是数据行数，rid唯一编号为194。194与正文资格人数一致；逐编号检查发现122个编号有两种条件的记录，72个编号只出现一次。正文Study population资格说明提到参与两种教学且完成全部前后测验，公开文件与这一说明的逐步对应仍需核查。没有取得筛选日志，不擅自推测缺行、排除原因或修正作者数据，也不能把这张表当作194人的完整配对表。描述统计可以复算，不等于完成了设计、缺失机制与全部统计模型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课堂再把这项研究与第17页高中数学研究比较：学习阶段、对照方法和测量安排各有条件。这里不从两根柱推出AI普遍有效，也不把两篇文章合成总体效应。UCL 2025第56页提醒检查综合是否成立，本轮重新查看该页和第43页，借鉴其核对覆盖、原文与可比性的组织方式。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是一条结论的完整登记示例。第一行只放回到原文和作者数据中实际核到的信息：结果段报告后测中位数3.5与4.5，本地按lect_AI分组得到相同结果，记录数为174与142。定位保留到正文小节及原始字段，编辑附件保存源文件哈希与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是课程对结论范围的解释：比较发生在Harvard入门物理的两次课题中，定制AI系统与课堂主动学习各有教学安排。不能把“定制”省略后写成随便使用ChatGPT就一定提高成绩。中位数差是描述统计，研究的因果解释还取决于随机安排、交叉设计、模型处理与缺失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行保留待核事项。194个唯一编号、316行数据、122个双次编号和72个单次编号均由实际数据计算；正文资格条件与公开行记录的逐步对应尚未核明。没有逐步筛选日志，不对原因作判断。这个例子说明事实核对和保留缺口可以同时进行；表格应允许填“待核查”，而不是要求AI把所有格子补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前段为课程编写的空泛例句，后段为基于两篇真实论文的教学综述草稿。正式论文还需完整检索、方法评价和准确引文，不能把两篇案例段落称为领域共识。段落没有声称哪一种机制已经得到证明。 本轮后段补入作者数据可复算的后测中位数，顺序对应定制AI辅导4.5、课堂主动学习3.5。没有计算综合效应、效果排名或长期学习保持；公开数据中的单次编号问题另列待核。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解析成功只说明标识符对应记录，不能证明该段主张成立。当前附件登记两篇论文身份和已读章节，未作全面撤稿监测，状态单独注明待核查。实际科研投稿前需按当时出版商更新和适用数据库复查。不能把引用格式检查说成科学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课程编写的待核查断言，故意使用过宽范围，并非真实领域结论。Kestin等公开研究已经在本科入门物理中开展随机对照，因此这一断言不能成立。研究者需要检查原文，然后重新界定问题。限定到某课程或延后测量后仍需继续检索，不能据此宣称找到了空白或证明没有人研究。反证检索应包括同义词、前后引文与近期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流程示意，不是模型已运行的截图。可以在本地Codex中按文献发现、文献综合和引用核验技能处理材料；技能定义存在不等于各服务账号、检索API或全文解析都已接入。本节实际完成公开材料获取、两个网页截图、两篇原文读取和课程证据表，未运行多数据库系统检索。 2026-10-19另实际完成作者公开dta的本地Python描述统计复算，保留原始哈希、汇总CSV、复算脚本与记录单位待核问题；这不是模型调用或整个文献Agent已运行。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本节交付两篇比较案例的材料索引、检索记录、证据矩阵与综述示例，保留范围说明。进入Section 6研究设计时，未决问题要继续处理，不能把文献表做完视为研究设计成立。没有课堂作业或学员提交环节。 本轮新增作者公开数据的描述统计复算、源文件哈希、完整Python脚本和材料缺口说明。原始逐人数据只存本地忽略缓存，交付汇总表与公开下载入口。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讲设计选择及其理由，不把实验方案写成一串工具名称。AI可帮助检查方案一致性和资源缺口，不能代替现场条件、伦理审查或样本依据。实证研究既可能通过干预，也可能观察现象；应按问题选择路径，不是每个问题都能安排随机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根据Bastani等原文Experimental Design重绘：以班级为分配单位，设置无生成式AI资源、GPT Base、GPT Tutor三组。先进行有相应资源的练习，再进行无资源测验；先前教师授课环节相同。对照组仍有课本和笔记，不应写成无教学资源。这里借鉴比较和测量的组织，不直接照搬到本科课程。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定位：Experimental Design、Abstract，原文XML已在Section 5读取并保留来源哈希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拟议问题展开为可讨论的设计。假设以学生个体为独立分配单位，完成基线测量后，按1∶1随机分到逐步提示和完整解答两种条件。两组使用同类内容、相同时间规则与测量安排，记录同学间分享、额外帮助及缺席。个体独立和相互影响可忽略目前只是计算前提，启动前必须核查；如果最终以班级分配，本页人数不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结果拟为一周后无AI条件下的5道新题，总分0—100；每题0—20的评分规则、题目等值性与评分者一致性需先形成材料并试评。一周、题目数和分制均为教学拟议设定，不是从公开论文得到的已验证测量方案。基线只作先前水平记录，当场表现和使用时长为补充结果，不能在主要结果不理想后替换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上计划每组招募50人，来自第11页“差6分、标准差10分、双侧0.05、功效80%、假设保留90%”的条件计算。这里是展示参数怎样影响计划，不建议把该情景直接当作正式样本依据。预计每组保留45份完整主要结果并不保证实际一定达到45。若达到预定截止日仍不足，应说明实际精度和可检测范围，不能随结果边看边扩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分析拟比较分配两组的一周后评分均值差并报告区间；分配人员按原分组保留登记，未测到结果的人员标明缺失。当前功效计算只针对无聚类、等方差、两组独立t检验的简化情景，没有解决实际缺失处理、干扰或量表质量。正式分析方案需在结果出现前明确缺失与排除处理及敏感性分析，并由研究者审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量先用普通语言解释：输入是安排了什么，输出是观察到什么；其他同时变化的条件可能妨碍解释。随机分配不表示所有样本特征必然一样，也不消除实施差异。对不能控制的因素，应预先考虑记录和分析。工程实验参数范围需经专业与设备条件核定，不照抄公开课件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How do you select and scale the process variables?</a:t>
            </a:r>
          </a:p>
          <a:p xmlns:a="http://schemas.openxmlformats.org/drawingml/2006/main">
            <a:r>
              <a:t>https://www.itl.nist.gov/div898/handbook/pri/section3/pri32.htm</a:t>
            </a:r>
          </a:p>
          <a:p xmlns:a="http://schemas.openxmlformats.org/drawingml/2006/main">
            <a:r>
              <a:t>定位：输入、输出、参数范围及不可行组合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模拟的比较框架，不保证仅凭表格就能消除干扰。两组内容和测验等值性需核查。可以设置更多比较组，但新增组别会改变资源和样本需求。主动对照与无干预对照回答的问题不同，设计应明确对照提供了哪些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两天检测样品为模拟例子。如果A全部第一天测、B全部第二天测，处理与日期混在一起。区组把已知日期差异分开，在每天内随机分配或随机安排A/B。图上A/B是示意，真实排程需保存随机过程和种子或清单。还要考虑设备漂移、顺序效应及可行性。区组不是事后随意拆分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Randomized block designs</a:t>
            </a:r>
          </a:p>
          <a:p xmlns:a="http://schemas.openxmlformats.org/drawingml/2006/main">
            <a:r>
              <a:t>https://www.itl.nist.gov/div898/handbook/pri/section3/pri332.htm</a:t>
            </a:r>
          </a:p>
          <a:p xmlns:a="http://schemas.openxmlformats.org/drawingml/2006/main">
            <a:r>
              <a:t>定位：控制已知干扰因素与区组设计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三份独立制备试样，每份测三次，构成3份试样和9次读数。这个计数示例不代表样本量足够。若处理施加在整批材料上，独立分配单位可能是批次，不能自动以试样作为独立重复。技术重复和独立重复要按实际制备、分配及测量层级确定；分析可能需要处理嵌套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法需要具体说明隐藏谁的信息。授课者或受试者有时无法不知道干预方式，但评分者仍可能不知道分组。不要把仅做匿名编号写成所有参与者均盲。盲法破坏、例外处理和解码时间需要记录。本页为方法说明，不声称示例已经实施双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数值转录自UC Davis 2026因子设计课件PDF第9页pilot.a；第8页定义因素、单位并注明y是两次重复的均值，源教材为Box, Hunter &amp; Hunter 2005 §5.4。课件未给y的物理单位，不能擅自改成百分比。本表按原课件排列展示，不等于实际随机运行顺序。仅用于理解组合设计，不作为工艺操作建议。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第9页四行：C=20时，A在T=160/180分别为60/72；B分别为52/83。手算增量A=72-60=12，B=83-52=31，增量差=19。图用于解释交互作用的含义，不能仅凭两条不平行线宣称统计显著。只有组均值，未取得原始重复读数或误差方差，因此未画误差条，也未做显著性检验。y无物理单位，不转换为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原始分数解释参数：如果希望识别两组平均差4分，而个体分数的标准差假设为10分，标准化差异就是0.4；差6分、8分分别对应0.6和0.8。这三个差异与标准差均为教学假设，没有拿公开论文效果替代本课程的依据，也不称为领域默认的“小、中、大”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两组独立、样本数相等、共同标准差与正态模型等前提下，双侧显著性水平0.05、目标检验功效80%，本地R的power.t.test实际计算每组人数为99.0803、44.5858、25.5246，向上取整后为100、45、26。R代码使用strict=TRUE计入双侧两个拒绝区，另以卡方方差项的数值积分核对功效；再检查当前整数人数达到80%，少一人时未达到。计算源码、CSV、会话版本及哈希保存在design-pack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功效80%”的意思是在指定差异确实存在、模型和其他前提成立的重复研究中，按所定检验规则检出的概率为80%；它不是这次研究结论有80%的概率正确。0.05表示零差异前提下，按预定规则误报差异的概率控制目标；不是研究结果为假的概率。页面不要求初学者记住公式，重点是人数取决于希望识别的差异和波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13页只用差6分的情景演示资源换算。正式研究需先论证差6分为什么值得识别、10分波动从何而来、个体分配是否可行。改为班级分配时需考虑独立班级数和组内相关；出现非正态、不同方差、重复测量、基线调整或实际缺失时也应按最终分析另算。不能为迎合现有预算倒填差异和波动，不能把计算能运行当作样本依据已获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Daniël Lakens. Sample Size Justification. Collabra: Psychology 8(1):33267, 2022. DOI:10.1525/collabra.33267</a:t>
            </a:r>
          </a:p>
          <a:p xmlns:a="http://schemas.openxmlformats.org/drawingml/2006/main">
            <a:r>
              <a:t>https://doi.org/10.1525/collabra.33267</a:t>
            </a:r>
          </a:p>
          <a:p xmlns:a="http://schemas.openxmlformats.org/drawingml/2006/main">
            <a:r>
              <a:t>定位：Abstract、Six Approaches to Justify Sample Sizes、inferential goals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先约定可以减少看结果后选择指标或排除样本的空间，但不保证设计正确。临时修改有时必要，应标明时间、理由及已知信息。测量工具需核查适用性、评分一致性、校准与量程；关键步骤先小规模试运行。注册或审查要求按实际学科与机构流程执行，本页不伪造任何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表从人数计算开始，而不是凭空列设备和经费。差6分情景每组45人、总计90份完整主要结果；假设有90%保留率，按45除以0.90向上取整为每组50人，合计招募容量100人。10%缺失只是教学预留，不能保证研究不受缺失偏倚影响。若退出与组别或结果有关，扩大人数也不能消除偏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基线、当场、一周后三个时点，各为计划100人预留测量，容量为300人次。这里不是把300条记录当成300名独立学生，实际采集数也不会预填为300。主要结果按100份答卷、两名不知道分组的评分者预留200份次评分；评分分歧的核查与处理规则需要另订。这是任务容量，不是已经付费或完成的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启动还需确认招募与数据权限、测验是否能安排在一周后、两名评分者可用时间、评分规则和试评材料，以及干预内容、记录存储与预算。原表中的设备量程、材料批次等工程研究条件仍可作为其他学科的资源检查条目；本页用课程研究例子示范怎样从样本和测量数推到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真实资源只容纳100人，而希望识别的差异是4分，不能把45人/组的数字照搬：第11页的条件计算需要每组100份完整结果。应重新讨论问题价值、估计精度和可检测范围，补数据依据或暂缓，而不是默默删对照、改主指标或放大预期效果。全例尚未招募、采集、评分、获批或形成真实研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设备稳定性不满足预先规定的标准时，暂停、校准和重测；不能为了得到预期结果反复筛选读数。核心数据无授权时，不把模拟数据写成真实数据，可以改成可获得资料支持的问题或暂缓。具体阈值必须来自测量要求和预先方案，本页不捏造通用标准。更换结果指标或样本会改变可回答的问题，应重新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要求AI检查：主要结果是否回答问题；分配单位与样本量是否一致；对照是否同时改变其他条件；重复读数是否误算为独立样本；备用方案是否改变结论范围。AI不得补造效应量、设备能力、实验结果或伦理批准。本页为流程示意，不是研究设计Agent真实执行截图。 本节附件新增完整设计示例与条件计算，可据其检查：独立分配单位是否与功效模型一致；90%的保留假设有无依据；300测量人次是否被当成人数；主要结果是否在看数据后改变。R实际运行仅完成条件功效与容量计算，没有研究设计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设计说明的教学样例、变量表、公开教材数据、图表和待确认清单。它们不代表已经通过伦理、设备或研究者审核。下一节进入数据处理和统计时，要沿用这里明确的独立单位、主要结果及分析规则，不能根据结果任意改变原问题。 本轮补入完整教学方案、样本情景R源码、真实运行CSV与工作量表。参数是教学假设，不能直接当作正式申报样本依据。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 本轮实际按原始CSV重新计算四分位数：Q1=186、Q3=195，1.5倍IQR范围为172.5—208.5毫米。标记物理行30（female，172毫米）和131（male，210毫米），尚未查明记录错误。保留全部完整记录时雌雄各73条，雄减雌4.616438毫米；仅为敏感性比较暂排这两条时各72条，差4.152778毫米。这个差别不能证明排除更正确，也不证明结果稳健；原始文件与正式纳入CSV未改。代码与两个口径的完整数值另存analysis-packet。IQR在本课解释为中间一半记录的跨度，不是仪器允许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本课程异常标记敏感性比较与正态模拟连续前20次</a:t>
            </a:r>
          </a:p>
          <a:p xmlns:a="http://schemas.openxmlformats.org/drawingml/2006/main">
            <a:r>
              <a:t>local:analysis-packet/teaching-comparisons.json</a:t>
            </a:r>
          </a:p>
          <a:p xmlns:a="http://schemas.openxmlformats.org/drawingml/2006/main">
            <a:r>
              <a:t>定位：prepare-teaching-comparisons.py、outlier-sensitivity.csv、normal-ci-first20.csv；原始数据与全部1000次模拟未改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 本轮改画连续前20次，按第1—10次和第11—20次分列，两列使用相同坐标。第18次区间为90.920460—98.760316，未包含100，以红色横线与序号标记；其余前20次包含100。没有更换种子、重跑挑选样本或跳过次数。总计仍为941/1000覆盖、59次未覆盖，不能用前20次恰好19/20覆盖当作长期覆盖性质的证明。竖线表示固定真值，横线为重复抽样得到的区间。原始1000次CSV保持不变；从原CSV提取的连续前20次与哈希随包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 本轮将K≤5或K≥15的12根柱标红；P值相加的是这些柱的概率总和，不是15那一根柱的高度，也不是0至15的累计概率。颜色和数值来自同一组精确二项概率，未改变数据。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接在结果解释之后，说明教师如何判断代码修改是否生效。先讲具体任务：在同一份公开企鹅数据中，把鳍长均值差从雄性减雌性改成雌性减雄性。原先4.616438毫米，修改后为负4.616438毫米，两组各73条，纳入146条，均值和样本SD保持不变。正负号随比较顺序改变，不能据此声称发现了另一种研究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是代码编辑与Agent工具入口，可以在当前权限和运行设置下读取文件、修改代码并发起终端命令。Python解释器是实际运行Python代码的软件，终端是输入命令和查看运行输出的位置。编辑器内显示一段代码，不证明它已经执行；聊天中的数字也不证明它来自当前文件。演示时先核对当前目录、实际解释器路径和版本，再看运行命令、退出码、新文件和脚本版本。具体按钮与安装步骤不占主课时间，已有Cursor环境的讲师可按配套任务展示；本课程不要求学员安装或操作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在本地Codex调用Python执行两份完整脚本，没有在Cursor操作或调用Cursor模型。cursor-packet中baseline.py来自原cross-tool/analysis.py，基线仅改输出目录。modified.py改差值公式、字段名和打印字段，同时使用独立目录。code-change.diff展示实际差异。两个目录的included_rows.csv、summary.csv用于检查纳入行、人数、均值和样本SD；comparison.csv对应不同方向的差值，run.json及run-evidence.json保存时间、路径、版本、退出码和哈希。check_results.py从原CSV独立复算，不仅检查程序是否退出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Python、R、SPSS三份同口径代码继续保留在cross-tool。Python与本地WebR已实际执行，下一页仍比较雄减雌口径；新增雌减雄仅作为代码修改教学例子，未将R输出暗中改成新方向。SPSS语法未执行，桌面R与RStudio未实测。所有教学任务和解释由AI编写，尚待授课教师审定。科学边界仍保留：这里只作公开数据描述统计，未核实独立性、总体代表性或因果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国外参考为CMU Generative AI 2025 Lecture23物理第26页（印刷页30），它把代码、执行器、检验和反馈分别呈现。借鉴这一次序，中文页的四步图可编辑，没有移用原图、模型成绩或自主纠错结论。Cursor功能另查本轮官方Agent mode及Terminal integration原文。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Nayebi &amp; Gormley, CMU Generative AI, Lecture23, Nov19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定位：物理第26页（印刷页30），Iterative Self-Refinement；采用执行器和检验反馈的讲授关系，不采用原图与结论承诺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 Agent mode与Terminal integration官方说明</a:t>
            </a:r>
          </a:p>
          <a:p xmlns:a="http://schemas.openxmlformats.org/drawingml/2006/main">
            <a:r>
              <a:t>https://prod.cursor.com/help/ai-features/agent</a:t>
            </a:r>
          </a:p>
          <a:p xmlns:a="http://schemas.openxmlformats.org/drawingml/2006/main">
            <a:r>
              <a:t>定位：2026-10-19实际读取What can Agent mode do、How do I review Agent changes；终端说明另见cursor-packet/参考资料.md；未在Cursor操作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代码差值方向修改的本地Python实际运行</a:t>
            </a:r>
          </a:p>
          <a:p xmlns:a="http://schemas.openxmlformats.org/drawingml/2006/main">
            <a:r>
              <a:t>local:training/section-07/cursor-packet/run-evidence.json</a:t>
            </a:r>
          </a:p>
          <a:p xmlns:a="http://schemas.openxmlformats.org/drawingml/2006/main">
            <a:r>
              <a:t>定位：baseline.py、modified.py、code-change.diff、两个输出目录及check_results.py；公开数据二次描述统计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与R对146条纳入记录逐行比较CSV行号、性别编码和鳍长数值，再比较每组n、均值、样本SD和雄减雌均值差，绝对容差1e-9。两组各73条，雌性均值187.7945205479452、SD5.595034763345455；雄性均值192.41095890410958、SD6.599317339354874；差4.616438356164366毫米。样本SD的分母为n-1。页面只列实际执行的Python和R结果，不以空列代替SPSS实测；SPSS代码随包提供，尚无其输出。本页只作描述数值的一致性核对；不能据此证明抽样独立、科学结论或SPSS语法已运行。完整材料仍保留原始CSV、代码、筛选记录、输出、运行信息和未决问题。下一节进入科研图表与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R官方read.csv与样本sd说明</a:t>
            </a:r>
          </a:p>
          <a:p xmlns:a="http://schemas.openxmlformats.org/drawingml/2006/main">
            <a:r>
              <a:t>https://stat.ethz.ch/R-manual/R-devel/library/stats/html/sd.html</a:t>
            </a:r>
          </a:p>
          <a:p xmlns:a="http://schemas.openxmlformats.org/drawingml/2006/main">
            <a:r>
              <a:t>定位：sd使用n-1分母；read.csv的na.strings与stringsAsFactors参数另见cross-tool/参考资料.md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IBM SPSS Statistics GET DATA / MEANS / AGGREGATE / SAVE TRANSLATE索引</a:t>
            </a:r>
          </a:p>
          <a:p xmlns:a="http://schemas.openxmlformats.org/drawingml/2006/main">
            <a:r>
              <a:t>https://www.ibm.com/docs/en/spss-statistics/31.0.0?topic=reference-means</a:t>
            </a:r>
          </a:p>
          <a:p xmlns:a="http://schemas.openxmlformats.org/drawingml/2006/main">
            <a:r>
              <a:t>定位：官方搜索索引可读取语法；完整页面和31版PDF在本轮访问403。语法文件未通过SPSS执行验证，不作为已运行证据。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本节区分数据图、技术路线与机制示意。数据图对应数值和比较；路线说明工作如何完成；机制图呈现假说与待验证关系。来源和材料状态分别标识。图的美观不能替代数据或研究设计。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以同一企鹅数据为例：雌雄差异需看分布，喙长与鳍长关系看散点，各年均值看年份图。说明研究执行过程则用节点和箭头。图型由问题、数据结构和读者任务共同决定，避免看到数字就默认柱图。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左侧female187.79、male192.41毫米，各73条；右侧使用同一146条Adelie完整记录，按5毫米分箱。均值图没有展示原始分布，不能据此判断每个个体或是否存在双峰。这里不把柱高差当作因果效应。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均用187.7945和192.411毫米。左图从0到210，右图180到200。右侧用于解释截断柱长的视觉后果，不作为推荐呈现。数据差仍为4.6164毫米，不能凭截断后的柱长比说雄性是雌性的若干倍。散点或区间图可合理聚焦局部，但要清楚给刻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2026课程所列Rules of Thumb (Ch6)</a:t>
            </a:r>
          </a:p>
          <a:p xmlns:a="http://schemas.openxmlformats.org/drawingml/2006/main">
            <a:r>
              <a:t>https://www.cs.ubc.ca/~tmm/talks/vad/VAD-rules.pdf</a:t>
            </a:r>
          </a:p>
          <a:p xmlns:a="http://schemas.openxmlformats.org/drawingml/2006/main">
            <a:r>
              <a:t>定位：第4页共同尺度位置与平面表达，已渲染查看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n73，均值187.7945，SD5.5950，行独立假设SE0.65485。第三行用该组10000次有放回重抽样均值的2.5%—97.5%分位点186.52—189.05。前两行是mean±SD、mean±SE，第三行不是±SD。三个范围用同一毫米尺度示意。此计算未核实巢内依赖，不能解释为已确认的总体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定位：标准误和均值区间的解释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显示Adelie雌雄完整记录的喙长与鳍长，各73条，共146点。横轴喙长、纵轴鳍长，均为mm。只显示观测点，不连线、不添加未计算拟合。保留公开数据来源。颜色辅以圆形和方形，减少仅凭颜色辨识的依赖。数据只支持观察关联，没有以性别或喙长的干预建立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图注依据本节第6页。内容包括物种和年份、完整记录范围、每点含义、形状和颜色、两轴单位、无拟合线及数据来源。若使用误差线还需写明定义。这里按期刊图注原则写一个课程示例，不宣称所有期刊的格式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为雌雄分布，B为年份均值，均来自相同146条Adelie完整记录；雌雄各年n为22、25、26。两个面板共享颜色含义，图例不变。A纵轴为记录数，B为mm，不能将纵轴刻度误认为可共用。B连接年组均值，不表示同一个体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显示三种数据含义，不引入科研观测。分类配色不暗示甲乙丙的高低；顺序色阶用亮度变化表达高低；发散色阶围绕0显示方向。颜色之外保留文字或形状。不能仅因颜色鲜艳就用彩虹色表达连续数值。本页是图例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2026课程所列Color (Ch10)共享课件</a:t>
            </a:r>
          </a:p>
          <a:p xmlns:a="http://schemas.openxmlformats.org/drawingml/2006/main">
            <a:r>
              <a:t>https://www.cs.ubc.ca/~tmm/talks/vad/VAD-color.pdf</a:t>
            </a:r>
          </a:p>
          <a:p xmlns:a="http://schemas.openxmlformats.org/drawingml/2006/main">
            <a:r>
              <a:t>定位：实际查看第7、21页；共享文件未将全套标为2026新制作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例：仅用所附CSV，限定Adelie且性别、喙长与鳍长完整；横轴喙长mm、纵轴鳍长mm，按性别着色并用不同点形，保留所有观测，不连线、不加拟合；输出代码、图注和数据来源。代码实际运行后核对记录数与轴。此工作流是课堂方法说明，配套脚本实际绘图，并非某个云端Agent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为教学模拟，与第6节的问题衔接。流程从材料题目和评分规则开始，经预试核查，再分两种提示条件并行实施；分别记录作答过程，最后用统一无AI新题评价独立解题，再按预定方案比较。分配单位、样本量和授权待研究者确认，图不代表试验已经开展。 本轮与Section6教学方案衔接，主要结果明确为一周后无AI新题评分；过程记录按提示组和解答组分开。箭头表示实施与后续测量的次序，不表示过程记录已证明机制或因果。材料预试、分配清单、过程记录与结果评分是不同产物，不能把任一缺失内容自动补成事实。图中没有写正式招募人数，Section6的样本条件仍是教学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预试题目的评分一致性核对作为示例，但不虚设一个普适阈值。研究者需预先确定一致性标准。达到标准才进入正式阶段，未达到则修订并保留版本，复核后再进入判断。路线图能呈现依赖关系，不等于规定的质量标准已经满足。 旧图只有“修订后重新核对”文字，没有返回箭头；本轮补出修订节点回到预试材料节点的实际连接。核对材料列为评分规则与试评记录、分配单位和样本依据、招募及数据权限，不捏造一个所有研究通用的评分阈值。未确认的项目保留在问题清单，再补材料或修订版本，返回核查。这里是科研方案启动条件的教学图，不是网页Agent逐节点人工确认或已经通过审批的运行记录。独立draw.io和SVG使用同一节点与边定义，编辑源保留返回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研究假说后，过程证据和独立测验可并行整理，分别形成编码记录与评分结果，再检查一致与不一致之处。不能把两个分支都画成“AI分析”或默认结果一定支持假说。缺少记录、指标不对应时保留问题，而非强行汇合为积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本页左侧为课程编写的GPT Image任务示例，右侧为人工核对用的PPT原生关系图；没有把右图当作模型输出。完整提示见prompt-packet。三个节点分别对应提示、作答过程与独立测验，两条虚线只是待验证的解释关系。尚无真实过程数据证明中介或因果关系，既有水平、练习时间、题目难度及实施差异仍需考虑。原稿中的DALL·E名称保留作时效说明：官方API下线记录列出dall-e-2和dall-e-3于2026-05-12移除，不推广成所有第三方入口也同时停止。当前官方图像指南用于GPT Image任务写法；本轮未调用该图像模型。示例供教学构思，投稿另查目标期刊对生成图像的规定。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Deprecations：DALL·E model snapshots</a:t>
            </a:r>
          </a:p>
          <a:p xmlns:a="http://schemas.openxmlformats.org/drawingml/2006/main">
            <a:r>
              <a:t>https://developers.openai.com/api/docs/deprecations</a:t>
            </a:r>
          </a:p>
          <a:p xmlns:a="http://schemas.openxmlformats.org/drawingml/2006/main">
            <a:r>
              <a:t>定位：2025-11-14条目：dall-e-2与dall-e-3 API于2026-05-12移除；不推断第三方入口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PPT中的图表原生可编辑，配套图保留PDF、PNG和SVG；技术路线附draw.io与SVG/PNG。图表嵌入工作簿是数值快照，不保留源表公式。修订后仍需按数据复算。PNG适合预览，矢量或原生对象适合后续调整，正式投稿须查目标期刊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左侧是可复制的Midjourney提示，按官方Prompt Basics使用具体画面描述；--ar 16:9是画面宽高比，不是像素、清晰度或可编辑格式保证。英文意为左到右三个区：分步提示题单、作答修订、新题试卷，相邻区用细虚线，白底蓝绿配色并留出标签空间。中文标签和“教学假说示意，尚未取得机制证据”图注在编辑源中补全后仍需核对。模型可能画错连线、增加对象或拼错字；发现后按完整修改任务调整，不能仅写“高级一点”。配套revision_prompt给出保留对象、改虚线、删虚构成绩和修正文字的明确指令。核对流程为讲授方法，没有执行Midjourney、GPT Image或Nano Banana。图像文件通常不自动提供独立可编辑节点；定稿需保留原始输出、提示版本和PPT/draw.io文字与连接。数据图另用CSV脚本和原生图表复算，不让图像模型生成观测值。下一节将图表组织进论文正文、投稿与返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Midjourney Prompt Basics与Aspect Ratio</a:t>
            </a:r>
          </a:p>
          <a:p xmlns:a="http://schemas.openxmlformats.org/drawingml/2006/main">
            <a:r>
              <a:t>https://docs.midjourney.com/hc/en-us/articles/32023408776205-Prompt-Basics</a:t>
            </a:r>
          </a:p>
          <a:p xmlns:a="http://schemas.openxmlformats.org/drawingml/2006/main">
            <a:r>
              <a:t>定位：2026-10-19查阅短而具体的画面描述；--ar参数另见prompt-packet/参考资料.md；未操作Midjourney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写作从研究问题和可核查材料开始。先形成主张与证据对应，再组织段落、选择适当期刊、检查提交材料。审稿后逐项回应，保留修改位置与仍未完成的工作。此处无真实投稿或评审，示例是公开数据教学稿。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用上一节数据逐条对应：146条及73/73来自过滤，4.62mm来自均值计算；因果与普遍外推没有相应设计证据。把证据缺口留在论证中，不靠修辞升级成发现。此图中的状态只反映本例材料。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aD是常见经验研究组织方式，分别对应Introduction、Methods、Results、Discussion。理论论文、方法论文和不同学科的组织会变化，需按论证和目标刊调整。哥廷根课件展示了不同计算机研究方向的差异，不能强套统一章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示例有三句：纳入146条、雌雄各73；均值与差异；说明本例未作因果推断。句子之间有证据关系，而非每句换一个宏大概念。用数字锚点连接方法与图。讲师可以与后续方法段落比较，分清结果和处理过程。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本页中文摘要对应style-packet/abstract-en.txt英文教学改稿。左侧保留纳入范围、各组均值、差值、重抽样和条件区间；右侧原生均值图只帮助读数，不显示分布、误差线或显著性。英文改稿依据PLOS One Language与Abstract条目的部分要求：英文、不超过300词、不含引文、尽量避免缩写，说明目的、概括做法、主要结果及意义。没有将教学用途虚构为科研贡献。完整任务和逐句来源在style-packet；没有期刊审查或投稿。全文其他报告规范尚未逐项核对。本轮参考哥廷根原课件第8、19、21页的摘要、过度推断和简洁语言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领域背景、已有研究、当前问题、研究目标组织。Gorman2014是公开数据原研究；本例没有新颖性检索或新增采样，因此只提出教学分析问题，不声称填补空白。正式研究需要明确与既有工作的区别并提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Introduction</a:t>
            </a:r>
          </a:p>
          <a:p xmlns:a="http://schemas.openxmlformats.org/drawingml/2006/main">
            <a:r>
              <a:t>https://mitcommlab.mit.edu/broad/commkit/journal-article-introduction/</a:t>
            </a:r>
          </a:p>
          <a:p xmlns:a="http://schemas.openxmlformats.org/drawingml/2006/main">
            <a:r>
              <a:t>定位：Structure/Background/Question等指导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记录原始344、Adelie152、所需列完整146，排除6条且未插补。M2写方向male减female、分组有放回10000次、种子20261018与linear分位点。未执行的方法、仪器和实验不写进已完成叙述。页面只保留方法段核心，完整参数在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同一146条完整记录的5mm分箱频数。正文描述均值差4.62mm并指出分布重叠，不把两组记录当作同一个体前后测。未报告P值，也未通过图形判断显著性。完整统计量来自第7节实际计算并随本节保留证据副本。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记录均值差出发，检查年份和岛屿组成、缺失机制、巢内依赖及总体定义。当前数据不能支持机制结论。提出未来采样与模型检查是下一步建议，不能写成已完成验证。图中分支只是解释路径，不是实证因果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Discussion</a:t>
            </a:r>
          </a:p>
          <a:p xmlns:a="http://schemas.openxmlformats.org/drawingml/2006/main">
            <a:r>
              <a:t>https://mitcommlab.mit.edu/broad/commkit/journal-article-discussion/</a:t>
            </a:r>
          </a:p>
          <a:p xmlns:a="http://schemas.openxmlformats.org/drawingml/2006/main">
            <a:r>
              <a:t>定位：interpretation、context、limitations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原段落故意设置显著优于、证明决定和推广价值等问题，明确不作为事实。修订后保留对象与均值差，删除未经检验的显著性、价值排序与因果表述。Humanizer不改变真实数字，也不以规避检测为目标。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Gorman2014真实论文为例，标题、作者和DOI可以确认身份；要支持关于采样、对象和结论的具体句子，还需回到摘要、方法与结果相应位置。当前课程二次分析的4.62mm来自自己的计算，不归到原文名下。模型返回的DOI不能直接当作核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示例：只根据附带CSV计算记录和研究说明写方法与结果；保留数字、单位和条件，未知信息列出；每段标注所用材料位置，不补造实验、文献或显著性。Harness承接材料版本、执行记录与核对规则，在写作任务中仍由研究者判断主张。此页为方法框架，未冒充云端执行截图。</a:t>
            </a:r>
          </a:p>
          <a:p xmlns:a="http://schemas.openxmlformats.org/drawingml/2006/main">
            <a:r>
              <a:t>ICMJE医学期刊建议AI不能署为作者，作者承担准确性等责任，并按要求披露AI用途。不得把该建议当成所有学科完全一致的规定。记录真实工具名称和版本、日期、任务、输入输出及人工核查；不补填本来没有保存的版本号。语言修订不能取消披露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ICMJE，Use of AI by Authors</a:t>
            </a:r>
          </a:p>
          <a:p xmlns:a="http://schemas.openxmlformats.org/drawingml/2006/main">
            <a:r>
              <a:t>https://icmje.org/recommendations/browse/artificial-intelligence/ai-use-by-authors.html</a:t>
            </a:r>
          </a:p>
          <a:p xmlns:a="http://schemas.openxmlformats.org/drawingml/2006/main">
            <a:r>
              <a:t>定位：2026-10-18核查；医学期刊建议，具体采用以目标刊规定为准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以直接使用的中文任务，实际改稿、原摘要、逐句事实依据和差异文件均位于style-packet。讲师先打开官方Language与Abstract条目，再读任务中哪些部分来自期刊，哪些来自本例材料。300个英文词是上限，不必凑足；不能改成300个汉字。右侧流程说明：官方格式要求与原摘要事实一同约束改稿，输出后再回查英文词数、引文、保留的数字与限定。案例有本轮Codex实际改稿，但没有外部期刊或模型服务运行截图。选刊还须判断范围、研究贡献、文章类型与数据报告要求；本教学复算稿没有取得投稿适格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One，Criteria for Publication</a:t>
            </a:r>
          </a:p>
          <a:p xmlns:a="http://schemas.openxmlformats.org/drawingml/2006/main">
            <a:r>
              <a:t>https://journals.plos.org/plosone/s/criteria-for-publication</a:t>
            </a:r>
          </a:p>
          <a:p xmlns:a="http://schemas.openxmlformats.org/drawingml/2006/main">
            <a:r>
              <a:t>定位：2026-10-18核查：original research、supported conclusions、reporting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One官方指南说明文件核对。本例主稿、图表与计算记录均对应146条完整记录、雄减雌4.62毫米；数据来源含344条，Adelie 152条，再排除6条缺失。本页的数字是本例实际材料，作者贡献、伦理与同意没有补填，也没有真实投稿。正式材料还应核对目标刊对图表、数据、声明和投稿信的具体规定。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One，Submission Guidelines</a:t>
            </a:r>
          </a:p>
          <a:p xmlns:a="http://schemas.openxmlformats.org/drawingml/2006/main">
            <a:r>
              <a:t>https://journals.plos.org/plosone/s/submission-guidelines</a:t>
            </a:r>
          </a:p>
          <a:p xmlns:a="http://schemas.openxmlformats.org/drawingml/2006/main">
            <a:r>
              <a:t>定位：2026-10-18核查Manuscript Organization、Cover letter、Abstract；具体期刊示例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按PLOS One官网转述初检、编辑评估、外审、编辑决定及修订。送审不等于接受；审稿意见是编辑判断的重要输入，决定由编辑作出。不同期刊阶段命名不同，不照搬为所有期刊同一状态机。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模拟三条意见对应材料已补全、表述已修改和新增样本未完成。把意见拆为可执行动作并设证据位置。不是每项都能靠改写完成；需要新研究时如实保留状态，不把未来计划说成完成。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本页将R1.1改为可编辑筛选流程：原始344条，限定Adelie 152条，排除性别或鳍长缺失6条，纳入146条，雌雄各73条。正文[M1]还记录排除行号5、10、11、12、13、49，包含表头且不是个体ID。逐条回复与Word清稿使用相同段落编号。材料来自实际公开表过滤；模拟审稿意见没有来自期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模拟R1.2针对性别决定鳍长。实际删除原稿中的证明决定、普遍规律和生长机制，R1保留4.62mm描述，D1加入范围限制。回复同时指出修改与未做的研究，避免把删除强结论说成增加实证证据。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模拟R2.1要求新增样本和巢内相关验证。本轮未完成这些研究，L1已明示。回复不保证编辑接受现有范围，研究目标若要求该证据，就需要补材料或调整研究。不是所有分歧都能靠措辞解决。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本页根据PLOS One Revising Your Manuscript的Submission Instructions讲三份材料。writing-packet/word-r1现有三份实际可编辑Word：逐条审稿回复、修订稿_改动标记、修订稿_清稿。标记稿由实际r0与r1逐段比较，红色删除线与绿色下划线表示增删，未使用Word Track Changes。独立程序从DOCX的实际颜色、删除线和下划线还原r0/r1文字，核对清稿与回复锚点。页面用缩略句说明R1.2对应关系，完整文字以Word和Markdown为准。模拟意见R2.1仍是新增研究未完成；格式文件齐备不等于研究通过或可正式投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流程区分范围不符、方法证据不足和事实争议；更换期刊不能修复研究缺陷。申诉仅在符合目标刊程序且有材料时考虑。PLOS One申诉期间稿件仍在正式考虑中，不另投。这里没有替用户投稿、申诉或发送信件。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公开CSV及来源哈希、实算证据、r0故意错误原稿、r1修订稿、真实差异、三条模拟意见和回复矩阵。本轮还提供Word清稿、彩色增删标记稿和逐条回复，文件哈希与段落对应关系在word-r1/export-manifest.json。R1.1、R1.2已改文字，R2.1新增研究未完成。材料齐备不代表全文投稿合规。下一节进入基金申报与Grant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本节先讲申报论证，再看本地材料流程。公开规定按2026年国自然示例讲解；贯穿研究设计和12个月安排为课程模拟，未实施、未投稿。Agent承担资料整理与文件检查的范围另行标明。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部门、省部级、地方和校内项目不构成统一的填报制度。分别查资助范围、资格、限项、期限、预算方式和正式模板。本页仅讲核对方法，不提供未核验的省级年龄或经费规定。国自然仅作为有官方依据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2025年12月30日官方改版说明：立项依据、研究内容、研究基础。研究内容不预设固定提纲，按自身研究逻辑组织。正文原则上不超过30页。适用范围限上述两类，不能推到所有基金；页数需对最终排版核对。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年1月14日通告一（二）8：人工核实生成信息和参考文献，全面如实声明使用情况并标识；不得使用生成式AI直接生成的申请书，不得用未核实生成内容。Humanizer语言修改不能替代核验、声明或研究者本人写作。此要求直接改变演示成果的使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以真实通告的模板、研究基础和AI要求建立人工提取记录。提取不等于取得申报资格。记录来源条款和核查日期，正式模板没有取得时仍保留缺口。课程guide.json另为模拟规则，不混用为官方文件。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研究者论文须核对实际署名与贡献；现有数据说明获取方式与处理；实验条件和合作承诺要有证明。公开论文支持研究背景，不能直接证明申请人做过实验。当前示例没有申请人真实材料，基础部分保留缺口。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研究情境设为大学入门统计课程。比较同一模型下完整解答和先写思路再获得下一步提示；主要关注一周后无AI新题测验。该问题、对象和研究安排为教学模拟，不声称已招募学生、获批伦理或通过创新性判断。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Bastani等2025年PNAS研究来自高中数学情境，比较不同AI辅导条件，并设置无辅助测验。已读作者公开版Experimental Design。这里仅转述研究设计，不引用效果数字，也不将高中结果直接推广到大学。正式立项需继续核对最终版、勘误和相关文献；当前未完成全面检索。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科学问题为提示方式与独立解题关系。目标具体到比较表现并检查过程。内容包括材料预试、辅导比较、独立测验和过程解释。讲这些名词是为使论证清楚，并不把2026国自然研究内容重新固定成旧式小标题。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预试检查题目和评分一致性；比较研究记录独立测验；过程分析检查尝试与求助、修正。每项应有自己的可解释产物，避免一个预期效应不出现，其他研究全部无法进行。未设定具体样本量和提升比例。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虚线表示课程假说，不能作已证实机制图。过程指标与测验间的相关可能还受既有水平、投入时间、教师实施等因素影响；即使随机分配提示条件，也不能自动把过程中介变量解释成因果机制。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与Section 6 s6-r5方案保持同一比较：分步提示与完整解答，练习后一周的5道无AI新题为主要测量，各0至20分、总分0至100分。题目效度、评分规则、分配单位和独立性待核。先前每组50人的容量例子只基于假设差异6分、标准差10分及90%保留率，不能直接填成实际申报人数；本节没有据此补造样本依据或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图与Section 8 s8-r6及Section 6 s6-r5拟议方案对应。PPT的8个节点、8条连接读取grant-packet/diagrams/route.json；同目录保留draw.io、SVG及实际PNG，Word嵌入同一PNG。材料未齐时的返工另见decision.json及Word图2；不凭空填标准或通过结论。技术路线箭头表示工作次序和后续测量，不是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高中数学研究已比较不同辅导设计，因此不能笼统把AI辅导、分步提示或独立测验本身称为首次。大学统计情境不同可提出比较问题，但换对象本身不证明科学创新。需要系统查相关研究并形成具体差异及价值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公开研究和可下载数据不是申请人前期工作。前期论文需说明本人贡献及与关键任务的关系；设备、课程准入、合作分工需实际材料支持。本教学例缺这些材料，不能写已有成熟系统、显著效果或充分条件。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提示规则不稳定先修订与重试；退出或缺失需记录原因并按预定分析方案处理；不能分组时考虑调整目标，但观察性记录不能沿用随机比较的因果解释。具体门槛要依据预试与方案，不随意给出80%或90%。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模拟12个月，安排1—3月材料和准入、4—5月预试、6—9月实施与测量、10—12月分析归档。任务按前置条件推进，不能机械以月份宣布伦理或预试已通过。国自然研究期限由系统按类别生成，此模拟期限不作为填写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明确青年A、B、C类等实行包干制，申请时无需编制预算；其余类型按规定预算制编报。本页说明教学研究的资源测算逻辑：任务、用量、价格依据和费用归属；未编造报价或项目总额。资源安排不能把包干理解为不需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以下完整段落为课程模拟：比较提示方式与独立解题；两种辅导条件；过程记录与无AI新题；结果用于判断条件差异而非承诺提升。已完成与拟开展分开写。正式摘要字数和字段按当年系统，不凭旧模板预设。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原句故意设置国际领先、全面揭示与大幅提升，均无证据。改句仅说明准备比较的提示方式和无AI测验。语言清楚不意味着材料真实或新颖性已通过，不通过润色掩盖缺失信息。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在此指任务运行时保留输入、步骤、来源和错误记录的规则。讲授时沿实际文件读取：guide.json与教学模板，grant.json中的既有段落，diagrams中的研究路线，mapping和evidence-ledger，最终Word及issues。运行器能核对结构、映射和来源标识并写出文件；不能凭来源ID判断文献支持度，也没有自动判断科学创新或可行性。程序一次执行到草稿和问题清单写出，没有逐节点审批；正式申报职责另按官方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T1对应问题假说、T2对应比较与测量、T3对应来源和缺口。真实来自本次grant.json和mapping.json，课程规则不是国自然评分表。脚本只核对映射字段与引用标识有效，不证明假说正确或评价设计充分。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新执行run_demo.py，真实读取guide.json、grant.json、自编模板及两幅路线PNG，完成结构核对、现成段落填充、路线嵌入与记录写出。run.json保存输入、指南、模板、图和Word哈希及时间事件，状态draft_review_required；external_model_called=false，scientific_validation=not_performed。四项异常也重新实际运行，保存实际失败日志。研究设想由课程编写，无模型自主研究、检索或真实云端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demo.py另执行4个负例，每个都调用实际文件流程；不是手工拼接失败日志。检查实际错误和期望一致。旧文件流程的final签核控制只属于该导出接口，不泛化为所有网页流程逐节点审批。负例不证明系统抵御所有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本轮实际生成Word首页。正文有立项依据、研究内容、研究基础，来源与未决问题另列，最后附路线及材料核对图。两幅图的PNG实际嵌入DOCX并与源文件哈希比对，编辑源draw.io和SVG随包。Word中的图是嵌入图片，PPT图和draw.io/SVG可分别编辑。自编模板非官方模板，研究尚未实施，稿件仅用于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当期类别与模板、研究逻辑、事实和引用、基础与贡献、伦理授权、其他项目及预算要求、AI使用声明。程序只能覆盖明确规则。保存最终版本并按系统提交，Agent不代签、不伪造单位审批。下一节专利挖掘与交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本节围绕离心机检测案例，展示公开专利和课程设想的区别。发明挖掘从实际技术问题、方案和证据出发。交底材料供发明人与单位、代理专业人员沟通，不自动成为申请文件或授权结论。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二条说明发明是产品、方法或改进的技术方案；第22条规定新颖性、创造性、实用性；第26条说明充分公开和权利要求以说明书为依据；第64条保护范围以权利要求为准。交底书不是法定申请文件的替代物。发明、实用新型、外观设计对象不同，须依具体成果选择，AI不能直接判断所属类型或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O原文EP4636367A1，2025年10月22日公开。第17页图2包含样品处理部件、驱动、振动传感器和处理器。第14页权利要求1、3、4依次涉及至少两个自由度数据、训练模型及特征表示；第15页权利要求11涉及依据运行状态停止设备。本页只解释公开内容，不确认当前法律状态或据此分析侵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本次实际网络检索centrifuge imbalance sensor controller stop，找到US7255669B2及EP4636367A1。后者有EPO原文；前者读取Google Patents的授权文献说明书、权利要求与公开日期。检索非查全，未系统覆盖全部数据库、同族、引证和法律状态。分类B04B9/14来自EP首页，可作为扩展线索。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读US7255669B2完整权利要求15，补上机架、阻尼支撑、驱动与转动件，以及超幅振动造成部件接触并检测冲击的结构限定。该项是独立权利要求；表中只是已读部分，不是完整保护范围解释。EP权利要求1不要求必须采用机器学习，权3引用前项并加训练模型，权4引用3并加特征表示，权11引用前述任一项并增加停止操作，不能说所有权11组合都要求训练模型。未作法律状态、侵权或专利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拟讨论传感器丢帧或饱和时的有效性检查；这只是追问方向，未核验是否已有公开，不称新发明点。追问安装位置和连接、时间标记、失效门槛、控制请求、恢复策略、区别和证据。未知信息保留待补，不由AI生成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从patent-packet/diagrams/flow.json读取6个节点及6条连接。S1读取传感数据与时间标记，S2判断有效性，有效路径S3识别运行状态，异常路径S4记录传感故障；两条路径汇入处理请求。如何响应、制动和恢复尚待设备设计和试验。PPT为原生对象，Word嵌入同源PNG，draw.io、SVG和JSON另附。标记对应实施说明，没有硬件或控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读取、S2有效性、S3正常识别、S4故障记录，与第7页节点逐项对应；两条路径均形成控制处理请求。安装位置、采样、时间窗口、判断门槛、接口和制动恢复均没有实际材料，故不补造参数。图文一致只是整理检查，教学稿尚不能据此实现真实设备，也不声称符合充分公开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传感故障识别、误报漏报、处理延迟等应讨论的证据维度，全部待提供。未设计或实施实际台架实验。不把预计改善写成已证明性能，也不将其他专利的试验结果归给本例。Humanizer可把“显著提升”改成拟检查的具体问题，不能造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本页用真实EP4636367A1权利要求1、3、4演示选定引用链。权3原文引用any preceding claim，即1或2；此图只画其引用1的路径，未画2。权4明确引用3并加特征表示。权11引用前述任一项，即1至10；图下文字只说明它加上停止动作，没有把它画成必须依赖4。图是公开文本的中文阅读节选，不是本教学方案的权利要求草案。所有拟写特征还需在说明书和附图找到实现依据；本例未起草正式权利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Codex重读两份既有公开专利的指定条款和WIPO课件具体页面，不冒称进行了新的全面检索。本地重新运行脚本，读取已编写JSON与自编Word模板，核对结构、填充现成文字并附同源流程图，保存来源、问题、图和Word哈希。没有外部模型调用或专利性审查，同名Skill说明也不是独立自主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Section11实际本地文件执行记录</a:t>
            </a:r>
          </a:p>
          <a:p xmlns:a="http://schemas.openxmlformats.org/drawingml/2006/main">
            <a:r>
              <a:t>local:training/section-11/execution-evidence.json</a:t>
            </a:r>
          </a:p>
          <a:p xmlns:a="http://schemas.openxmlformats.org/drawingml/2006/main">
            <a:r>
              <a:t>定位：run_demo.py、来源账本、问题清单、Word与哈希；脚本只做结构检查及填充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6条涉及职务发明，第22条涉及现有技术，第24条例外适用有条件，不是所有公开都有六个月通用宽限期。课堂不作个案权属或期限建议。实际发明材料先在授权范围内整理，向单位成果转化部门和专业人员提供真实贡献、合同与公开时间线。下一节项目执行与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 本轮附件目录登记9个实际文件的路径、大小及SHA-256；A01为自编要求，A02来源，A03原CSV，A04执行器，A05纳入行，A06计算，A07证据表，A08问题，A09排除主张。编号用于定位，不表示证据充分。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 图中前三步表示材料核对顺序。文件哈希固定版本，数值复算核对计算；个体重复、采样依赖与科学外推需另外审查，当前未通过该项。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本页SW01取自课程Section 7描述统计脚本，按本轮快照实际执行，输入344条、纳入146条、雌雄各73；代码、输入、输出和哈希在software-packet。教学快照不作为软件开发完成日期、著作权人或登记软件版本认定。贡献与权属材料尚缺，不补填人员或单位，不将Codex写为法律作者。本页借国家版权局办法第九至十一条说明申请表、程序及文档、相关证明三类材料；实际只提供短脚本和教学功能说明，未填官方申请表或制作正式交存页。没有申请、登记号或证书。成果台账另区分外部Gorman论文与Section 11交底教学草稿，均不计为本人的论文或专利成果。内部整理和软件登记结果不同，项目关联、本人贡献及成果计入要求另按真实材料确认。经费与资产仍须由负责人会同科研、财务、资产部门核对，账目、决算、合作单位和资产材料不被软件台账代替。本案例无实际经费，不填写金额或宣称财务审核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国家版权局《计算机软件著作权登记办法》</a:t>
            </a:r>
          </a:p>
          <a:p xmlns:a="http://schemas.openxmlformats.org/drawingml/2006/main">
            <a:r>
              <a:t>https://www.ncac.gov.cn/xxfb/flfg/bmgz/202410/t20241015_869486.html</a:t>
            </a:r>
          </a:p>
          <a:p xmlns:a="http://schemas.openxmlformats.org/drawingml/2006/main">
            <a:r>
              <a:t>定位：2026-10-19读第四、七至十一、二十条；材料类别和状态区分，不判断本例适格性、贡献或权属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本轮软件教学快照与实际执行</a:t>
            </a:r>
          </a:p>
          <a:p xmlns:a="http://schemas.openxmlformats.org/drawingml/2006/main">
            <a:r>
              <a:t>local:training/section-12/software-packet/snapshot.json</a:t>
            </a:r>
          </a:p>
          <a:p xmlns:a="http://schemas.openxmlformats.org/drawingml/2006/main">
            <a:r>
              <a:t>定位：代码与数据哈希、source/python-output、成果台账、登记材料核对；无登记申请或证书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 本轮Word第三页为实际附件目录，完整哈希保存在JSON和CSV。纳入表的csv_physical_line可返回原CSV定位，不能视作个体编号。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行想理解证据和方法，评审人员需要核对工作及缺口，普通读者需要知道比较了什么以及能说明什么。这些是本课程的表达组织建议，不是对所有读者的固定分类。贯穿案例来自公开数据二次计算，无新论文、现场采集或获批项目主张。AI可以协助调整语言与图示，作者仍需核对事实和发布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UF2025第3页的报告组织，而非逐页照读论文。问题是公开数据中Adelie所选记录的雌雄鳍长怎样分布；方法是限定物种、保留性别和鳍长字段完整记录后作描述统计；结果是分布与均值；解释须保留数据归属、个体重复和采样依赖的缺口。背景内容以听众理解这个问题为准，详细清洗和统计可留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第23页用左右分支、条件和连接图解释尘埃粒径演化的示意过程。本课程只分析可见的讲图方式：条件放在分支上，颜色及连接帮助追踪过程，底部保留作者与年份。没有复核其2019和2024论文的全部模型或物理结论，不将图作为本课程科研结果。第20页的冲浪拼合宣传图不作为科学证据采用，第31页的过密反例也不搬入我们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节重新计算的分组频数。横轴为鳍长区间，纵轴为记录数，组别各73条，分箱宽5毫米，左闭右开，最后一箱右端包含。均值差4.6164毫米显示4.62；雌雄分布有重叠，均值差不表示每只雄性都更长。n是保留记录数，未确认独立个体数。没有误差线或显著性标记，因为本页只作描述，不把未确认的独立性藏在推断符号中。 讲图时先读190至195毫米这一档：雌性21条，雄性24条，左闭右开。均值差4.62毫米约0.46厘米；这不是每个个体之间的差值。完整讲图稿及3条预设问答见figure-narration.json和图表讲述稿.md，未作计时彩排。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段落分别面向同行、项目评审和普通读者。同行版保留筛选与方法，评审版强调已完成的材料和缺口，普通读者版把4.62毫米解释为不到半厘米，并说明没有测量游泳快慢。三个版本均写146条、雌雄各73条、4.62毫米和公开数据来源。没有把描述差异改成因果，也没有把二次计算写成亲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反例中的显著突破和性别决定鳍长机制均没有证据。修订把评价删掉，将因果改回描述统计，补回公开来源、146条记录、雌雄各73条、雄减雌4.62毫米和未说明因果机制。表达修订时锁定这些内容，再读句子是否顺畅。脚本只核对固定数字字段，不把数字匹配说成语义审查或检测无AI痕迹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ID是持续的人标识，DOI标识具体成果，不能混用。ORCID的成果可通过连接或导入已有系统关联，仍要核对作者、版本、缺失字段和可见性。单位或个人主页可把研究方向、本人贡献、成果稳定链接和联系方式组织在一起，这是课程建议。ResearchGate用于展示研究、贡献与交流，需核对作者匹配，不能因条目自动出现就认领他人成果。平台资料完整不证明研究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for Researchers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定位：What is ORCID、Why get an ORCID、Optimize your ORCID；持续身份标识、成果关联和可见性，未操作真实账号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Help，Add works using an identifier</a:t>
            </a:r>
          </a:p>
          <a:p xmlns:a="http://schemas.openxmlformats.org/drawingml/2006/main">
            <a:r>
              <a:t>https://support.orcid.org/hc/en-us/articles/360022298153-Add-works-using-an-identifier</a:t>
            </a:r>
          </a:p>
          <a:p xmlns:a="http://schemas.openxmlformats.org/drawingml/2006/main">
            <a:r>
              <a:t>定位：Introduction与步骤4、5：优先通过导入或连接已有系统添加成果，核对字段与可见性；不是自动确认归属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DOI Foundation，What is a DOI?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定位：What is a DOI与persistent identifiers：标识对象并提供可解析的持续引用；本节没有注册或赋予任何新DOI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预印本、接受稿和出版版本可分享范围可能不同，应查许可及出版社规则。ResearchGate官方说明上传者须确认分享权利，作者身份本身不等于任何版本都可上传。专利及未公开成果另核对单位安排和可披露范围，课件不作个案法律判断。介绍文字保留成果稳定链接、版本及来源；若只可公开元数据，可提供允许的摘要和链接。不得把AI生成图当作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Help，Copyright and ResearchGate</a:t>
            </a:r>
          </a:p>
          <a:p xmlns:a="http://schemas.openxmlformats.org/drawingml/2006/main">
            <a:r>
              <a:t>https://help.researchgate.net/copyright/copyright-and-researchgate</a:t>
            </a:r>
          </a:p>
          <a:p xmlns:a="http://schemas.openxmlformats.org/drawingml/2006/main">
            <a:r>
              <a:t>定位：开头版权责任与General principles：预印本、接受稿、出版版本的分享规则可能不同，需核对许可和出版社规则；未对具体论文作法律结论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本次实际生成的Word第一页，经LibreOffice渲染，不是Agent执行截图或平台界面。源文本brief.json可编辑，原CSV和来源记录随包；facts.json保存实算分布和均值，expression-check只检查锁定数字字段。Word及Markdown保留教学属性和限制。发布、研究者确认、平台账号操作均未进行。 Word第三页为分布图讲述示例，具体区间频数和单位换算由本地程序核对。不是演讲效果实测或真实读者反馈。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同一企鹅公开数据二次分析编排四个相对时点，三个月节奏是课程示例，不是机构规定或已完成活动。四份完整Markdown草稿及CSV/JSON安排在outreach-packet。第1周解释146条记录中雌雄各73、均值差4.62毫米；第1月末说明344至152至146筛选与代码版本；第2月末用预设问答说明未测游泳速度、分布重叠和外推限制；第3月末检查链接、哈希和复算一致性，若需修改则保留旧版和原因。问答由课程设置，不能说成收到的读者反馈。没有平台发布、日历提醒、访问或采纳数据。原第10页的现场问答和反馈区分保留在R3、R4草稿：回答回到已测内容，传播统计、具体问题及后续使用分别留真实证据。正式传播需作者确认素材、署名、版本和公开权限；不为更新频率新增未经证实的发现。下一节转入本地与云端Agent的实际运行范围。 首季度结束后，依据实际问题、资料和可用精力编排下一季度；没有资料变化时也可以暂停更新，不设自动发布循环。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UKRI Guidance on engaging the public with your research</a:t>
            </a:r>
          </a:p>
          <a:p xmlns:a="http://schemas.openxmlformats.org/drawingml/2006/main">
            <a:r>
              <a:t>https://www.ukri.org/manage-your-award/good-research-resource-hub/guidance-on-engaging-the-public-with-your-research/</a:t>
            </a:r>
          </a:p>
          <a:p xmlns:a="http://schemas.openxmlformats.org/drawingml/2006/main">
            <a:r>
              <a:t>定位：2026-10-19读Identify your target group、Listen to the public、Measure success；具体月度安排由课程编写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本节三个月传播安排与四份教学草稿</a:t>
            </a:r>
          </a:p>
          <a:p xmlns:a="http://schemas.openxmlformats.org/drawingml/2006/main">
            <a:r>
              <a:t>local:training/section-13/outreach-packet/plan.json</a:t>
            </a:r>
          </a:p>
          <a:p xmlns:a="http://schemas.openxmlformats.org/drawingml/2006/main">
            <a:r>
              <a:t>定位：四份Markdown、材料状态、CSV与核对；没有实际平台发布、用户反馈或传播指标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将前面讲过的Skill、工作流和Harness放回实际材料中。演示对象是“公开文献筛选与核验流程”的教学申报材料，非真实基金申请。先看本地文件服务如何把给定材料放进模板，再看云端的承载方式、状态记录和工具范围。提醒听众区分写作建议、实际工具动作与生成的文件。页面里的本地与云端不是两套科学结论；它们只是运行位置和可用工具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CMU 2025年Lecture 23物理第30页展示Mind2Web的候选元素、排序模型、预测模型、目标元素和操作。这里只借它说明：任务和前序动作会影响下一步选择，动作必须落到具体环境。课堂用“读模板—填章节—检查文件”替换网页操作细节。不能因课件介绍浏览器Agent，就说本项目已经有自主浏览器；当前Worker的检索、模型和文件生成能力必须分别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demo/input/grant可见guide.json、grant.json和template.docx。教学指南要求12个月内形成可复算流程、评价召回与耗时并保留人工判断。材料提供研究目标、六节已有内容及来源编号；模板决定这些内容落到哪里。本地程序不从任意PDF理解指南，也不凭空撰写研究设想。讲师逐项展示输入，让听众知道输出中的句子原先来自哪里。真实申请须换用对应项目当期官方指南及申请人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启动8788服务，点击生成申报草稿，页面由读取材料与模板转为“草稿已生成”，出现可编辑Word链接。配图是浏览器实际截图，没有绘制假的执行界面。后续另通过HTTP下载检查了文件哈希。本地演示主要帮助老师理解文件到文件的执行链，不能说它已经自主提出科学问题或查完文献。课程包保留了本轮输入、输出、运行事件和问题清单，课前可重新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t的run.json记录intake、constraints、outline和docx四个事件。其含义依次是读取输入，检查指南和章节，记录仍需研究者审阅，写入Word。outline的状态为human_review_required，不能改讲成研究者已签核。另一个route.mmd描述教学研究方案中的“材料准入—独立参考答案—固定任务比较—错误分析—人工复核—报告”，它是拟开展研究的路线，不能当成本次程序已完成这些研究步骤的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比较指南和材料中的requirements是否一致，并检查每项要求是否关联已有目标，是否写明产物及检验方式。本例R1关联G1，交付代码、依赖、输入和日志；R2关联G2，保存逐条筛选记录及统计报告；R3关联G3，交付Word草稿、来源账本和审核记录。指南中“12个月”是模拟项目安排，不是已经完成12个月研究。程序核对的是对应关系存在与内容一致，没有验证研究设计一定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实际生成的Word第一页和issues.json。六节内容按模板填入，每节带材料来源，文末保留来源与未决问题。本例缺口有：未提供真实团队基础，未完成真实文献查新与科学可行性审查，未获得研究者签核。技术路线和考核指标可以先组织成草稿，但缺口不能靠润色消失。这里的来源账本只保存给定身份和定位；它没有自动读取所有原始论文来证明每一句科学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本轮读取University-Skills、工作区安装目录、Agent仓库安装目录及生成的Worker Skill包，统一换行后逐份比较完整内容和SHA256，24份全部一致。云端健康接口返回的包指纹也与skills-lock一致。Skill是办事规则，可带脚本和资源；本课程这24份主要是指令规范。指令里写“查文献”不会自动增加浏览器或数据库账号，写“绘图”也不等于云端已执行绘图代码。同源是可核对的文件事实，不是能力等同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Skills / Build skills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定位：Skill由SKILL.md和可选脚本、资源组成；实际安装和完整内容比较见evidence/same-skills.json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“执行管理”解释Harness：研究者给目标和材料，模型决定或按工作流处理当前步骤，工具实际读取或写入文件，管理程序保存结果并选择继续、重试或结束。模型本身不会因为写出“已保存”就真的在硬盘产生文件。本地Codex可以使用当前授权的文件和代码工具；本项目Worker只使用已接入的接口与导出工具。讲师指着回路解释每次反馈来自哪里，避免把Harness讲成另一个神秘大模型。 本地8788走固定规则，不调用模型。图中的“模型或规则”表示运行端采用的处理方式，不能把本地写文件理解为模型自主决策。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 Worker承载入口和接口；Durable Object在这里可以理解为每个任务的持久档案与执行状态。浏览器读取进度，后台alarm唤醒后继续下一节点。模型服务返回文字，项目代码另做检查与文件生成；Worker本身不是模型。图中云端模型按本轮健康接口显示为DeepSeek deepseek-flash，MiniMax只保留旧配置且停用，不参与执行或回退。图的箭头说明当前实现关系，不代表本轮已经完整重跑了云端任务。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分别请求公开health和项目登录接口。health返回HTTP200，报告deepseek-flash已配置、persistence_bound为true且MiniMax停用；随后用现有项目专用访问配置发起一次登录，返回HTTP401，没有取得会话，未创建任务或调用模型。证据中不保存凭据、请求体或含凭据的头。未改变密码、全局密钥、模型或部署。2026年10月17日的云端执行属于历史记录，不能作为本轮模型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自动流程先处理需要的检索，再依次执行节点，最后导出文件。每一步结束后保存输出，并安排下一次alarm；页面轮询读取状态。应用代码对失败节点自动重试一次，再失败则停止并显示错误；这与Cloudflare平台alarm抛异常的重试机制不同，不混讲次数。由于已完成结果在任务存储中，关闭页面不应等同取消任务。这个行为本轮通过夹具测试检查，没有通过本轮真实云端模型任务再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当前代码先生成节点内容，再自动修订表达，并检查数字、来源和章节。定向测试用342条记录与均值3700.7 g验证数字改变会被拒绝，用D1变成D2验证来源改变会被拒绝。它们是自编测试夹具，不是科研结果。数字完全一样时，也可能把相关性改成因果，或把拟开展写成已完成，因此还要逐句读。Humanizer的目标是让具体读者读懂对象、动作和结论，不是给文字一个“绝无AI味”的程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复制教学输入并作三种小改动，分别运行真实文件执行器。来源改成NOT-A-SOURCE，返回unknown_source；修改指南对应要求，返回guide_requirement_mismatch；直接要求final而未签核，返回final_export_blocked。错误记录在每个案例的run.json中保存。这里检查的是本地固定材料执行器；网页自动草稿无需逐节点人工确认，二者不是同一个提交关口。不能为了看起来流程完整而编造人名、批准事件或把失败节点涂成绿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本地产物分别来自第8至12节，course-artifacts保留18项文件及来源、字节与哈希。它们是前节实际产物的快照，本轮未重新运行五类完整任务。第9节有清稿、字体增删标记稿和逐条回复Word，标记稿不等于Word原生修订模式。第8节包含7幅原生数据图与工作簿的PPT和两份draw.io；第10、11节Word中已有技术路线或教学流程附图；第12节Word、证据表和9项附件目录继续保留待补状态。8788本轮实际重跑的是固定申报、论文、专利三份Word，不包含Figure和Closeout入口。Worker的前三类导出Word，Figure整理绘图方案Markdown，Closeout导出Markdown。本轮登录失败，未验证真实云端模型任务；Nano Banana未接入。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沿本例档案回看：输入有指南、材料和模板；规则有Skill版本和程序快照；过程有本地事件、HTTP与失败记录；结果有Word、来源账本和问题清单。下次改模板或输入，应生成新记录并重新检查。示范本地时无需登录云账户；示范云端时应明确公开教学材料的传输范围，并查看当天节点和结果。对真实科研资料另按授权处理。课程帮助教师判断AI做了什么、证据在哪里，科学问题、事实核对与正式提交仍由研究者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ac61e529c9a849cc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fdb1a42612f544d7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5b16cd09d87341e1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4d38eebfc4054096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96ee464adf824a85"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7e3e8456056b436e"/></Relationships>
</file>

<file path=ppt/slideLayouts/_rels/slideLayout7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76a643e422904a69"/></Relationships>
</file>

<file path=ppt/slideLayouts/_rels/slideLayout8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25732741ddf7415b"/></Relationships>
</file>

<file path=ppt/slideLayouts/_rels/slideLayout9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bb4f31df92d74276"/></Relationships>
</file>

<file path=ppt/slideLayouts/_rels/slideLayout10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09944f79effd426e"/></Relationships>
</file>

<file path=ppt/slideLayouts/_rels/slideLayout11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89840ca3eab1444d"/></Relationships>
</file>

<file path=ppt/slideLayouts/_rels/slideLayout12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ce1e12968de944a1"/></Relationships>
</file>

<file path=ppt/slideLayouts/_rels/slideLayout13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9e366c99af974527"/></Relationships>
</file>

<file path=ppt/slideLayouts/_rels/slideLayout14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05707a630aca468c"/></Relationships>
</file>

<file path=ppt/slideLayouts/_rels/slideLayout15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31a888822024419b"/></Relationships>
</file>

<file path=ppt/slideLayouts/_rels/slideLayout16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7e3ff6126706420d"/></Relationships>
</file>

<file path=ppt/slideLayouts/_rels/slideLayout17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4a1b12d7b43a4980"/></Relationships>
</file>

<file path=ppt/slideLayouts/_rels/slideLayout18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ea5ca934cd414956"/></Relationships>
</file>

<file path=ppt/slideLayouts/_rels/slideLayout19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5e3a4b2233eb423a"/></Relationships>
</file>

<file path=ppt/slideLayouts/_rels/slideLayout20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75ecbe38255343a1"/></Relationships>
</file>

<file path=ppt/slideLayouts/_rels/slideLayout21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a9ea357a63a8473a"/></Relationships>
</file>

<file path=ppt/slideLayouts/_rels/slideLayout22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77c36989355e4e0b"/></Relationships>
</file>

<file path=ppt/slideLayouts/_rels/slideLayout23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3aaf65d9ce094bbd"/></Relationships>
</file>

<file path=ppt/slideLayouts/_rels/slideLayout24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c78bebdc344f402b"/></Relationships>
</file>

<file path=ppt/slideLayouts/_rels/slideLayout25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a56abdc1cbfb43b4"/></Relationships>
</file>

<file path=ppt/slideLayouts/_rels/slideLayout26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c87977a1dee48f1"/></Relationships>
</file>

<file path=ppt/slideLayouts/_rels/slideLayout27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a7249acc027c493f"/></Relationships>
</file>

<file path=ppt/slideLayouts/_rels/slideLayout28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9ccc2cfe1bf46d2"/></Relationships>
</file>

<file path=ppt/slideLayouts/_rels/slideLayout29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4c2b30130f1c42d9"/></Relationships>
</file>

<file path=ppt/slideLayouts/_rels/slideLayout30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d8b2b4f5c5b457d"/></Relationships>
</file>

<file path=ppt/slideLayouts/_rels/slideLayout31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dee540a58444b0d"/></Relationships>
</file>

<file path=ppt/slideLayouts/_rels/slideLayout32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133cb9bdc10e4809"/></Relationships>
</file>

<file path=ppt/slideLayouts/_rels/slideLayout33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6ef8495cc7e647b7"/></Relationships>
</file>

<file path=ppt/slideLayouts/_rels/slideLayout34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b49db1777754a50"/></Relationships>
</file>

<file path=ppt/slideLayouts/_rels/slideLayout35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970c03c3fad4271"/></Relationships>
</file>

<file path=ppt/slideLayouts/_rels/slideLayout36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cfd232ed3abe4d01"/></Relationships>
</file>

<file path=ppt/slideLayouts/_rels/slideLayout37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d69ab3a5e822494c"/></Relationships>
</file>

<file path=ppt/slideLayouts/_rels/slideLayout38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670aa5c5783c4bdb"/></Relationships>
</file>

<file path=ppt/slideLayouts/_rels/slideLayout39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fd11c5c8b4664f89"/></Relationships>
</file>

<file path=ppt/slideLayouts/_rels/slideLayout40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68c1de72ac6c4c1f"/></Relationships>
</file>

<file path=ppt/slideLayouts/_rels/slideLayout41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4d17129b24e048ba"/></Relationships>
</file>

<file path=ppt/slideLayouts/_rels/slideLayout42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ecabbe7f5ecb49ab"/></Relationships>
</file>

<file path=ppt/slideLayouts/_rels/slideLayout43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2b9a09e8dbc84698"/></Relationships>
</file>

<file path=ppt/slideLayouts/_rels/slideLayout44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ea82d83726ef4e4e"/></Relationships>
</file>

<file path=ppt/slideLayouts/_rels/slideLayout45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df0fc6b21a3e4701"/></Relationships>
</file>

<file path=ppt/slideLayouts/_rels/slideLayout46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41c668febc594125"/></Relationships>
</file>

<file path=ppt/slideLayouts/_rels/slideLayout47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a9da6cf9fa2b4cfe"/></Relationships>
</file>

<file path=ppt/slideLayouts/_rels/slideLayout48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2ff0e6d1a07a4216"/></Relationships>
</file>

<file path=ppt/slideLayouts/_rels/slideLayout49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ea94ee4044bd4671"/></Relationships>
</file>

<file path=ppt/slideLayouts/_rels/slideLayout50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9d4363f1106e49a5"/></Relationships>
</file>

<file path=ppt/slideLayouts/_rels/slideLayout51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8e1820e482764ae6"/></Relationships>
</file>

<file path=ppt/slideLayouts/_rels/slideLayout52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d5a14e5c2b21446e"/></Relationships>
</file>

<file path=ppt/slideLayouts/_rels/slideLayout53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09518482fb6f4fa3"/></Relationships>
</file>

<file path=ppt/slideLayouts/_rels/slideLayout54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1cbb5cb7f6d84291"/></Relationships>
</file>

<file path=ppt/slideLayouts/_rels/slideLayout55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367d99f2c05543dd"/></Relationships>
</file>

<file path=ppt/slideLayouts/_rels/slideLayout56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bd047102b5aa4c6f"/></Relationships>
</file>

<file path=ppt/slideLayouts/_rels/slideLayout57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19e45601d40744e5"/></Relationships>
</file>

<file path=ppt/slideLayouts/_rels/slideLayout58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2ed04172fa144014"/></Relationships>
</file>

<file path=ppt/slideLayouts/_rels/slideLayout59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154caaa3686747a1"/></Relationships>
</file>

<file path=ppt/slideLayouts/_rels/slideLayout60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409911817c244a3a"/></Relationships>
</file>

<file path=ppt/slideLayouts/_rels/slideLayout61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41778fcf7a6e4259"/></Relationships>
</file>

<file path=ppt/slideLayouts/_rels/slideLayout62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26aceaa6beab46f4"/></Relationships>
</file>

<file path=ppt/slideLayouts/_rels/slideLayout63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59dcd42cd947480d"/></Relationships>
</file>

<file path=ppt/slideLayouts/_rels/slideLayout64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029cae85884c4704"/></Relationships>
</file>

<file path=ppt/slideLayouts/_rels/slideLayout65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d9dca58e38514481"/></Relationships>
</file>

<file path=ppt/slideLayouts/_rels/slideLayout66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6a58b36408954434"/></Relationships>
</file>

<file path=ppt/slideLayouts/_rels/slideLayout67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b2f1ec200ca54c60"/></Relationships>
</file>

<file path=ppt/slideLayouts/_rels/slideLayout68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8dd8de4c9aa34062"/></Relationships>
</file>

<file path=ppt/slideLayouts/_rels/slideLayout69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8623e0d1f5674b2a"/></Relationships>
</file>

<file path=ppt/slideLayouts/_rels/slideLayout70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7874be4f85724a1a"/></Relationships>
</file>

<file path=ppt/slideLayouts/_rels/slideLayout71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4e490576a6f64223"/></Relationships>
</file>

<file path=ppt/slideLayouts/_rels/slideLayout72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e2d8a227d1e646ca"/></Relationships>
</file>

<file path=ppt/slideLayouts/_rels/slideLayout73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8eb6ad07aa2a4377"/></Relationships>
</file>

<file path=ppt/slideLayouts/_rels/slideLayout74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a899fca2389e4cc7"/></Relationships>
</file>

<file path=ppt/slideLayouts/_rels/slideLayout75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a71d5d4185854dd6"/></Relationships>
</file>

<file path=ppt/slideLayouts/_rels/slideLayout76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8968dfd055fa4007"/></Relationships>
</file>

<file path=ppt/slideLayouts/_rels/slideLayout77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c163fbbee67d4b12"/></Relationships>
</file>

<file path=ppt/slideLayouts/_rels/slideLayout78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b52aa78f80934645"/></Relationships>
</file>

<file path=ppt/slideLayouts/_rels/slideLayout79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27a2d2acf70743e7"/></Relationships>
</file>

<file path=ppt/slideLayouts/_rels/slideLayout80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f66520d630f447fb"/></Relationships>
</file>

<file path=ppt/slideLayouts/_rels/slideLayout81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b67113bdb261458a"/></Relationships>
</file>

<file path=ppt/slideLayouts/_rels/slideLayout82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7243aa7b35784f5b"/></Relationships>
</file>

<file path=ppt/slideLayouts/_rels/slideLayout83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20aca65af38b4383"/></Relationships>
</file>

<file path=ppt/slideLayouts/_rels/slideLayout84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d55ecc9506274532"/></Relationships>
</file>

<file path=ppt/slideLayouts/_rels/slideLayout85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c79dbddfb9384376"/></Relationships>
</file>

<file path=ppt/slideLayouts/_rels/slideLayout86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8082783df8fb4835"/></Relationships>
</file>

<file path=ppt/slideLayouts/_rels/slideLayout87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9da2aab10b1843a1"/></Relationships>
</file>

<file path=ppt/slideLayouts/_rels/slideLayout88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1b06ede329e04d9a"/></Relationships>
</file>

<file path=ppt/slideLayouts/_rels/slideLayout89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55f0636bc63d47a0"/></Relationships>
</file>

<file path=ppt/slideLayouts/_rels/slideLayout90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6be43c39f1304d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238E2-675F-4B5B-A6EC-A4E3D56AA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EE0AF1-31BC-4C96-A470-B9E8F46B1C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78B181-7C6C-46F4-9A71-0C88177F1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D230D4-78BB-4FF2-A19F-7D1E61665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8C9CD9-A756-4F98-96FA-A33915B01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65EB5F-0118-497C-9575-D0E243F64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87E910-A170-41AD-BAD0-D3F14A2C2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4873A1-8380-4B29-9FE9-98D4FA9C3A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DA7A4-0FDE-481B-BE65-E6A238D4E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5C58D-B4D9-4FC9-977C-BCACEEE6F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D662F8-2D85-43CA-8950-6964C3D03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ABC75-10E2-4F6A-8E04-3FF90313B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20B9BE-F81E-4B7E-9AF0-F44FF3E29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FD8170-2533-492A-8478-7FA0EDC03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3CEBE0-9C17-427A-875D-B0D4825B7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048B83-8E70-4961-8F2E-28CFAF5F1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B5F9F4-41FC-449A-9944-F19022318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68D60C-8620-4151-9D14-7103A97FBC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D5D54-B040-4480-B958-7F002ADE2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49D12A-4FF2-4A4C-83F9-98688D7086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5CF14-5D6A-41BE-92EE-75FCD34CC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4F46F9-FCFF-4097-8C6C-5E6AD91A4C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442886-3CFD-4209-90C6-8925A762D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37DF4-84D6-4656-A710-AD3FB5D1C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AFCC73-56A4-4B8D-B806-CB1C54238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149926-205D-4EED-A6A7-46685163B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1DA049-726E-4110-B809-7831CAC9C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103E3F-5523-4A73-9CA3-6FC77F120B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68C10-9B73-4100-8CAF-91CE366A8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B15D3-0A87-415D-989B-9C2F170295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EE1AA-E599-4B31-BB89-B392D1AFE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D73673-4515-4702-9F59-5F263BDFE0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2A2F2C-18F7-464D-BFB9-F42460CE2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BBBCF2-B2E8-4984-90A0-B127C35D8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07B8DE-F022-4EF3-BF73-8586B0C9AD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CFAA8B-E591-4550-9ADF-24422A40E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AE250D-93CB-4A7E-A203-43C8D871C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DA77AB-02B2-4F43-9929-1F559CABD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08E894-176F-408A-84EA-0CF841912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2DD2D6-CAA9-4E18-ACC7-89FD68B77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B3C860-951E-453F-8AB8-66663F593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0C0F78-6467-4BA4-905A-CD8A06A9D3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FDA680-FB22-4D4C-96D3-10B7DACC5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4829D-31D9-468C-AF5D-6979A0E31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CD0EF0-19E1-430E-8D30-3025F6A24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04A1FA-3877-4EA4-87E5-55C065494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E7C92-4BB6-45D2-9EE3-7490D15A4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88798D-C5C9-45A0-B748-24A489703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8C26C3-2F38-4BC9-8640-B23E01D4D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FC004-4E0C-4E81-AB03-F52CD8D04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AB9296-FE39-4F81-8ABF-085FF459A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800D2-5CB4-45B0-9801-3C8E361D84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C7C2F8-908F-462C-846D-45FFF1265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2D0B4C-A420-4EB6-BD13-833AA7C26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702784-6EB6-4303-A762-2A3E46E9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DE0429-901E-4A94-9359-57ECFF0C8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8E8AD-766D-453F-B471-DD3101571A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39BD-E910-4A7C-8F18-55BD85170A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00E95-1BC2-4AD7-9ABE-7E01D76CF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5E8AA1-C2C8-46A9-8668-B343A2B16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9E84F8-AFA0-4755-807F-E60043262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08005E-48DB-482E-B33E-8B839EB2E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FC76F3-BB71-4B27-8626-A1E86993D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F1857-CEA1-47CC-B26E-08FBE2AEC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1FE87D-F336-493D-991E-6E2784A16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623B59-8FBB-485D-93E5-9FC9C4090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86F7E2-E37B-4634-B304-BEC8020D1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9070E5-CDD2-42B6-AE19-66B9102A88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A47085-C948-41D6-9191-4D1865F53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4764AA-7F34-42CA-A65B-99FBB8063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0C4F8-00B3-4B15-BE2E-365523CC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D0ED7C-36A6-4395-96F9-A83A0D8A2A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2EE7F2-5C2C-4397-993E-4212F9AF5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8F682-DA0B-42B0-84FF-BB810800A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69E4A0-3554-45B8-B5DA-CFBBCF6BD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68E67B-6703-4E99-8749-DE6821DF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1D118-6849-4B57-8BA5-0593FDF08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13CBA3-6BD0-44AE-84D2-EC00240D9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AB837-6E9F-4990-A0F3-50D0CAF91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52657-7742-4E07-A22A-DA41F2DF6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AE121-56EB-408E-BA6B-748DBF3ED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B12EB9-8A14-43FF-8C9E-55DF796B9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692828-2392-4757-AAD3-501D0DAD5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4D765C-7362-47B8-A2C3-161AB57EC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95AF9-AF4D-47FB-A338-536D5980D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233296-0E8D-4FD8-B921-892320B4C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2BE28-2925-4E6D-A05F-D3FDE00AD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D95C51-69B8-4B2D-B5E4-4D9BDD7DE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A4D77-F601-4EA4-B61D-D868A541E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FBF067-5ACF-425F-A02B-3274D1A923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D65137-73DD-4137-8A06-8B862C03C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FB00C-945C-46F8-AB1E-0BC27004F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4D7193-D730-477F-A375-4BF9659D2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B54CC6-90EA-4FA0-BBB2-EC0693F84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5FC910-9886-4C06-84A4-CB7FB80BE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B34A97-A00F-4072-86C9-4381778BD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C6105-0A3A-46D1-B398-6521B3779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34898F-A146-4F7B-AB01-D3E0302881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38478A-CEA6-40E8-9979-2D06CED43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4D11FE-282A-4FA4-977D-D0887CE12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21487-73C3-42E6-AB3F-E086368A17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87573C-9842-4F9A-ADED-415388BFC5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CC67D3-6184-49F5-9020-4133B5514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BAB843-1E26-4877-AA37-45EE5D007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269D84-3023-4F7B-8344-78B697E5D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30176-91A4-4BD1-831E-530F9C3CF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42C71A-4F5E-4A76-BDB4-D32DD55AF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428D46-7219-46B6-80ED-480E8F9F5B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94CCC1-0955-46A7-9519-ABA36AF69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FF8120-558B-42E5-8398-712179483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41B670-4927-43E9-B36E-E948E8611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3E7E2F-07E0-4437-A608-634E3AA4C3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FC99AC-9B0E-4616-9370-28455829E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535BD7-453A-4670-9863-96C909FEC9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A5A4DA-E893-4BED-A79F-799DF4E95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AF9B6B-A72F-4730-BCF4-60B0D6B49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0A0040-EA47-4E08-8570-5A05CCC2D4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82A812-721E-44C6-8FB3-A2A28923E0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8BE61-509B-4F1E-B12F-76FC8B9F8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24C120-5C9F-4910-A360-820E0AD97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96A05A-D1AE-4D03-94FF-F44F19A42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B6B511-35BF-4E0B-A8C0-4E9866A29E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B55AE0-7F8C-4E6D-932C-DC1331DB7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C0815D-F636-4DD0-958F-B06E83E20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D161C6-306B-4BED-975A-4731F267E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E32C93-E865-4D59-87BF-BE8188CBF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356A12-AA7E-4B7E-BEDF-91A2A48C3D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A43066-100F-4BB4-A74C-734878F82B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DFBCBC-10FA-4431-ABE5-CC9C207D9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6FEC9A-4DB3-481B-95F1-A6919D35A2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AB0295-88A0-4D1A-A6E6-E7B03F196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52A5CF-45F3-407F-8A63-550A4FBBF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FAA2B-D247-4F6C-B385-1468D6D67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BB0590-7FAB-40F9-9998-54330BBA1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0260D2-94A0-4FD4-9AE5-D68C4D4EC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0D35F-D461-4AE8-BEED-22ADF03D9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88DA23-515A-456C-B221-7293EA891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4C733-6B75-439F-AED4-4C9FE6B871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6263CC-3242-48F4-8C7D-5F88A714E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BE6367-2EAF-4C70-9FEE-13737B3D7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705F1F-9BF0-4D5C-B780-A0BB1A39F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2725F-2F92-4362-AC5E-FE6D7AD830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DF85A6-E992-4E74-B370-BE450273C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185BC-9D08-47C7-8F72-B4FB51A0B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ED04C4-7B8B-4994-9547-9E39D97D4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20ABA2-BFCA-4621-81CB-551C02440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0FFEA-BB7A-4294-91BB-A84413AA33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121E9A-AFFB-4415-A990-658853FF4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111664-7F46-4F05-AF58-0F9C9EC59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750293-4A7D-4F1E-86F4-BBD33715C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s00-theme2.xml" Id="R9d63ac80370648fe"/><Relationship Type="http://schemas.openxmlformats.org/officeDocument/2006/relationships/slideLayout" Target="../slideLayouts/slideLayout1.xml" Id="R55112bdfc9ea4354"/><Relationship Type="http://schemas.openxmlformats.org/officeDocument/2006/relationships/slideLayout" Target="../slideLayouts/slideLayout2.xml" Id="R18c1a84417ee4bcc"/><Relationship Type="http://schemas.openxmlformats.org/officeDocument/2006/relationships/slideLayout" Target="../slideLayouts/slideLayout3.xml" Id="R7c9b5c82e6fb44be"/><Relationship Type="http://schemas.openxmlformats.org/officeDocument/2006/relationships/slideLayout" Target="../slideLayouts/slideLayout4.xml" Id="R19954ec689eb45f0"/><Relationship Type="http://schemas.openxmlformats.org/officeDocument/2006/relationships/slideLayout" Target="../slideLayouts/slideLayout5.xml" Id="R61038b1b8a8c41f4"/><Relationship Type="http://schemas.openxmlformats.org/officeDocument/2006/relationships/slideLayout" Target="../slideLayouts/slideLayout6.xml" Id="R13f4429bae7c4423"/></Relationships>
</file>

<file path=ppt/slideMasters/_rels/slideMaster2.xml.rels><?xml version="1.0" encoding="utf-8"?><Relationships xmlns="http://schemas.openxmlformats.org/package/2006/relationships"><Relationship Type="http://schemas.openxmlformats.org/officeDocument/2006/relationships/theme" Target="theme/s01-theme2.xml" Id="Rda4f6e9140cc404e"/><Relationship Type="http://schemas.openxmlformats.org/officeDocument/2006/relationships/slideLayout" Target="../slideLayouts/slideLayout7.xml" Id="R311a4554e1e646c0"/><Relationship Type="http://schemas.openxmlformats.org/officeDocument/2006/relationships/slideLayout" Target="../slideLayouts/slideLayout8.xml" Id="Rd535e4be4f3a427d"/><Relationship Type="http://schemas.openxmlformats.org/officeDocument/2006/relationships/slideLayout" Target="../slideLayouts/slideLayout9.xml" Id="Ra74a8bc211054da2"/><Relationship Type="http://schemas.openxmlformats.org/officeDocument/2006/relationships/slideLayout" Target="../slideLayouts/slideLayout10.xml" Id="R82f3421153084656"/><Relationship Type="http://schemas.openxmlformats.org/officeDocument/2006/relationships/slideLayout" Target="../slideLayouts/slideLayout11.xml" Id="R2ffd7b94958a4ecb"/><Relationship Type="http://schemas.openxmlformats.org/officeDocument/2006/relationships/slideLayout" Target="../slideLayouts/slideLayout12.xml" Id="R245aa57dac5146ef"/></Relationships>
</file>

<file path=ppt/slideMasters/_rels/slideMaster3.xml.rels><?xml version="1.0" encoding="utf-8"?><Relationships xmlns="http://schemas.openxmlformats.org/package/2006/relationships"><Relationship Type="http://schemas.openxmlformats.org/officeDocument/2006/relationships/theme" Target="theme/s02-theme2.xml" Id="R4594808ff9804160"/><Relationship Type="http://schemas.openxmlformats.org/officeDocument/2006/relationships/slideLayout" Target="../slideLayouts/slideLayout13.xml" Id="Rcc5050b2c62f44b4"/><Relationship Type="http://schemas.openxmlformats.org/officeDocument/2006/relationships/slideLayout" Target="../slideLayouts/slideLayout14.xml" Id="R1e11934117a54ed9"/><Relationship Type="http://schemas.openxmlformats.org/officeDocument/2006/relationships/slideLayout" Target="../slideLayouts/slideLayout15.xml" Id="Rcdb7030d34374af2"/><Relationship Type="http://schemas.openxmlformats.org/officeDocument/2006/relationships/slideLayout" Target="../slideLayouts/slideLayout16.xml" Id="Rd6dabb12c10945a7"/><Relationship Type="http://schemas.openxmlformats.org/officeDocument/2006/relationships/slideLayout" Target="../slideLayouts/slideLayout17.xml" Id="R3a80a845fbca40b5"/><Relationship Type="http://schemas.openxmlformats.org/officeDocument/2006/relationships/slideLayout" Target="../slideLayouts/slideLayout18.xml" Id="Rfcd18b4f6c754a39"/></Relationships>
</file>

<file path=ppt/slideMasters/_rels/slideMaster4.xml.rels><?xml version="1.0" encoding="utf-8"?><Relationships xmlns="http://schemas.openxmlformats.org/package/2006/relationships"><Relationship Type="http://schemas.openxmlformats.org/officeDocument/2006/relationships/theme" Target="theme/s03-theme2.xml" Id="Rc76e57e1c7cc4cb9"/><Relationship Type="http://schemas.openxmlformats.org/officeDocument/2006/relationships/slideLayout" Target="../slideLayouts/slideLayout19.xml" Id="R269ff253c92e46cb"/><Relationship Type="http://schemas.openxmlformats.org/officeDocument/2006/relationships/slideLayout" Target="../slideLayouts/slideLayout20.xml" Id="R8d3f428215234777"/><Relationship Type="http://schemas.openxmlformats.org/officeDocument/2006/relationships/slideLayout" Target="../slideLayouts/slideLayout21.xml" Id="R676e691b0d264067"/><Relationship Type="http://schemas.openxmlformats.org/officeDocument/2006/relationships/slideLayout" Target="../slideLayouts/slideLayout22.xml" Id="R249f25304d8c49fe"/><Relationship Type="http://schemas.openxmlformats.org/officeDocument/2006/relationships/slideLayout" Target="../slideLayouts/slideLayout23.xml" Id="R2ff5626f61004014"/><Relationship Type="http://schemas.openxmlformats.org/officeDocument/2006/relationships/slideLayout" Target="../slideLayouts/slideLayout24.xml" Id="R1a90b9b3efc549ff"/></Relationships>
</file>

<file path=ppt/slideMasters/_rels/slideMaster5.xml.rels><?xml version="1.0" encoding="utf-8"?><Relationships xmlns="http://schemas.openxmlformats.org/package/2006/relationships"><Relationship Type="http://schemas.openxmlformats.org/officeDocument/2006/relationships/theme" Target="theme/s04-theme2.xml" Id="R1125e02db980411d"/><Relationship Type="http://schemas.openxmlformats.org/officeDocument/2006/relationships/slideLayout" Target="../slideLayouts/slideLayout25.xml" Id="Rd7ef268886e041b1"/><Relationship Type="http://schemas.openxmlformats.org/officeDocument/2006/relationships/slideLayout" Target="../slideLayouts/slideLayout26.xml" Id="Rf81f9165822d41c0"/><Relationship Type="http://schemas.openxmlformats.org/officeDocument/2006/relationships/slideLayout" Target="../slideLayouts/slideLayout27.xml" Id="Raa9d3d19d7314171"/><Relationship Type="http://schemas.openxmlformats.org/officeDocument/2006/relationships/slideLayout" Target="../slideLayouts/slideLayout28.xml" Id="R2492d58e84564b03"/><Relationship Type="http://schemas.openxmlformats.org/officeDocument/2006/relationships/slideLayout" Target="../slideLayouts/slideLayout29.xml" Id="Re9419bfb95bd4565"/><Relationship Type="http://schemas.openxmlformats.org/officeDocument/2006/relationships/slideLayout" Target="../slideLayouts/slideLayout30.xml" Id="Rcd6858d237c94934"/></Relationships>
</file>

<file path=ppt/slideMasters/_rels/slideMaster6.xml.rels><?xml version="1.0" encoding="utf-8"?><Relationships xmlns="http://schemas.openxmlformats.org/package/2006/relationships"><Relationship Type="http://schemas.openxmlformats.org/officeDocument/2006/relationships/theme" Target="theme/s05-theme2.xml" Id="R3589eaca54684c40"/><Relationship Type="http://schemas.openxmlformats.org/officeDocument/2006/relationships/slideLayout" Target="../slideLayouts/slideLayout31.xml" Id="Rff2b46c365844f0d"/><Relationship Type="http://schemas.openxmlformats.org/officeDocument/2006/relationships/slideLayout" Target="../slideLayouts/slideLayout32.xml" Id="R6ae671297bd7419a"/><Relationship Type="http://schemas.openxmlformats.org/officeDocument/2006/relationships/slideLayout" Target="../slideLayouts/slideLayout33.xml" Id="R5384d2ddba134d43"/><Relationship Type="http://schemas.openxmlformats.org/officeDocument/2006/relationships/slideLayout" Target="../slideLayouts/slideLayout34.xml" Id="R9658d23d8dc0449d"/><Relationship Type="http://schemas.openxmlformats.org/officeDocument/2006/relationships/slideLayout" Target="../slideLayouts/slideLayout35.xml" Id="R301d84fd05e544f5"/><Relationship Type="http://schemas.openxmlformats.org/officeDocument/2006/relationships/slideLayout" Target="../slideLayouts/slideLayout36.xml" Id="Ra853d78459c94f18"/></Relationships>
</file>

<file path=ppt/slideMasters/_rels/slideMaster7.xml.rels><?xml version="1.0" encoding="utf-8"?><Relationships xmlns="http://schemas.openxmlformats.org/package/2006/relationships"><Relationship Type="http://schemas.openxmlformats.org/officeDocument/2006/relationships/theme" Target="theme/s06-theme2.xml" Id="R253b12a1d733488f"/><Relationship Type="http://schemas.openxmlformats.org/officeDocument/2006/relationships/slideLayout" Target="../slideLayouts/slideLayout37.xml" Id="Rc0317f1fc660409b"/><Relationship Type="http://schemas.openxmlformats.org/officeDocument/2006/relationships/slideLayout" Target="../slideLayouts/slideLayout38.xml" Id="R3d1adc33d6c94ab9"/><Relationship Type="http://schemas.openxmlformats.org/officeDocument/2006/relationships/slideLayout" Target="../slideLayouts/slideLayout39.xml" Id="R13a8bdd6b50e44fe"/><Relationship Type="http://schemas.openxmlformats.org/officeDocument/2006/relationships/slideLayout" Target="../slideLayouts/slideLayout40.xml" Id="Rae83464734ab4636"/><Relationship Type="http://schemas.openxmlformats.org/officeDocument/2006/relationships/slideLayout" Target="../slideLayouts/slideLayout41.xml" Id="R27f6ecae223d4694"/><Relationship Type="http://schemas.openxmlformats.org/officeDocument/2006/relationships/slideLayout" Target="../slideLayouts/slideLayout42.xml" Id="R3d1efc8de6e4413a"/></Relationships>
</file>

<file path=ppt/slideMasters/_rels/slideMaster8.xml.rels><?xml version="1.0" encoding="utf-8"?><Relationships xmlns="http://schemas.openxmlformats.org/package/2006/relationships"><Relationship Type="http://schemas.openxmlformats.org/officeDocument/2006/relationships/theme" Target="theme/s07-theme2.xml" Id="R04a2f38a815a43a4"/><Relationship Type="http://schemas.openxmlformats.org/officeDocument/2006/relationships/slideLayout" Target="../slideLayouts/slideLayout43.xml" Id="R9299a52efa604405"/><Relationship Type="http://schemas.openxmlformats.org/officeDocument/2006/relationships/slideLayout" Target="../slideLayouts/slideLayout44.xml" Id="R0c9b63c9a3cb445f"/><Relationship Type="http://schemas.openxmlformats.org/officeDocument/2006/relationships/slideLayout" Target="../slideLayouts/slideLayout45.xml" Id="Rd6cd89a4946d436b"/><Relationship Type="http://schemas.openxmlformats.org/officeDocument/2006/relationships/slideLayout" Target="../slideLayouts/slideLayout46.xml" Id="Rcf5f00b687554305"/><Relationship Type="http://schemas.openxmlformats.org/officeDocument/2006/relationships/slideLayout" Target="../slideLayouts/slideLayout47.xml" Id="R0151063b50884f91"/><Relationship Type="http://schemas.openxmlformats.org/officeDocument/2006/relationships/slideLayout" Target="../slideLayouts/slideLayout48.xml" Id="R044e9c773b7f4aed"/></Relationships>
</file>

<file path=ppt/slideMasters/_rels/slideMaster9.xml.rels><?xml version="1.0" encoding="utf-8"?><Relationships xmlns="http://schemas.openxmlformats.org/package/2006/relationships"><Relationship Type="http://schemas.openxmlformats.org/officeDocument/2006/relationships/theme" Target="theme/s08-theme2.xml" Id="Rb0938ad1ce4c4bbb"/><Relationship Type="http://schemas.openxmlformats.org/officeDocument/2006/relationships/slideLayout" Target="../slideLayouts/slideLayout49.xml" Id="R1567c3a10fe244c3"/><Relationship Type="http://schemas.openxmlformats.org/officeDocument/2006/relationships/slideLayout" Target="../slideLayouts/slideLayout50.xml" Id="Rd3eb7896fee14947"/><Relationship Type="http://schemas.openxmlformats.org/officeDocument/2006/relationships/slideLayout" Target="../slideLayouts/slideLayout51.xml" Id="R0258889146854266"/><Relationship Type="http://schemas.openxmlformats.org/officeDocument/2006/relationships/slideLayout" Target="../slideLayouts/slideLayout52.xml" Id="R8512d5054cf54d29"/><Relationship Type="http://schemas.openxmlformats.org/officeDocument/2006/relationships/slideLayout" Target="../slideLayouts/slideLayout53.xml" Id="R738938f1d93c4172"/><Relationship Type="http://schemas.openxmlformats.org/officeDocument/2006/relationships/slideLayout" Target="../slideLayouts/slideLayout54.xml" Id="R8d6a683546cd4954"/></Relationships>
</file>

<file path=ppt/slideMasters/_rels/slideMaster10.xml.rels><?xml version="1.0" encoding="utf-8"?><Relationships xmlns="http://schemas.openxmlformats.org/package/2006/relationships"><Relationship Type="http://schemas.openxmlformats.org/officeDocument/2006/relationships/theme" Target="theme/s09-theme2.xml" Id="R59a4c0e15b6c4095"/><Relationship Type="http://schemas.openxmlformats.org/officeDocument/2006/relationships/slideLayout" Target="../slideLayouts/slideLayout55.xml" Id="R1534d4126a634a2a"/><Relationship Type="http://schemas.openxmlformats.org/officeDocument/2006/relationships/slideLayout" Target="../slideLayouts/slideLayout56.xml" Id="R69c2d56ab2174ea8"/><Relationship Type="http://schemas.openxmlformats.org/officeDocument/2006/relationships/slideLayout" Target="../slideLayouts/slideLayout57.xml" Id="R7900fa15dd334ebd"/><Relationship Type="http://schemas.openxmlformats.org/officeDocument/2006/relationships/slideLayout" Target="../slideLayouts/slideLayout58.xml" Id="Rc494868d752d4720"/><Relationship Type="http://schemas.openxmlformats.org/officeDocument/2006/relationships/slideLayout" Target="../slideLayouts/slideLayout59.xml" Id="R6a6810008e25448b"/><Relationship Type="http://schemas.openxmlformats.org/officeDocument/2006/relationships/slideLayout" Target="../slideLayouts/slideLayout60.xml" Id="Rd678ccfa693a4b9e"/></Relationships>
</file>

<file path=ppt/slideMasters/_rels/slideMaster11.xml.rels><?xml version="1.0" encoding="utf-8"?><Relationships xmlns="http://schemas.openxmlformats.org/package/2006/relationships"><Relationship Type="http://schemas.openxmlformats.org/officeDocument/2006/relationships/theme" Target="theme/s10-theme2.xml" Id="Rb11b80f9f4474a77"/><Relationship Type="http://schemas.openxmlformats.org/officeDocument/2006/relationships/slideLayout" Target="../slideLayouts/slideLayout61.xml" Id="R978f01881f574172"/><Relationship Type="http://schemas.openxmlformats.org/officeDocument/2006/relationships/slideLayout" Target="../slideLayouts/slideLayout62.xml" Id="R5902d6b4246c426c"/><Relationship Type="http://schemas.openxmlformats.org/officeDocument/2006/relationships/slideLayout" Target="../slideLayouts/slideLayout63.xml" Id="R4ebb596d5bb44293"/><Relationship Type="http://schemas.openxmlformats.org/officeDocument/2006/relationships/slideLayout" Target="../slideLayouts/slideLayout64.xml" Id="Rb5fdd18f01364a88"/><Relationship Type="http://schemas.openxmlformats.org/officeDocument/2006/relationships/slideLayout" Target="../slideLayouts/slideLayout65.xml" Id="R007f20eff47c4daf"/><Relationship Type="http://schemas.openxmlformats.org/officeDocument/2006/relationships/slideLayout" Target="../slideLayouts/slideLayout66.xml" Id="Rc2497753e326497a"/></Relationships>
</file>

<file path=ppt/slideMasters/_rels/slideMaster12.xml.rels><?xml version="1.0" encoding="utf-8"?><Relationships xmlns="http://schemas.openxmlformats.org/package/2006/relationships"><Relationship Type="http://schemas.openxmlformats.org/officeDocument/2006/relationships/theme" Target="theme/s11-theme2.xml" Id="R6870adbe60cc4570"/><Relationship Type="http://schemas.openxmlformats.org/officeDocument/2006/relationships/slideLayout" Target="../slideLayouts/slideLayout67.xml" Id="Ra60de0a577da4e47"/><Relationship Type="http://schemas.openxmlformats.org/officeDocument/2006/relationships/slideLayout" Target="../slideLayouts/slideLayout68.xml" Id="Rd9fa9e54f9a94132"/><Relationship Type="http://schemas.openxmlformats.org/officeDocument/2006/relationships/slideLayout" Target="../slideLayouts/slideLayout69.xml" Id="R8e635b7f44d349b6"/><Relationship Type="http://schemas.openxmlformats.org/officeDocument/2006/relationships/slideLayout" Target="../slideLayouts/slideLayout70.xml" Id="Rabb28386070646c5"/><Relationship Type="http://schemas.openxmlformats.org/officeDocument/2006/relationships/slideLayout" Target="../slideLayouts/slideLayout71.xml" Id="R555838fcdad64362"/><Relationship Type="http://schemas.openxmlformats.org/officeDocument/2006/relationships/slideLayout" Target="../slideLayouts/slideLayout72.xml" Id="R6211d3e832e24c75"/></Relationships>
</file>

<file path=ppt/slideMasters/_rels/slideMaster13.xml.rels><?xml version="1.0" encoding="utf-8"?><Relationships xmlns="http://schemas.openxmlformats.org/package/2006/relationships"><Relationship Type="http://schemas.openxmlformats.org/officeDocument/2006/relationships/theme" Target="theme/s12-theme2.xml" Id="Rea49edddaa69415f"/><Relationship Type="http://schemas.openxmlformats.org/officeDocument/2006/relationships/slideLayout" Target="../slideLayouts/slideLayout73.xml" Id="Rd857dedece6245ae"/><Relationship Type="http://schemas.openxmlformats.org/officeDocument/2006/relationships/slideLayout" Target="../slideLayouts/slideLayout74.xml" Id="Rc7aba5227a924650"/><Relationship Type="http://schemas.openxmlformats.org/officeDocument/2006/relationships/slideLayout" Target="../slideLayouts/slideLayout75.xml" Id="R798efb4da755461a"/><Relationship Type="http://schemas.openxmlformats.org/officeDocument/2006/relationships/slideLayout" Target="../slideLayouts/slideLayout76.xml" Id="Red3e79e7874b46df"/><Relationship Type="http://schemas.openxmlformats.org/officeDocument/2006/relationships/slideLayout" Target="../slideLayouts/slideLayout77.xml" Id="R861c2807df6a4e61"/><Relationship Type="http://schemas.openxmlformats.org/officeDocument/2006/relationships/slideLayout" Target="../slideLayouts/slideLayout78.xml" Id="Rdfaa81971c784caf"/></Relationships>
</file>

<file path=ppt/slideMasters/_rels/slideMaster14.xml.rels><?xml version="1.0" encoding="utf-8"?><Relationships xmlns="http://schemas.openxmlformats.org/package/2006/relationships"><Relationship Type="http://schemas.openxmlformats.org/officeDocument/2006/relationships/theme" Target="theme/s13-theme2.xml" Id="R3ecbb8a8a4d548f7"/><Relationship Type="http://schemas.openxmlformats.org/officeDocument/2006/relationships/slideLayout" Target="../slideLayouts/slideLayout79.xml" Id="R4c360a2e82b44cf3"/><Relationship Type="http://schemas.openxmlformats.org/officeDocument/2006/relationships/slideLayout" Target="../slideLayouts/slideLayout80.xml" Id="Rd2849d68174147b4"/><Relationship Type="http://schemas.openxmlformats.org/officeDocument/2006/relationships/slideLayout" Target="../slideLayouts/slideLayout81.xml" Id="Rad73fac8281b42ea"/><Relationship Type="http://schemas.openxmlformats.org/officeDocument/2006/relationships/slideLayout" Target="../slideLayouts/slideLayout82.xml" Id="Ree96509f68874f51"/><Relationship Type="http://schemas.openxmlformats.org/officeDocument/2006/relationships/slideLayout" Target="../slideLayouts/slideLayout83.xml" Id="R3637c057c0a64dd5"/><Relationship Type="http://schemas.openxmlformats.org/officeDocument/2006/relationships/slideLayout" Target="../slideLayouts/slideLayout84.xml" Id="Ra64f06746b184429"/></Relationships>
</file>

<file path=ppt/slideMasters/_rels/slideMaster15.xml.rels><?xml version="1.0" encoding="utf-8"?><Relationships xmlns="http://schemas.openxmlformats.org/package/2006/relationships"><Relationship Type="http://schemas.openxmlformats.org/officeDocument/2006/relationships/theme" Target="theme/s14-theme2.xml" Id="R76298aaf396341e7"/><Relationship Type="http://schemas.openxmlformats.org/officeDocument/2006/relationships/slideLayout" Target="../slideLayouts/slideLayout85.xml" Id="R492f9048532645f1"/><Relationship Type="http://schemas.openxmlformats.org/officeDocument/2006/relationships/slideLayout" Target="../slideLayouts/slideLayout86.xml" Id="Rf48ad5a5fde14aed"/><Relationship Type="http://schemas.openxmlformats.org/officeDocument/2006/relationships/slideLayout" Target="../slideLayouts/slideLayout87.xml" Id="R871c637fe975401f"/><Relationship Type="http://schemas.openxmlformats.org/officeDocument/2006/relationships/slideLayout" Target="../slideLayouts/slideLayout88.xml" Id="R75aec2105ded4720"/><Relationship Type="http://schemas.openxmlformats.org/officeDocument/2006/relationships/slideLayout" Target="../slideLayouts/slideLayout89.xml" Id="Rca1a722896644643"/><Relationship Type="http://schemas.openxmlformats.org/officeDocument/2006/relationships/slideLayout" Target="../slideLayouts/slideLayout90.xml" Id="R25f72a1bf1f349b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12bdfc9ea4354"/>
    <p:sldLayoutId xmlns:r="http://schemas.openxmlformats.org/officeDocument/2006/relationships" id="2147483650" r:id="R18c1a84417ee4bcc"/>
    <p:sldLayoutId xmlns:r="http://schemas.openxmlformats.org/officeDocument/2006/relationships" id="2147483651" r:id="R7c9b5c82e6fb44be"/>
    <p:sldLayoutId xmlns:r="http://schemas.openxmlformats.org/officeDocument/2006/relationships" id="2147483652" r:id="R19954ec689eb45f0"/>
    <p:sldLayoutId xmlns:r="http://schemas.openxmlformats.org/officeDocument/2006/relationships" id="2147483653" r:id="R61038b1b8a8c41f4"/>
    <p:sldLayoutId xmlns:r="http://schemas.openxmlformats.org/officeDocument/2006/relationships" id="2147483654" r:id="R13f4429bae7c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a4554e1e646c0"/>
    <p:sldLayoutId xmlns:r="http://schemas.openxmlformats.org/officeDocument/2006/relationships" id="2147483650" r:id="Rd535e4be4f3a427d"/>
    <p:sldLayoutId xmlns:r="http://schemas.openxmlformats.org/officeDocument/2006/relationships" id="2147483651" r:id="Ra74a8bc211054da2"/>
    <p:sldLayoutId xmlns:r="http://schemas.openxmlformats.org/officeDocument/2006/relationships" id="2147483652" r:id="R82f3421153084656"/>
    <p:sldLayoutId xmlns:r="http://schemas.openxmlformats.org/officeDocument/2006/relationships" id="2147483653" r:id="R2ffd7b94958a4ecb"/>
    <p:sldLayoutId xmlns:r="http://schemas.openxmlformats.org/officeDocument/2006/relationships" id="2147483654" r:id="R245aa57dac51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050b2c62f44b4"/>
    <p:sldLayoutId xmlns:r="http://schemas.openxmlformats.org/officeDocument/2006/relationships" id="2147483650" r:id="R1e11934117a54ed9"/>
    <p:sldLayoutId xmlns:r="http://schemas.openxmlformats.org/officeDocument/2006/relationships" id="2147483651" r:id="Rcdb7030d34374af2"/>
    <p:sldLayoutId xmlns:r="http://schemas.openxmlformats.org/officeDocument/2006/relationships" id="2147483652" r:id="Rd6dabb12c10945a7"/>
    <p:sldLayoutId xmlns:r="http://schemas.openxmlformats.org/officeDocument/2006/relationships" id="2147483653" r:id="R3a80a845fbca40b5"/>
    <p:sldLayoutId xmlns:r="http://schemas.openxmlformats.org/officeDocument/2006/relationships" id="2147483654" r:id="Rfcd18b4f6c75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ff253c92e46cb"/>
    <p:sldLayoutId xmlns:r="http://schemas.openxmlformats.org/officeDocument/2006/relationships" id="2147483650" r:id="R8d3f428215234777"/>
    <p:sldLayoutId xmlns:r="http://schemas.openxmlformats.org/officeDocument/2006/relationships" id="2147483651" r:id="R676e691b0d264067"/>
    <p:sldLayoutId xmlns:r="http://schemas.openxmlformats.org/officeDocument/2006/relationships" id="2147483652" r:id="R249f25304d8c49fe"/>
    <p:sldLayoutId xmlns:r="http://schemas.openxmlformats.org/officeDocument/2006/relationships" id="2147483653" r:id="R2ff5626f61004014"/>
    <p:sldLayoutId xmlns:r="http://schemas.openxmlformats.org/officeDocument/2006/relationships" id="2147483654" r:id="R1a90b9b3efc549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f268886e041b1"/>
    <p:sldLayoutId xmlns:r="http://schemas.openxmlformats.org/officeDocument/2006/relationships" id="2147483650" r:id="Rf81f9165822d41c0"/>
    <p:sldLayoutId xmlns:r="http://schemas.openxmlformats.org/officeDocument/2006/relationships" id="2147483651" r:id="Raa9d3d19d7314171"/>
    <p:sldLayoutId xmlns:r="http://schemas.openxmlformats.org/officeDocument/2006/relationships" id="2147483652" r:id="R2492d58e84564b03"/>
    <p:sldLayoutId xmlns:r="http://schemas.openxmlformats.org/officeDocument/2006/relationships" id="2147483653" r:id="Re9419bfb95bd4565"/>
    <p:sldLayoutId xmlns:r="http://schemas.openxmlformats.org/officeDocument/2006/relationships" id="2147483654" r:id="Rcd6858d237c9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b46c365844f0d"/>
    <p:sldLayoutId xmlns:r="http://schemas.openxmlformats.org/officeDocument/2006/relationships" id="2147483650" r:id="R6ae671297bd7419a"/>
    <p:sldLayoutId xmlns:r="http://schemas.openxmlformats.org/officeDocument/2006/relationships" id="2147483651" r:id="R5384d2ddba134d43"/>
    <p:sldLayoutId xmlns:r="http://schemas.openxmlformats.org/officeDocument/2006/relationships" id="2147483652" r:id="R9658d23d8dc0449d"/>
    <p:sldLayoutId xmlns:r="http://schemas.openxmlformats.org/officeDocument/2006/relationships" id="2147483653" r:id="R301d84fd05e544f5"/>
    <p:sldLayoutId xmlns:r="http://schemas.openxmlformats.org/officeDocument/2006/relationships" id="2147483654" r:id="Ra853d78459c9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17f1fc660409b"/>
    <p:sldLayoutId xmlns:r="http://schemas.openxmlformats.org/officeDocument/2006/relationships" id="2147483650" r:id="R3d1adc33d6c94ab9"/>
    <p:sldLayoutId xmlns:r="http://schemas.openxmlformats.org/officeDocument/2006/relationships" id="2147483651" r:id="R13a8bdd6b50e44fe"/>
    <p:sldLayoutId xmlns:r="http://schemas.openxmlformats.org/officeDocument/2006/relationships" id="2147483652" r:id="Rae83464734ab4636"/>
    <p:sldLayoutId xmlns:r="http://schemas.openxmlformats.org/officeDocument/2006/relationships" id="2147483653" r:id="R27f6ecae223d4694"/>
    <p:sldLayoutId xmlns:r="http://schemas.openxmlformats.org/officeDocument/2006/relationships" id="2147483654" r:id="R3d1efc8de6e4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9a52efa604405"/>
    <p:sldLayoutId xmlns:r="http://schemas.openxmlformats.org/officeDocument/2006/relationships" id="2147483650" r:id="R0c9b63c9a3cb445f"/>
    <p:sldLayoutId xmlns:r="http://schemas.openxmlformats.org/officeDocument/2006/relationships" id="2147483651" r:id="Rd6cd89a4946d436b"/>
    <p:sldLayoutId xmlns:r="http://schemas.openxmlformats.org/officeDocument/2006/relationships" id="2147483652" r:id="Rcf5f00b687554305"/>
    <p:sldLayoutId xmlns:r="http://schemas.openxmlformats.org/officeDocument/2006/relationships" id="2147483653" r:id="R0151063b50884f91"/>
    <p:sldLayoutId xmlns:r="http://schemas.openxmlformats.org/officeDocument/2006/relationships" id="2147483654" r:id="R044e9c773b7f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7c3a10fe244c3"/>
    <p:sldLayoutId xmlns:r="http://schemas.openxmlformats.org/officeDocument/2006/relationships" id="2147483650" r:id="Rd3eb7896fee14947"/>
    <p:sldLayoutId xmlns:r="http://schemas.openxmlformats.org/officeDocument/2006/relationships" id="2147483651" r:id="R0258889146854266"/>
    <p:sldLayoutId xmlns:r="http://schemas.openxmlformats.org/officeDocument/2006/relationships" id="2147483652" r:id="R8512d5054cf54d29"/>
    <p:sldLayoutId xmlns:r="http://schemas.openxmlformats.org/officeDocument/2006/relationships" id="2147483653" r:id="R738938f1d93c4172"/>
    <p:sldLayoutId xmlns:r="http://schemas.openxmlformats.org/officeDocument/2006/relationships" id="2147483654" r:id="R8d6a683546cd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4d4126a634a2a"/>
    <p:sldLayoutId xmlns:r="http://schemas.openxmlformats.org/officeDocument/2006/relationships" id="2147483650" r:id="R69c2d56ab2174ea8"/>
    <p:sldLayoutId xmlns:r="http://schemas.openxmlformats.org/officeDocument/2006/relationships" id="2147483651" r:id="R7900fa15dd334ebd"/>
    <p:sldLayoutId xmlns:r="http://schemas.openxmlformats.org/officeDocument/2006/relationships" id="2147483652" r:id="Rc494868d752d4720"/>
    <p:sldLayoutId xmlns:r="http://schemas.openxmlformats.org/officeDocument/2006/relationships" id="2147483653" r:id="R6a6810008e25448b"/>
    <p:sldLayoutId xmlns:r="http://schemas.openxmlformats.org/officeDocument/2006/relationships" id="2147483654" r:id="Rd678ccfa693a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f01881f574172"/>
    <p:sldLayoutId xmlns:r="http://schemas.openxmlformats.org/officeDocument/2006/relationships" id="2147483650" r:id="R5902d6b4246c426c"/>
    <p:sldLayoutId xmlns:r="http://schemas.openxmlformats.org/officeDocument/2006/relationships" id="2147483651" r:id="R4ebb596d5bb44293"/>
    <p:sldLayoutId xmlns:r="http://schemas.openxmlformats.org/officeDocument/2006/relationships" id="2147483652" r:id="Rb5fdd18f01364a88"/>
    <p:sldLayoutId xmlns:r="http://schemas.openxmlformats.org/officeDocument/2006/relationships" id="2147483653" r:id="R007f20eff47c4daf"/>
    <p:sldLayoutId xmlns:r="http://schemas.openxmlformats.org/officeDocument/2006/relationships" id="2147483654" r:id="Rc2497753e326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de0a577da4e47"/>
    <p:sldLayoutId xmlns:r="http://schemas.openxmlformats.org/officeDocument/2006/relationships" id="2147483650" r:id="Rd9fa9e54f9a94132"/>
    <p:sldLayoutId xmlns:r="http://schemas.openxmlformats.org/officeDocument/2006/relationships" id="2147483651" r:id="R8e635b7f44d349b6"/>
    <p:sldLayoutId xmlns:r="http://schemas.openxmlformats.org/officeDocument/2006/relationships" id="2147483652" r:id="Rabb28386070646c5"/>
    <p:sldLayoutId xmlns:r="http://schemas.openxmlformats.org/officeDocument/2006/relationships" id="2147483653" r:id="R555838fcdad64362"/>
    <p:sldLayoutId xmlns:r="http://schemas.openxmlformats.org/officeDocument/2006/relationships" id="2147483654" r:id="R6211d3e832e24c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7dedece6245ae"/>
    <p:sldLayoutId xmlns:r="http://schemas.openxmlformats.org/officeDocument/2006/relationships" id="2147483650" r:id="Rc7aba5227a924650"/>
    <p:sldLayoutId xmlns:r="http://schemas.openxmlformats.org/officeDocument/2006/relationships" id="2147483651" r:id="R798efb4da755461a"/>
    <p:sldLayoutId xmlns:r="http://schemas.openxmlformats.org/officeDocument/2006/relationships" id="2147483652" r:id="Red3e79e7874b46df"/>
    <p:sldLayoutId xmlns:r="http://schemas.openxmlformats.org/officeDocument/2006/relationships" id="2147483653" r:id="R861c2807df6a4e61"/>
    <p:sldLayoutId xmlns:r="http://schemas.openxmlformats.org/officeDocument/2006/relationships" id="2147483654" r:id="Rdfaa81971c784c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60a2e82b44cf3"/>
    <p:sldLayoutId xmlns:r="http://schemas.openxmlformats.org/officeDocument/2006/relationships" id="2147483650" r:id="Rd2849d68174147b4"/>
    <p:sldLayoutId xmlns:r="http://schemas.openxmlformats.org/officeDocument/2006/relationships" id="2147483651" r:id="Rad73fac8281b42ea"/>
    <p:sldLayoutId xmlns:r="http://schemas.openxmlformats.org/officeDocument/2006/relationships" id="2147483652" r:id="Ree96509f68874f51"/>
    <p:sldLayoutId xmlns:r="http://schemas.openxmlformats.org/officeDocument/2006/relationships" id="2147483653" r:id="R3637c057c0a64dd5"/>
    <p:sldLayoutId xmlns:r="http://schemas.openxmlformats.org/officeDocument/2006/relationships" id="2147483654" r:id="Ra64f06746b18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2f9048532645f1"/>
    <p:sldLayoutId xmlns:r="http://schemas.openxmlformats.org/officeDocument/2006/relationships" id="2147483650" r:id="Rf48ad5a5fde14aed"/>
    <p:sldLayoutId xmlns:r="http://schemas.openxmlformats.org/officeDocument/2006/relationships" id="2147483651" r:id="R871c637fe975401f"/>
    <p:sldLayoutId xmlns:r="http://schemas.openxmlformats.org/officeDocument/2006/relationships" id="2147483652" r:id="R75aec2105ded4720"/>
    <p:sldLayoutId xmlns:r="http://schemas.openxmlformats.org/officeDocument/2006/relationships" id="2147483653" r:id="Rca1a722896644643"/>
    <p:sldLayoutId xmlns:r="http://schemas.openxmlformats.org/officeDocument/2006/relationships" id="2147483654" r:id="R25f72a1bf1f3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s00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1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2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3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4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5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6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7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8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9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0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1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2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3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4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62cb1319838e4d36"/><Relationship Type="http://schemas.openxmlformats.org/officeDocument/2006/relationships/notesSlide" Target="../notesSlides/notesSlide1.xml" Id="R923e717eccc140a0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8f9fb4281d684fe3"/><Relationship Type="http://schemas.openxmlformats.org/officeDocument/2006/relationships/notesSlide" Target="../notesSlides/notesSlide2.xml" Id="R861b3935e8ff43cf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e7b8b0a2646f4c86"/><Relationship Type="http://schemas.openxmlformats.org/officeDocument/2006/relationships/notesSlide" Target="../notesSlides/notesSlide3.xml" Id="R05e4e5a610214cba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3a2b22e213ad4787"/><Relationship Type="http://schemas.openxmlformats.org/officeDocument/2006/relationships/notesSlide" Target="../notesSlides/notesSlide4.xml" Id="R736e21b9851a4ca1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ea3c8440fd14310"/><Relationship Type="http://schemas.openxmlformats.org/officeDocument/2006/relationships/notesSlide" Target="../notesSlides/notesSlide5.xml" Id="R0d026119bc5c4748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49f90a8c780147a7"/><Relationship Type="http://schemas.openxmlformats.org/officeDocument/2006/relationships/notesSlide" Target="../notesSlides/notesSlide6.xml" Id="R37fb3e9993fa49a5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395b167e75134a3f"/><Relationship Type="http://schemas.openxmlformats.org/officeDocument/2006/relationships/notesSlide" Target="../notesSlides/notesSlide7.xml" Id="R1d211ad03715477e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8f236026eee4602"/><Relationship Type="http://schemas.openxmlformats.org/officeDocument/2006/relationships/notesSlide" Target="../notesSlides/notesSlide8.xml" Id="Re5fa85c76b0d433a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fb94a4505ef24ed4"/><Relationship Type="http://schemas.openxmlformats.org/officeDocument/2006/relationships/chart" Target="charts/s01-chart1.xml" Id="Rbb952088e46d4b91"/><Relationship Type="http://schemas.openxmlformats.org/officeDocument/2006/relationships/notesSlide" Target="../notesSlides/notesSlide9.xml" Id="R7e885794fca64217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fb2e5f9c37c41dd"/><Relationship Type="http://schemas.openxmlformats.org/officeDocument/2006/relationships/notesSlide" Target="../notesSlides/notesSlide10.xml" Id="R83d12b6ad5e1467f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9fffafc1c6247ac"/><Relationship Type="http://schemas.openxmlformats.org/officeDocument/2006/relationships/notesSlide" Target="../notesSlides/notesSlide11.xml" Id="R5280c5ff5ac647df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2293941896514bf5"/><Relationship Type="http://schemas.openxmlformats.org/officeDocument/2006/relationships/notesSlide" Target="../notesSlides/notesSlide12.xml" Id="Rab525932d0a1431d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ed822ca888064631"/><Relationship Type="http://schemas.openxmlformats.org/officeDocument/2006/relationships/notesSlide" Target="../notesSlides/notesSlide13.xml" Id="R7841f225ea444ab6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0d4f5b7638d440d"/><Relationship Type="http://schemas.openxmlformats.org/officeDocument/2006/relationships/notesSlide" Target="../notesSlides/notesSlide14.xml" Id="Redf71008a2c54577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476e40735ecc4173"/><Relationship Type="http://schemas.openxmlformats.org/officeDocument/2006/relationships/notesSlide" Target="../notesSlides/notesSlide15.xml" Id="R0d451dda6a3d4e02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d0321ce7c131498a"/><Relationship Type="http://schemas.openxmlformats.org/officeDocument/2006/relationships/notesSlide" Target="../notesSlides/notesSlide16.xml" Id="R616dffe657754ad1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4fd5b4f0c2cc4677"/><Relationship Type="http://schemas.openxmlformats.org/officeDocument/2006/relationships/notesSlide" Target="../notesSlides/notesSlide17.xml" Id="R60dd3f7c1d78465e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69f1713946744a3e"/><Relationship Type="http://schemas.openxmlformats.org/officeDocument/2006/relationships/notesSlide" Target="../notesSlides/notesSlide18.xml" Id="R829094cbfe214190"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f7ce2dec5d934979"/><Relationship Type="http://schemas.openxmlformats.org/officeDocument/2006/relationships/notesSlide" Target="../notesSlides/notesSlide19.xml" Id="Rea30b70d502e4fa5"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fe10349a434a43a9"/><Relationship Type="http://schemas.openxmlformats.org/officeDocument/2006/relationships/notesSlide" Target="../notesSlides/notesSlide20.xml" Id="Rfcd9351f2c934705"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06f22c71960a4963"/><Relationship Type="http://schemas.openxmlformats.org/officeDocument/2006/relationships/notesSlide" Target="../notesSlides/notesSlide21.xml" Id="R2a3349190fab459d"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cc849542e844e2e"/><Relationship Type="http://schemas.openxmlformats.org/officeDocument/2006/relationships/notesSlide" Target="../notesSlides/notesSlide22.xml" Id="R9988c8379cf2453f"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5f98761e96454733"/><Relationship Type="http://schemas.openxmlformats.org/officeDocument/2006/relationships/notesSlide" Target="../notesSlides/notesSlide23.xml" Id="R3b6820a024bc4190"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1156595d8ab247a6"/><Relationship Type="http://schemas.openxmlformats.org/officeDocument/2006/relationships/notesSlide" Target="../notesSlides/notesSlide24.xml" Id="R9aea837be9aa497f"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d495a9ec2bac4b59"/><Relationship Type="http://schemas.openxmlformats.org/officeDocument/2006/relationships/notesSlide" Target="../notesSlides/notesSlide25.xml" Id="R837b7833ccd741d4"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6526e5e5a47746e6"/><Relationship Type="http://schemas.openxmlformats.org/officeDocument/2006/relationships/notesSlide" Target="../notesSlides/notesSlide26.xml" Id="R76f59548fc304c7f"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d4a6e8d4ab434355"/><Relationship Type="http://schemas.openxmlformats.org/officeDocument/2006/relationships/notesSlide" Target="../notesSlides/notesSlide27.xml" Id="R740343c53b8b4f2c"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a40f6c3e129548c9"/><Relationship Type="http://schemas.openxmlformats.org/officeDocument/2006/relationships/notesSlide" Target="../notesSlides/notesSlide28.xml" Id="Rab73c32c79aa4fd1"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1b2d2178280e4c5b"/><Relationship Type="http://schemas.openxmlformats.org/officeDocument/2006/relationships/notesSlide" Target="../notesSlides/notesSlide29.xml" Id="R297c32b910d74e08"/></Relationships>
</file>

<file path=ppt/slides/_rels/slide30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52d3891c89264987"/><Relationship Type="http://schemas.openxmlformats.org/officeDocument/2006/relationships/notesSlide" Target="../notesSlides/notesSlide30.xml" Id="R627e784bb40648ff"/></Relationships>
</file>

<file path=ppt/slides/_rels/slide31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27c95e1895e4d1a"/><Relationship Type="http://schemas.openxmlformats.org/officeDocument/2006/relationships/notesSlide" Target="../notesSlides/notesSlide31.xml" Id="R5b39c609848e4044"/></Relationships>
</file>

<file path=ppt/slides/_rels/slide32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5cb3b164e834dea"/><Relationship Type="http://schemas.openxmlformats.org/officeDocument/2006/relationships/notesSlide" Target="../notesSlides/notesSlide32.xml" Id="Rcfc3efb3984f4fca"/></Relationships>
</file>

<file path=ppt/slides/_rels/slide33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2feb87bd54e49ff"/><Relationship Type="http://schemas.openxmlformats.org/officeDocument/2006/relationships/notesSlide" Target="../notesSlides/notesSlide33.xml" Id="R04a6782cd7954ffc"/></Relationships>
</file>

<file path=ppt/slides/_rels/slide34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52b1540c67347a0"/><Relationship Type="http://schemas.openxmlformats.org/officeDocument/2006/relationships/notesSlide" Target="../notesSlides/notesSlide34.xml" Id="R6b10e491a1444fa4"/></Relationships>
</file>

<file path=ppt/slides/_rels/slide35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cbcb3ffb2225456b"/><Relationship Type="http://schemas.openxmlformats.org/officeDocument/2006/relationships/notesSlide" Target="../notesSlides/notesSlide35.xml" Id="R24aeb28ef76e4917"/></Relationships>
</file>

<file path=ppt/slides/_rels/slide36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d58296b0f6ce4ff0"/><Relationship Type="http://schemas.openxmlformats.org/officeDocument/2006/relationships/notesSlide" Target="../notesSlides/notesSlide36.xml" Id="R06dbc19bc17042bd"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a60d659693f0477d"/><Relationship Type="http://schemas.openxmlformats.org/officeDocument/2006/relationships/notesSlide" Target="../notesSlides/notesSlide37.xml" Id="Re3e0867ffc994d2e"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d53c762c66954a39"/><Relationship Type="http://schemas.openxmlformats.org/officeDocument/2006/relationships/notesSlide" Target="../notesSlides/notesSlide38.xml" Id="R384aa35a80a84a49"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4bf396eafdae4e8c"/><Relationship Type="http://schemas.openxmlformats.org/officeDocument/2006/relationships/notesSlide" Target="../notesSlides/notesSlide39.xml" Id="R48ebc265ee704a63"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407a4138fd294a46"/><Relationship Type="http://schemas.openxmlformats.org/officeDocument/2006/relationships/chart" Target="charts/s03-chart1.xml" Id="R2789c7f84ed0450e"/><Relationship Type="http://schemas.openxmlformats.org/officeDocument/2006/relationships/notesSlide" Target="../notesSlides/notesSlide40.xml" Id="R40ddd408803d45c5"/></Relationships>
</file>

<file path=ppt/slides/_rels/slide41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f0f08ac2498c4187"/><Relationship Type="http://schemas.openxmlformats.org/officeDocument/2006/relationships/notesSlide" Target="../notesSlides/notesSlide41.xml" Id="R993c789c5ee744bc"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8408cb9e82584c93"/><Relationship Type="http://schemas.openxmlformats.org/officeDocument/2006/relationships/notesSlide" Target="../notesSlides/notesSlide42.xml" Id="R3c33516876634072"/></Relationships>
</file>

<file path=ppt/slides/_rels/slide43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b9078b4a23b1497b"/><Relationship Type="http://schemas.openxmlformats.org/officeDocument/2006/relationships/notesSlide" Target="../notesSlides/notesSlide43.xml" Id="Ra0ef5b57ad0242a3"/></Relationships>
</file>

<file path=ppt/slides/_rels/slide44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913ad6f3ce064aab"/><Relationship Type="http://schemas.openxmlformats.org/officeDocument/2006/relationships/notesSlide" Target="../notesSlides/notesSlide44.xml" Id="R729b445b5e5e4962"/></Relationships>
</file>

<file path=ppt/slides/_rels/slide45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929d553af8f04fae"/><Relationship Type="http://schemas.openxmlformats.org/officeDocument/2006/relationships/notesSlide" Target="../notesSlides/notesSlide45.xml" Id="Ra0c9d08c7cb94c59"/></Relationships>
</file>

<file path=ppt/slides/_rels/slide46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34187d985ba4314"/><Relationship Type="http://schemas.openxmlformats.org/officeDocument/2006/relationships/chart" Target="charts/s03-chart2.xml" Id="R9bcef47f7d4b4a22"/><Relationship Type="http://schemas.openxmlformats.org/officeDocument/2006/relationships/notesSlide" Target="../notesSlides/notesSlide46.xml" Id="Rf7922f1a2f0f41a2"/></Relationships>
</file>

<file path=ppt/slides/_rels/slide47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38dca4bcbaed421f"/><Relationship Type="http://schemas.openxmlformats.org/officeDocument/2006/relationships/notesSlide" Target="../notesSlides/notesSlide47.xml" Id="R410a8b14eb104bd9"/></Relationships>
</file>

<file path=ppt/slides/_rels/slide48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61eacd10fd5b4c38"/><Relationship Type="http://schemas.openxmlformats.org/officeDocument/2006/relationships/notesSlide" Target="../notesSlides/notesSlide48.xml" Id="Rf91ccfbb6f814e49"/></Relationships>
</file>

<file path=ppt/slides/_rels/slide49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c9e7769d0b64d3c"/><Relationship Type="http://schemas.openxmlformats.org/officeDocument/2006/relationships/notesSlide" Target="../notesSlides/notesSlide49.xml" Id="R8c4bb6aa6b284be2"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770d93b7fbc54bc1"/><Relationship Type="http://schemas.openxmlformats.org/officeDocument/2006/relationships/notesSlide" Target="../notesSlides/notesSlide50.xml" Id="R7f318779c42a4e61"/></Relationships>
</file>

<file path=ppt/slides/_rels/slide51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a8b5ff8d86424eaf"/><Relationship Type="http://schemas.openxmlformats.org/officeDocument/2006/relationships/notesSlide" Target="../notesSlides/notesSlide51.xml" Id="R1b789fdf4c5044b0"/></Relationships>
</file>

<file path=ppt/slides/_rels/slide52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cfd95d309aa64a7e"/><Relationship Type="http://schemas.openxmlformats.org/officeDocument/2006/relationships/notesSlide" Target="../notesSlides/notesSlide52.xml" Id="Rdb32b1675eff4d5d"/></Relationships>
</file>

<file path=ppt/slides/_rels/slide53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9952392a748e4300"/><Relationship Type="http://schemas.openxmlformats.org/officeDocument/2006/relationships/notesSlide" Target="../notesSlides/notesSlide53.xml" Id="Rb1ebb8e764114bb1"/></Relationships>
</file>

<file path=ppt/slides/_rels/slide54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67687d7c1664329"/><Relationship Type="http://schemas.openxmlformats.org/officeDocument/2006/relationships/image" Target="../media/s04-image.jpeg" Id="R22248a25b7fd4261"/><Relationship Type="http://schemas.openxmlformats.org/officeDocument/2006/relationships/notesSlide" Target="../notesSlides/notesSlide54.xml" Id="R6541b4a9376044a9"/></Relationships>
</file>

<file path=ppt/slides/_rels/slide55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3505594d8c9149af"/><Relationship Type="http://schemas.openxmlformats.org/officeDocument/2006/relationships/chart" Target="charts/s04-chart1.xml" Id="R278404b0b8b845fa"/><Relationship Type="http://schemas.openxmlformats.org/officeDocument/2006/relationships/notesSlide" Target="../notesSlides/notesSlide55.xml" Id="R93e3c83be53e4f83"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55ec3b09a4149ca"/><Relationship Type="http://schemas.openxmlformats.org/officeDocument/2006/relationships/notesSlide" Target="../notesSlides/notesSlide56.xml" Id="Rd8f25137eee84f5e"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124dfc49ec5f44f9"/><Relationship Type="http://schemas.openxmlformats.org/officeDocument/2006/relationships/notesSlide" Target="../notesSlides/notesSlide57.xml" Id="Rd6ef78d4bce545d8"/></Relationships>
</file>

<file path=ppt/slides/_rels/slide58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a88869bcb81240e7"/><Relationship Type="http://schemas.openxmlformats.org/officeDocument/2006/relationships/notesSlide" Target="../notesSlides/notesSlide58.xml" Id="R72b2482b9d904c42"/></Relationships>
</file>

<file path=ppt/slides/_rels/slide59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68de9897da3424c"/><Relationship Type="http://schemas.openxmlformats.org/officeDocument/2006/relationships/notesSlide" Target="../notesSlides/notesSlide59.xml" Id="R996e0754ad7441d5"/></Relationships>
</file>

<file path=ppt/slides/_rels/slide60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32d297ef40a74b05"/><Relationship Type="http://schemas.openxmlformats.org/officeDocument/2006/relationships/notesSlide" Target="../notesSlides/notesSlide60.xml" Id="R36b0c9e1ab304c2a"/></Relationships>
</file>

<file path=ppt/slides/_rels/slide61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8e0544cbf71040f3"/><Relationship Type="http://schemas.openxmlformats.org/officeDocument/2006/relationships/notesSlide" Target="../notesSlides/notesSlide61.xml" Id="R32aec3fd70b94cb8"/></Relationships>
</file>

<file path=ppt/slides/_rels/slide62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7d0ae468c8f64303"/><Relationship Type="http://schemas.openxmlformats.org/officeDocument/2006/relationships/image" Target="../media/s04-image.png" Id="Rf7b872a0d1624b87"/><Relationship Type="http://schemas.openxmlformats.org/officeDocument/2006/relationships/notesSlide" Target="../notesSlides/notesSlide62.xml" Id="Rb8554809ea0e4fd7"/></Relationships>
</file>

<file path=ppt/slides/_rels/slide63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184352d5519c431b"/><Relationship Type="http://schemas.openxmlformats.org/officeDocument/2006/relationships/notesSlide" Target="../notesSlides/notesSlide63.xml" Id="R6c383cecb968473d"/></Relationships>
</file>

<file path=ppt/slides/_rels/slide64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b1c6872db2434663"/><Relationship Type="http://schemas.openxmlformats.org/officeDocument/2006/relationships/notesSlide" Target="../notesSlides/notesSlide64.xml" Id="R4843a9c1a86e4912"/></Relationships>
</file>

<file path=ppt/slides/_rels/slide65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adbffebaf26f447d"/><Relationship Type="http://schemas.openxmlformats.org/officeDocument/2006/relationships/notesSlide" Target="../notesSlides/notesSlide65.xml" Id="Rfb5539c0777b4538"/></Relationships>
</file>

<file path=ppt/slides/_rels/slide66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b937a84f732f420a"/><Relationship Type="http://schemas.openxmlformats.org/officeDocument/2006/relationships/notesSlide" Target="../notesSlides/notesSlide66.xml" Id="Rc1a58e3821aa4749"/></Relationships>
</file>

<file path=ppt/slides/_rels/slide6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4598452841e84d79"/><Relationship Type="http://schemas.openxmlformats.org/officeDocument/2006/relationships/notesSlide" Target="../notesSlides/notesSlide67.xml" Id="R0acf3fa50c644470"/></Relationships>
</file>

<file path=ppt/slides/_rels/slide6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693e6d9f3d2d4cbf"/><Relationship Type="http://schemas.openxmlformats.org/officeDocument/2006/relationships/notesSlide" Target="../notesSlides/notesSlide68.xml" Id="R5afd6952731f4b4e"/></Relationships>
</file>

<file path=ppt/slides/_rels/slide6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47c80b40ff64af9"/><Relationship Type="http://schemas.openxmlformats.org/officeDocument/2006/relationships/notesSlide" Target="../notesSlides/notesSlide69.xml" Id="R95f84c4a76b24e61"/></Relationships>
</file>

<file path=ppt/slides/_rels/slide7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f9790c0da6e424b"/><Relationship Type="http://schemas.openxmlformats.org/officeDocument/2006/relationships/notesSlide" Target="../notesSlides/notesSlide70.xml" Id="R21544f0791dc418d"/></Relationships>
</file>

<file path=ppt/slides/_rels/slide71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cce2dcbbf1f4970"/><Relationship Type="http://schemas.openxmlformats.org/officeDocument/2006/relationships/image" Target="../media/s05-image.png" Id="R1381e9a0928a4465"/><Relationship Type="http://schemas.openxmlformats.org/officeDocument/2006/relationships/notesSlide" Target="../notesSlides/notesSlide71.xml" Id="R9894f1f82a814c8f"/></Relationships>
</file>

<file path=ppt/slides/_rels/slide72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95a14e8494294d9a"/><Relationship Type="http://schemas.openxmlformats.org/officeDocument/2006/relationships/notesSlide" Target="../notesSlides/notesSlide72.xml" Id="R8328f3011fc74f47"/></Relationships>
</file>

<file path=ppt/slides/_rels/slide73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d32b38465684899"/><Relationship Type="http://schemas.openxmlformats.org/officeDocument/2006/relationships/notesSlide" Target="../notesSlides/notesSlide73.xml" Id="R51e89d5946194b16"/></Relationships>
</file>

<file path=ppt/slides/_rels/slide74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6641c8ba6fc433b"/><Relationship Type="http://schemas.openxmlformats.org/officeDocument/2006/relationships/notesSlide" Target="../notesSlides/notesSlide74.xml" Id="R89950db7d07a4ff5"/></Relationships>
</file>

<file path=ppt/slides/_rels/slide75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a37eae25997449c"/><Relationship Type="http://schemas.openxmlformats.org/officeDocument/2006/relationships/image" Target="../media/s05-image2.png" Id="Rdcfbd6a31ec14e43"/><Relationship Type="http://schemas.openxmlformats.org/officeDocument/2006/relationships/notesSlide" Target="../notesSlides/notesSlide75.xml" Id="R34eedc1ee7d34ede"/></Relationships>
</file>

<file path=ppt/slides/_rels/slide76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7ec50ad6ef346f2"/><Relationship Type="http://schemas.openxmlformats.org/officeDocument/2006/relationships/notesSlide" Target="../notesSlides/notesSlide76.xml" Id="R970169d66f734bfb"/></Relationships>
</file>

<file path=ppt/slides/_rels/slide7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0c2c121cc44d486b"/><Relationship Type="http://schemas.openxmlformats.org/officeDocument/2006/relationships/notesSlide" Target="../notesSlides/notesSlide77.xml" Id="R918ed379c30f4426"/></Relationships>
</file>

<file path=ppt/slides/_rels/slide7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d5bf8be733e431a"/><Relationship Type="http://schemas.openxmlformats.org/officeDocument/2006/relationships/notesSlide" Target="../notesSlides/notesSlide78.xml" Id="R88e27171c4e642bf"/></Relationships>
</file>

<file path=ppt/slides/_rels/slide7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42777385c0394c2f"/><Relationship Type="http://schemas.openxmlformats.org/officeDocument/2006/relationships/notesSlide" Target="../notesSlides/notesSlide79.xml" Id="R8cf6ab9588774c7d"/></Relationships>
</file>

<file path=ppt/slides/_rels/slide8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e19df94d044c43d8"/><Relationship Type="http://schemas.openxmlformats.org/officeDocument/2006/relationships/notesSlide" Target="../notesSlides/notesSlide80.xml" Id="R147b0d4e5e1544c3"/></Relationships>
</file>

<file path=ppt/slides/_rels/slide81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9d9d625cda254b67"/><Relationship Type="http://schemas.openxmlformats.org/officeDocument/2006/relationships/notesSlide" Target="../notesSlides/notesSlide81.xml" Id="R1c431ffedc744778"/></Relationships>
</file>

<file path=ppt/slides/_rels/slide82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5459727a821947d8"/><Relationship Type="http://schemas.openxmlformats.org/officeDocument/2006/relationships/notesSlide" Target="../notesSlides/notesSlide82.xml" Id="Re9360593e39a4c38"/></Relationships>
</file>

<file path=ppt/slides/_rels/slide83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a4f92cbb6ce44d67"/><Relationship Type="http://schemas.openxmlformats.org/officeDocument/2006/relationships/notesSlide" Target="../notesSlides/notesSlide83.xml" Id="R32029608367b4d9a"/></Relationships>
</file>

<file path=ppt/slides/_rels/slide84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dd05b8ec0e64c10"/><Relationship Type="http://schemas.openxmlformats.org/officeDocument/2006/relationships/chart" Target="charts/s05-chart1.xml" Id="Rf35c121ebbfb4321"/><Relationship Type="http://schemas.openxmlformats.org/officeDocument/2006/relationships/notesSlide" Target="../notesSlides/notesSlide84.xml" Id="Rd8567d41ec344d71"/></Relationships>
</file>

<file path=ppt/slides/_rels/slide85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a3a1762a34cd4f11"/><Relationship Type="http://schemas.openxmlformats.org/officeDocument/2006/relationships/notesSlide" Target="../notesSlides/notesSlide85.xml" Id="Ra40c2cc175904035"/></Relationships>
</file>

<file path=ppt/slides/_rels/slide86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0ba2ecf9a4dc4d92"/><Relationship Type="http://schemas.openxmlformats.org/officeDocument/2006/relationships/notesSlide" Target="../notesSlides/notesSlide86.xml" Id="R0f653af123e34854"/></Relationships>
</file>

<file path=ppt/slides/_rels/slide8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0f34fe370b94e83"/><Relationship Type="http://schemas.openxmlformats.org/officeDocument/2006/relationships/notesSlide" Target="../notesSlides/notesSlide87.xml" Id="R7bda16d8f2664a89"/></Relationships>
</file>

<file path=ppt/slides/_rels/slide8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218ee14850214683"/><Relationship Type="http://schemas.openxmlformats.org/officeDocument/2006/relationships/notesSlide" Target="../notesSlides/notesSlide88.xml" Id="R6556d141c6504a14"/></Relationships>
</file>

<file path=ppt/slides/_rels/slide8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1ab3fcedf89245df"/><Relationship Type="http://schemas.openxmlformats.org/officeDocument/2006/relationships/notesSlide" Target="../notesSlides/notesSlide89.xml" Id="R3b43f04aaf4145c4"/></Relationships>
</file>

<file path=ppt/slides/_rels/slide9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37b39a0965e41e8"/><Relationship Type="http://schemas.openxmlformats.org/officeDocument/2006/relationships/notesSlide" Target="../notesSlides/notesSlide90.xml" Id="Rb61e77776e6f46aa"/></Relationships>
</file>

<file path=ppt/slides/_rels/slide91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12f528dc85ea4a4c"/><Relationship Type="http://schemas.openxmlformats.org/officeDocument/2006/relationships/notesSlide" Target="../notesSlides/notesSlide91.xml" Id="Reb6da6e657224617"/></Relationships>
</file>

<file path=ppt/slides/_rels/slide92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2e7ff2bb7fe34684"/><Relationship Type="http://schemas.openxmlformats.org/officeDocument/2006/relationships/notesSlide" Target="../notesSlides/notesSlide92.xml" Id="R9900cc3706de442c"/></Relationships>
</file>

<file path=ppt/slides/_rels/slide93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f2ba6eff92094fb8"/><Relationship Type="http://schemas.openxmlformats.org/officeDocument/2006/relationships/notesSlide" Target="../notesSlides/notesSlide93.xml" Id="R6839dcaa86ce47fa"/></Relationships>
</file>

<file path=ppt/slides/_rels/slide94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8a668b17e3814057"/><Relationship Type="http://schemas.openxmlformats.org/officeDocument/2006/relationships/notesSlide" Target="../notesSlides/notesSlide94.xml" Id="R19cbef1d3185483d"/></Relationships>
</file>

<file path=ppt/slides/_rels/slide95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8d12d0b9ff746de"/><Relationship Type="http://schemas.openxmlformats.org/officeDocument/2006/relationships/notesSlide" Target="../notesSlides/notesSlide95.xml" Id="R7baaf7d2289a494c"/></Relationships>
</file>

<file path=ppt/slides/_rels/slide96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44ff25663ec4d40"/><Relationship Type="http://schemas.openxmlformats.org/officeDocument/2006/relationships/notesSlide" Target="../notesSlides/notesSlide96.xml" Id="Rc0c2069fd6f9480d"/></Relationships>
</file>

<file path=ppt/slides/_rels/slide97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cbf2dc05adb541a7"/><Relationship Type="http://schemas.openxmlformats.org/officeDocument/2006/relationships/notesSlide" Target="../notesSlides/notesSlide97.xml" Id="R3de5c993b3b342d5"/></Relationships>
</file>

<file path=ppt/slides/_rels/slide98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0a445d2b48c143f1"/><Relationship Type="http://schemas.openxmlformats.org/officeDocument/2006/relationships/notesSlide" Target="../notesSlides/notesSlide98.xml" Id="Rb822efdd3c2b449f"/></Relationships>
</file>

<file path=ppt/slides/_rels/slide99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75e795d9cef5448e"/><Relationship Type="http://schemas.openxmlformats.org/officeDocument/2006/relationships/notesSlide" Target="../notesSlides/notesSlide99.xml" Id="R30fc51642f964543"/></Relationships>
</file>

<file path=ppt/slides/_rels/slide100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a1681487aef4a08"/><Relationship Type="http://schemas.openxmlformats.org/officeDocument/2006/relationships/chart" Target="charts/s06-chart1.xml" Id="R967e9199fa6b4071"/><Relationship Type="http://schemas.openxmlformats.org/officeDocument/2006/relationships/notesSlide" Target="../notesSlides/notesSlide100.xml" Id="R9b0a61daf5504470"/></Relationships>
</file>

<file path=ppt/slides/_rels/slide101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cbb939b271b445f"/><Relationship Type="http://schemas.openxmlformats.org/officeDocument/2006/relationships/chart" Target="charts/s06-chart2.xml" Id="R7dc2c687cf2045a6"/><Relationship Type="http://schemas.openxmlformats.org/officeDocument/2006/relationships/notesSlide" Target="../notesSlides/notesSlide101.xml" Id="Rf2819c2099594210"/></Relationships>
</file>

<file path=ppt/slides/_rels/slide102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13631c52abb0422e"/><Relationship Type="http://schemas.openxmlformats.org/officeDocument/2006/relationships/notesSlide" Target="../notesSlides/notesSlide102.xml" Id="Re9e2503c069d4cf6"/></Relationships>
</file>

<file path=ppt/slides/_rels/slide103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58b8fcf55f646fe"/><Relationship Type="http://schemas.openxmlformats.org/officeDocument/2006/relationships/notesSlide" Target="../notesSlides/notesSlide103.xml" Id="R23ddab600c374104"/></Relationships>
</file>

<file path=ppt/slides/_rels/slide104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a1864ac4d0b4231"/><Relationship Type="http://schemas.openxmlformats.org/officeDocument/2006/relationships/notesSlide" Target="../notesSlides/notesSlide104.xml" Id="R5efd1198f4334118"/></Relationships>
</file>

<file path=ppt/slides/_rels/slide105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d0e2a0c8bed042df"/><Relationship Type="http://schemas.openxmlformats.org/officeDocument/2006/relationships/notesSlide" Target="../notesSlides/notesSlide105.xml" Id="R3cba79d426354fd3"/></Relationships>
</file>

<file path=ppt/slides/_rels/slide106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260e89bc43c74aae"/><Relationship Type="http://schemas.openxmlformats.org/officeDocument/2006/relationships/notesSlide" Target="../notesSlides/notesSlide106.xml" Id="R175ee54e64324d13"/></Relationships>
</file>

<file path=ppt/slides/_rels/slide10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324e706dc8442c8"/><Relationship Type="http://schemas.openxmlformats.org/officeDocument/2006/relationships/notesSlide" Target="../notesSlides/notesSlide107.xml" Id="R394873b7d8544330"/></Relationships>
</file>

<file path=ppt/slides/_rels/slide10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0e86e78e0df240d0"/><Relationship Type="http://schemas.openxmlformats.org/officeDocument/2006/relationships/notesSlide" Target="../notesSlides/notesSlide108.xml" Id="R906bce56a2b34ed1"/></Relationships>
</file>

<file path=ppt/slides/_rels/slide109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e2dde8aed2fb409c"/><Relationship Type="http://schemas.openxmlformats.org/officeDocument/2006/relationships/notesSlide" Target="../notesSlides/notesSlide109.xml" Id="R079c2cc5a30c4a85"/></Relationships>
</file>

<file path=ppt/slides/_rels/slide110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2203317c45f7493e"/><Relationship Type="http://schemas.openxmlformats.org/officeDocument/2006/relationships/notesSlide" Target="../notesSlides/notesSlide110.xml" Id="R691b4458de9a4946"/></Relationships>
</file>

<file path=ppt/slides/_rels/slide111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fbb2af4d218b473e"/><Relationship Type="http://schemas.openxmlformats.org/officeDocument/2006/relationships/chart" Target="charts/s07-chart1.xml" Id="Raae9e80845d44329"/><Relationship Type="http://schemas.openxmlformats.org/officeDocument/2006/relationships/notesSlide" Target="../notesSlides/notesSlide111.xml" Id="R89dce2cd22714d02"/></Relationships>
</file>

<file path=ppt/slides/_rels/slide112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1433e0efe1a4288"/><Relationship Type="http://schemas.openxmlformats.org/officeDocument/2006/relationships/notesSlide" Target="../notesSlides/notesSlide112.xml" Id="R996d660065714c15"/></Relationships>
</file>

<file path=ppt/slides/_rels/slide113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22321808c3b4dc5"/><Relationship Type="http://schemas.openxmlformats.org/officeDocument/2006/relationships/notesSlide" Target="../notesSlides/notesSlide113.xml" Id="Rb458023617904073"/></Relationships>
</file>

<file path=ppt/slides/_rels/slide114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0f65a081b63e46bc"/><Relationship Type="http://schemas.openxmlformats.org/officeDocument/2006/relationships/chart" Target="charts/s07-chart2.xml" Id="Re0502de7b1704ce0"/><Relationship Type="http://schemas.openxmlformats.org/officeDocument/2006/relationships/notesSlide" Target="../notesSlides/notesSlide114.xml" Id="Re47386fe3b054030"/></Relationships>
</file>

<file path=ppt/slides/_rels/slide115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e992e21fbb247db"/><Relationship Type="http://schemas.openxmlformats.org/officeDocument/2006/relationships/notesSlide" Target="../notesSlides/notesSlide115.xml" Id="R78748d3b7156428d"/></Relationships>
</file>

<file path=ppt/slides/_rels/slide116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dcf510db52241e8"/><Relationship Type="http://schemas.openxmlformats.org/officeDocument/2006/relationships/notesSlide" Target="../notesSlides/notesSlide116.xml" Id="Re3a73276ab6e45b6"/></Relationships>
</file>

<file path=ppt/slides/_rels/slide11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52390e551dff4a62"/><Relationship Type="http://schemas.openxmlformats.org/officeDocument/2006/relationships/notesSlide" Target="../notesSlides/notesSlide117.xml" Id="R77706bc729684797"/></Relationships>
</file>

<file path=ppt/slides/_rels/slide11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2ea3e5096234bc8"/><Relationship Type="http://schemas.openxmlformats.org/officeDocument/2006/relationships/notesSlide" Target="../notesSlides/notesSlide118.xml" Id="Rae7a5d51d7944c2a"/></Relationships>
</file>

<file path=ppt/slides/_rels/slide119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65b2636f52744bad"/><Relationship Type="http://schemas.openxmlformats.org/officeDocument/2006/relationships/notesSlide" Target="../notesSlides/notesSlide119.xml" Id="Rcc8ec352ba27498a"/></Relationships>
</file>

<file path=ppt/slides/_rels/slide120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6c51ae38fac4fc2"/><Relationship Type="http://schemas.openxmlformats.org/officeDocument/2006/relationships/chart" Target="charts/s07-chart3.xml" Id="R51aca35aec34496b"/><Relationship Type="http://schemas.openxmlformats.org/officeDocument/2006/relationships/notesSlide" Target="../notesSlides/notesSlide120.xml" Id="R31b7998758d645d6"/></Relationships>
</file>

<file path=ppt/slides/_rels/slide121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01cc43903b142c7"/><Relationship Type="http://schemas.openxmlformats.org/officeDocument/2006/relationships/notesSlide" Target="../notesSlides/notesSlide121.xml" Id="R0869252612ba4c87"/></Relationships>
</file>

<file path=ppt/slides/_rels/slide122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a657f878c2e94cfe"/><Relationship Type="http://schemas.openxmlformats.org/officeDocument/2006/relationships/notesSlide" Target="../notesSlides/notesSlide122.xml" Id="R3a277bcfec8a4287"/></Relationships>
</file>

<file path=ppt/slides/_rels/slide123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4ee775ec8494b00"/><Relationship Type="http://schemas.openxmlformats.org/officeDocument/2006/relationships/chart" Target="charts/s07-chart4.xml" Id="Rc793077fe8a743ae"/><Relationship Type="http://schemas.openxmlformats.org/officeDocument/2006/relationships/notesSlide" Target="../notesSlides/notesSlide123.xml" Id="Rb9aa6db056674f93"/></Relationships>
</file>

<file path=ppt/slides/_rels/slide124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d92bd5c793f4dfa"/><Relationship Type="http://schemas.openxmlformats.org/officeDocument/2006/relationships/chart" Target="charts/s07-chart5.xml" Id="R3064a4935a9e43c3"/><Relationship Type="http://schemas.openxmlformats.org/officeDocument/2006/relationships/notesSlide" Target="../notesSlides/notesSlide124.xml" Id="Rb82cb26be8064210"/></Relationships>
</file>

<file path=ppt/slides/_rels/slide125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553d3efcf1b4c11"/><Relationship Type="http://schemas.openxmlformats.org/officeDocument/2006/relationships/chart" Target="charts/s07-chart6.xml" Id="Rae0bef7aa784420e"/><Relationship Type="http://schemas.openxmlformats.org/officeDocument/2006/relationships/notesSlide" Target="../notesSlides/notesSlide125.xml" Id="R7de7f64cf4284479"/></Relationships>
</file>

<file path=ppt/slides/_rels/slide126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5fd936f704f460c"/><Relationship Type="http://schemas.openxmlformats.org/officeDocument/2006/relationships/notesSlide" Target="../notesSlides/notesSlide126.xml" Id="Rdf463fb882fb4fd6"/></Relationships>
</file>

<file path=ppt/slides/_rels/slide12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48547141eb43495a"/><Relationship Type="http://schemas.openxmlformats.org/officeDocument/2006/relationships/notesSlide" Target="../notesSlides/notesSlide127.xml" Id="Re8eecbc1e5214996"/></Relationships>
</file>

<file path=ppt/slides/_rels/slide12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1086382867de450e"/><Relationship Type="http://schemas.openxmlformats.org/officeDocument/2006/relationships/notesSlide" Target="../notesSlides/notesSlide128.xml" Id="R21a42e3c9d7542ff"/></Relationships>
</file>

<file path=ppt/slides/_rels/slide129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8c4fa53213b24f9a"/><Relationship Type="http://schemas.openxmlformats.org/officeDocument/2006/relationships/notesSlide" Target="../notesSlides/notesSlide129.xml" Id="R9c8bf5fda515469d"/></Relationships>
</file>

<file path=ppt/slides/_rels/slide130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733eec0f531f4ac4"/><Relationship Type="http://schemas.openxmlformats.org/officeDocument/2006/relationships/notesSlide" Target="../notesSlides/notesSlide130.xml" Id="R5fe1088763444fdf"/></Relationships>
</file>

<file path=ppt/slides/_rels/slide131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2cee1cc0fcca4a73"/><Relationship Type="http://schemas.openxmlformats.org/officeDocument/2006/relationships/chart" Target="charts/s08-chart1.xml" Id="Rd2bc957e032f4c83"/><Relationship Type="http://schemas.openxmlformats.org/officeDocument/2006/relationships/chart" Target="charts/s08-chart2.xml" Id="Rc825237fb1a94715"/><Relationship Type="http://schemas.openxmlformats.org/officeDocument/2006/relationships/notesSlide" Target="../notesSlides/notesSlide131.xml" Id="R254110772e8f48a9"/></Relationships>
</file>

<file path=ppt/slides/_rels/slide132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9f5ebf42650946b4"/><Relationship Type="http://schemas.openxmlformats.org/officeDocument/2006/relationships/chart" Target="charts/s08-chart3.xml" Id="R3d1445c784b64034"/><Relationship Type="http://schemas.openxmlformats.org/officeDocument/2006/relationships/chart" Target="charts/s08-chart4.xml" Id="R83f0b5d683974472"/><Relationship Type="http://schemas.openxmlformats.org/officeDocument/2006/relationships/notesSlide" Target="../notesSlides/notesSlide132.xml" Id="Rd284419b112941f8"/></Relationships>
</file>

<file path=ppt/slides/_rels/slide133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3ba0b1cc9eed4a3d"/><Relationship Type="http://schemas.openxmlformats.org/officeDocument/2006/relationships/notesSlide" Target="../notesSlides/notesSlide133.xml" Id="R2ecd23f86d13456a"/></Relationships>
</file>

<file path=ppt/slides/_rels/slide134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8354faaa2e14c63"/><Relationship Type="http://schemas.openxmlformats.org/officeDocument/2006/relationships/chart" Target="charts/s08-chart5.xml" Id="R538223208a944fe7"/><Relationship Type="http://schemas.openxmlformats.org/officeDocument/2006/relationships/notesSlide" Target="../notesSlides/notesSlide134.xml" Id="Rc469fd8e33e14d1f"/></Relationships>
</file>

<file path=ppt/slides/_rels/slide135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605bb8cb6eb049dc"/><Relationship Type="http://schemas.openxmlformats.org/officeDocument/2006/relationships/notesSlide" Target="../notesSlides/notesSlide135.xml" Id="R16be1bfba16246fe"/></Relationships>
</file>

<file path=ppt/slides/_rels/slide136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51b4588fa155437e"/><Relationship Type="http://schemas.openxmlformats.org/officeDocument/2006/relationships/chart" Target="charts/s08-chart6.xml" Id="R0af81bca8b6a4afa"/><Relationship Type="http://schemas.openxmlformats.org/officeDocument/2006/relationships/chart" Target="charts/s08-chart7.xml" Id="Rd77fe55352584877"/><Relationship Type="http://schemas.openxmlformats.org/officeDocument/2006/relationships/notesSlide" Target="../notesSlides/notesSlide136.xml" Id="Rb34da99aaec143c0"/></Relationships>
</file>

<file path=ppt/slides/_rels/slide137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0139d63b4b34664"/><Relationship Type="http://schemas.openxmlformats.org/officeDocument/2006/relationships/notesSlide" Target="../notesSlides/notesSlide137.xml" Id="R72cfd3e673ea4111"/></Relationships>
</file>

<file path=ppt/slides/_rels/slide138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a1ba727b1204dea"/><Relationship Type="http://schemas.openxmlformats.org/officeDocument/2006/relationships/notesSlide" Target="../notesSlides/notesSlide138.xml" Id="R2e120ba754244358"/></Relationships>
</file>

<file path=ppt/slides/_rels/slide139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65a1868f14b94791"/><Relationship Type="http://schemas.openxmlformats.org/officeDocument/2006/relationships/notesSlide" Target="../notesSlides/notesSlide139.xml" Id="Rba5c6b35ee1c472e"/></Relationships>
</file>

<file path=ppt/slides/_rels/slide140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bdfde6616d914d97"/><Relationship Type="http://schemas.openxmlformats.org/officeDocument/2006/relationships/notesSlide" Target="../notesSlides/notesSlide140.xml" Id="Re01cbdbe895d4a17"/></Relationships>
</file>

<file path=ppt/slides/_rels/slide141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8e8164db8c8b4462"/><Relationship Type="http://schemas.openxmlformats.org/officeDocument/2006/relationships/notesSlide" Target="../notesSlides/notesSlide141.xml" Id="R3b0413abfac54f76"/></Relationships>
</file>

<file path=ppt/slides/_rels/slide142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bec9ee31b60442e"/><Relationship Type="http://schemas.openxmlformats.org/officeDocument/2006/relationships/notesSlide" Target="../notesSlides/notesSlide142.xml" Id="Rc19e939c96b14057"/></Relationships>
</file>

<file path=ppt/slides/_rels/slide143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885411949054e6f"/><Relationship Type="http://schemas.openxmlformats.org/officeDocument/2006/relationships/notesSlide" Target="../notesSlides/notesSlide143.xml" Id="R2cdda721c3a942e5"/></Relationships>
</file>

<file path=ppt/slides/_rels/slide144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5eac08b2a8514db0"/><Relationship Type="http://schemas.openxmlformats.org/officeDocument/2006/relationships/notesSlide" Target="../notesSlides/notesSlide144.xml" Id="Re7a01f75ca8e4c65"/></Relationships>
</file>

<file path=ppt/slides/_rels/slide14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0e0d28130874deb"/><Relationship Type="http://schemas.openxmlformats.org/officeDocument/2006/relationships/notesSlide" Target="../notesSlides/notesSlide145.xml" Id="Rb80cfd551a394cb7"/></Relationships>
</file>

<file path=ppt/slides/_rels/slide14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8c94d66265f14779"/><Relationship Type="http://schemas.openxmlformats.org/officeDocument/2006/relationships/notesSlide" Target="../notesSlides/notesSlide146.xml" Id="R8625deb960e24583"/></Relationships>
</file>

<file path=ppt/slides/_rels/slide147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0e737c6553794926"/><Relationship Type="http://schemas.openxmlformats.org/officeDocument/2006/relationships/notesSlide" Target="../notesSlides/notesSlide147.xml" Id="R8890a1f7c2dd4015"/></Relationships>
</file>

<file path=ppt/slides/_rels/slide148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af6d4c8ddba448aa"/><Relationship Type="http://schemas.openxmlformats.org/officeDocument/2006/relationships/notesSlide" Target="../notesSlides/notesSlide148.xml" Id="R7118319f1bed404d"/></Relationships>
</file>

<file path=ppt/slides/_rels/slide149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918bf3a1d7064d77"/><Relationship Type="http://schemas.openxmlformats.org/officeDocument/2006/relationships/chart" Target="charts/s09-chart1.xml" Id="R1a52b39409ca4544"/><Relationship Type="http://schemas.openxmlformats.org/officeDocument/2006/relationships/notesSlide" Target="../notesSlides/notesSlide149.xml" Id="R12d35a29d6ad44a0"/></Relationships>
</file>

<file path=ppt/slides/_rels/slide150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79e7d1789a414f7b"/><Relationship Type="http://schemas.openxmlformats.org/officeDocument/2006/relationships/notesSlide" Target="../notesSlides/notesSlide150.xml" Id="Rb354b59b595f4e7e"/></Relationships>
</file>

<file path=ppt/slides/_rels/slide151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bc00ffc07eb544c7"/><Relationship Type="http://schemas.openxmlformats.org/officeDocument/2006/relationships/notesSlide" Target="../notesSlides/notesSlide151.xml" Id="R90a656bb35c649ae"/></Relationships>
</file>

<file path=ppt/slides/_rels/slide152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c028bff961ee46c4"/><Relationship Type="http://schemas.openxmlformats.org/officeDocument/2006/relationships/chart" Target="charts/s09-chart2.xml" Id="R8b79732d7fc7476f"/><Relationship Type="http://schemas.openxmlformats.org/officeDocument/2006/relationships/notesSlide" Target="../notesSlides/notesSlide152.xml" Id="Rb37bc12c24ef4b50"/></Relationships>
</file>

<file path=ppt/slides/_rels/slide153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9eec4ce6f9044e67"/><Relationship Type="http://schemas.openxmlformats.org/officeDocument/2006/relationships/notesSlide" Target="../notesSlides/notesSlide153.xml" Id="R3bff0bfc84a6417a"/></Relationships>
</file>

<file path=ppt/slides/_rels/slide154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3f9e4a588e2740a7"/><Relationship Type="http://schemas.openxmlformats.org/officeDocument/2006/relationships/notesSlide" Target="../notesSlides/notesSlide154.xml" Id="Ra9c67f909fe5419c"/></Relationships>
</file>

<file path=ppt/slides/_rels/slide15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668e656f91a34e36"/><Relationship Type="http://schemas.openxmlformats.org/officeDocument/2006/relationships/notesSlide" Target="../notesSlides/notesSlide155.xml" Id="Rdd540eae97614198"/></Relationships>
</file>

<file path=ppt/slides/_rels/slide15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4324f919046d4b42"/><Relationship Type="http://schemas.openxmlformats.org/officeDocument/2006/relationships/notesSlide" Target="../notesSlides/notesSlide156.xml" Id="Rbb4f57fbd716470c"/></Relationships>
</file>

<file path=ppt/slides/_rels/slide157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e05e3087eba4c72"/><Relationship Type="http://schemas.openxmlformats.org/officeDocument/2006/relationships/notesSlide" Target="../notesSlides/notesSlide157.xml" Id="R4be8cae4c53c4f26"/></Relationships>
</file>

<file path=ppt/slides/_rels/slide158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71a3db4dda14c07"/><Relationship Type="http://schemas.openxmlformats.org/officeDocument/2006/relationships/notesSlide" Target="../notesSlides/notesSlide158.xml" Id="R0da319627f0a4512"/></Relationships>
</file>

<file path=ppt/slides/_rels/slide159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48141e0d30e3418c"/><Relationship Type="http://schemas.openxmlformats.org/officeDocument/2006/relationships/notesSlide" Target="../notesSlides/notesSlide159.xml" Id="Raab6fb2e2e8c4abc"/></Relationships>
</file>

<file path=ppt/slides/_rels/slide160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642704ee46c4daf"/><Relationship Type="http://schemas.openxmlformats.org/officeDocument/2006/relationships/notesSlide" Target="../notesSlides/notesSlide160.xml" Id="Ra5fbe600541443bc"/></Relationships>
</file>

<file path=ppt/slides/_rels/slide161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e28d8dd71d14893"/><Relationship Type="http://schemas.openxmlformats.org/officeDocument/2006/relationships/notesSlide" Target="../notesSlides/notesSlide161.xml" Id="Rc231b33cd8394203"/></Relationships>
</file>

<file path=ppt/slides/_rels/slide162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7adad26a901a483c"/><Relationship Type="http://schemas.openxmlformats.org/officeDocument/2006/relationships/notesSlide" Target="../notesSlides/notesSlide162.xml" Id="R0018775cf8c841f3"/></Relationships>
</file>

<file path=ppt/slides/_rels/slide163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a09f47916c104ba2"/><Relationship Type="http://schemas.openxmlformats.org/officeDocument/2006/relationships/notesSlide" Target="../notesSlides/notesSlide163.xml" Id="Rb342fa1c55ed450d"/></Relationships>
</file>

<file path=ppt/slides/_rels/slide164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beabad99c6c45d9"/><Relationship Type="http://schemas.openxmlformats.org/officeDocument/2006/relationships/notesSlide" Target="../notesSlides/notesSlide164.xml" Id="R838ca8d52f3047de"/></Relationships>
</file>

<file path=ppt/slides/_rels/slide16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b6694a81acc24d19"/><Relationship Type="http://schemas.openxmlformats.org/officeDocument/2006/relationships/notesSlide" Target="../notesSlides/notesSlide165.xml" Id="Raa50e455aa684195"/></Relationships>
</file>

<file path=ppt/slides/_rels/slide16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cf02799341314ec2"/><Relationship Type="http://schemas.openxmlformats.org/officeDocument/2006/relationships/notesSlide" Target="../notesSlides/notesSlide166.xml" Id="Rfab0da796181416d"/></Relationships>
</file>

<file path=ppt/slides/_rels/slide16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10b9316e28ce4d55"/><Relationship Type="http://schemas.openxmlformats.org/officeDocument/2006/relationships/notesSlide" Target="../notesSlides/notesSlide167.xml" Id="R916a16f0b1ab4216"/></Relationships>
</file>

<file path=ppt/slides/_rels/slide16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9e750616317f438a"/><Relationship Type="http://schemas.openxmlformats.org/officeDocument/2006/relationships/notesSlide" Target="../notesSlides/notesSlide168.xml" Id="Ra049d97bb19b4e5c"/></Relationships>
</file>

<file path=ppt/slides/_rels/slide16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d6c577d112943d2"/><Relationship Type="http://schemas.openxmlformats.org/officeDocument/2006/relationships/notesSlide" Target="../notesSlides/notesSlide169.xml" Id="Rbe65240643924e52"/></Relationships>
</file>

<file path=ppt/slides/_rels/slide17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d3301cac8ee4aa2"/><Relationship Type="http://schemas.openxmlformats.org/officeDocument/2006/relationships/notesSlide" Target="../notesSlides/notesSlide170.xml" Id="R81e668c57dd74b7d"/></Relationships>
</file>

<file path=ppt/slides/_rels/slide17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578d7b15de64b39"/><Relationship Type="http://schemas.openxmlformats.org/officeDocument/2006/relationships/notesSlide" Target="../notesSlides/notesSlide171.xml" Id="R5bf3b959b4304c0f"/></Relationships>
</file>

<file path=ppt/slides/_rels/slide17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3bac2de411649b8"/><Relationship Type="http://schemas.openxmlformats.org/officeDocument/2006/relationships/notesSlide" Target="../notesSlides/notesSlide172.xml" Id="Rdac2f85a33594627"/></Relationships>
</file>

<file path=ppt/slides/_rels/slide173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73a0c10cc2ab409e"/><Relationship Type="http://schemas.openxmlformats.org/officeDocument/2006/relationships/notesSlide" Target="../notesSlides/notesSlide173.xml" Id="R427404ca57274caf"/></Relationships>
</file>

<file path=ppt/slides/_rels/slide174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7b6b76140df9409b"/><Relationship Type="http://schemas.openxmlformats.org/officeDocument/2006/relationships/notesSlide" Target="../notesSlides/notesSlide174.xml" Id="Rd54e3b5350a54d61"/></Relationships>
</file>

<file path=ppt/slides/_rels/slide175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78f1ea3458ed4632"/><Relationship Type="http://schemas.openxmlformats.org/officeDocument/2006/relationships/notesSlide" Target="../notesSlides/notesSlide175.xml" Id="R79e85fcdd92843c2"/></Relationships>
</file>

<file path=ppt/slides/_rels/slide176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93230732b15446f"/><Relationship Type="http://schemas.openxmlformats.org/officeDocument/2006/relationships/notesSlide" Target="../notesSlides/notesSlide176.xml" Id="R019d8ccee79d44b9"/></Relationships>
</file>

<file path=ppt/slides/_rels/slide17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a39920b0d32e4aa3"/><Relationship Type="http://schemas.openxmlformats.org/officeDocument/2006/relationships/notesSlide" Target="../notesSlides/notesSlide177.xml" Id="R34bdc8c4337441cc"/></Relationships>
</file>

<file path=ppt/slides/_rels/slide17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98085def72a448ff"/><Relationship Type="http://schemas.openxmlformats.org/officeDocument/2006/relationships/notesSlide" Target="../notesSlides/notesSlide178.xml" Id="R76c3579a89c14f10"/></Relationships>
</file>

<file path=ppt/slides/_rels/slide17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c59093c1ae94c32"/><Relationship Type="http://schemas.openxmlformats.org/officeDocument/2006/relationships/notesSlide" Target="../notesSlides/notesSlide179.xml" Id="Raababdf153564123"/></Relationships>
</file>

<file path=ppt/slides/_rels/slide18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1dba400401b94621"/><Relationship Type="http://schemas.openxmlformats.org/officeDocument/2006/relationships/notesSlide" Target="../notesSlides/notesSlide180.xml" Id="R04c73c7f50f948d0"/></Relationships>
</file>

<file path=ppt/slides/_rels/slide18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c11e6d5fd264ea0"/><Relationship Type="http://schemas.openxmlformats.org/officeDocument/2006/relationships/notesSlide" Target="../notesSlides/notesSlide181.xml" Id="Ra0a23fb049d548fb"/></Relationships>
</file>

<file path=ppt/slides/_rels/slide18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73ee4edd044e47ff"/><Relationship Type="http://schemas.openxmlformats.org/officeDocument/2006/relationships/notesSlide" Target="../notesSlides/notesSlide182.xml" Id="R92b3e16cdbfb4c32"/></Relationships>
</file>

<file path=ppt/slides/_rels/slide183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035ae03305b7470d"/><Relationship Type="http://schemas.openxmlformats.org/officeDocument/2006/relationships/notesSlide" Target="../notesSlides/notesSlide183.xml" Id="R842931eff2794f22"/></Relationships>
</file>

<file path=ppt/slides/_rels/slide184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fe887b3d5164d0f"/><Relationship Type="http://schemas.openxmlformats.org/officeDocument/2006/relationships/notesSlide" Target="../notesSlides/notesSlide184.xml" Id="R702ce75646ad475a"/></Relationships>
</file>

<file path=ppt/slides/_rels/slide185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164a85f20f004700"/><Relationship Type="http://schemas.openxmlformats.org/officeDocument/2006/relationships/notesSlide" Target="../notesSlides/notesSlide185.xml" Id="Rdb14b4ff354340b9"/></Relationships>
</file>

<file path=ppt/slides/_rels/slide186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22d3201280ab4ea2"/><Relationship Type="http://schemas.openxmlformats.org/officeDocument/2006/relationships/notesSlide" Target="../notesSlides/notesSlide186.xml" Id="R3c82079733eb4186"/></Relationships>
</file>

<file path=ppt/slides/_rels/slide18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1b709327de7459e"/><Relationship Type="http://schemas.openxmlformats.org/officeDocument/2006/relationships/notesSlide" Target="../notesSlides/notesSlide187.xml" Id="R40d5204c3d614abc"/></Relationships>
</file>

<file path=ppt/slides/_rels/slide18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6677880a074458b"/><Relationship Type="http://schemas.openxmlformats.org/officeDocument/2006/relationships/notesSlide" Target="../notesSlides/notesSlide188.xml" Id="Ra7ac6aa0a2d54171"/></Relationships>
</file>

<file path=ppt/slides/_rels/slide18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08bf076989184609"/><Relationship Type="http://schemas.openxmlformats.org/officeDocument/2006/relationships/notesSlide" Target="../notesSlides/notesSlide189.xml" Id="R0f448289043a4cd8"/></Relationships>
</file>

<file path=ppt/slides/_rels/slide19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8c761581ee44a9a"/><Relationship Type="http://schemas.openxmlformats.org/officeDocument/2006/relationships/notesSlide" Target="../notesSlides/notesSlide190.xml" Id="R6134cc75da2a445b"/></Relationships>
</file>

<file path=ppt/slides/_rels/slide19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2a309c14eb24c4f"/><Relationship Type="http://schemas.openxmlformats.org/officeDocument/2006/relationships/image" Target="../media/s10-image.png" Id="Ree7f5fe83a6b46d1"/><Relationship Type="http://schemas.openxmlformats.org/officeDocument/2006/relationships/notesSlide" Target="../notesSlides/notesSlide191.xml" Id="R02df37b13dea4f71"/></Relationships>
</file>

<file path=ppt/slides/_rels/slide19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78c788e7cc045f0"/><Relationship Type="http://schemas.openxmlformats.org/officeDocument/2006/relationships/notesSlide" Target="../notesSlides/notesSlide192.xml" Id="Rb614bbaf67424e98"/></Relationships>
</file>

<file path=ppt/slides/_rels/slide193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8a19937753e04c1c"/><Relationship Type="http://schemas.openxmlformats.org/officeDocument/2006/relationships/notesSlide" Target="../notesSlides/notesSlide193.xml" Id="Raa6eb3a2e6694864"/></Relationships>
</file>

<file path=ppt/slides/_rels/slide194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3dd826bcf197470b"/><Relationship Type="http://schemas.openxmlformats.org/officeDocument/2006/relationships/notesSlide" Target="../notesSlides/notesSlide194.xml" Id="R306c5c46956d44c8"/></Relationships>
</file>

<file path=ppt/slides/_rels/slide195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9752f56c3f894c8a"/><Relationship Type="http://schemas.openxmlformats.org/officeDocument/2006/relationships/image" Target="../media/s11-image.png" Id="Re0962bb7361046ba"/><Relationship Type="http://schemas.openxmlformats.org/officeDocument/2006/relationships/notesSlide" Target="../notesSlides/notesSlide195.xml" Id="Rd2cdb9340e5a435d"/></Relationships>
</file>

<file path=ppt/slides/_rels/slide196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35309b80952d4afa"/><Relationship Type="http://schemas.openxmlformats.org/officeDocument/2006/relationships/notesSlide" Target="../notesSlides/notesSlide196.xml" Id="Rac847db569bb4796"/></Relationships>
</file>

<file path=ppt/slides/_rels/slide197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b2bfe107000040ba"/><Relationship Type="http://schemas.openxmlformats.org/officeDocument/2006/relationships/notesSlide" Target="../notesSlides/notesSlide197.xml" Id="Re018dc6668314db7"/></Relationships>
</file>

<file path=ppt/slides/_rels/slide198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a7eedc7d4b414940"/><Relationship Type="http://schemas.openxmlformats.org/officeDocument/2006/relationships/notesSlide" Target="../notesSlides/notesSlide198.xml" Id="R9170bf1c0db945a4"/></Relationships>
</file>

<file path=ppt/slides/_rels/slide199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7795601784a847e8"/><Relationship Type="http://schemas.openxmlformats.org/officeDocument/2006/relationships/notesSlide" Target="../notesSlides/notesSlide199.xml" Id="R905dc29caa604e4e"/></Relationships>
</file>

<file path=ppt/slides/_rels/slide200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622793d413ef4b2d"/><Relationship Type="http://schemas.openxmlformats.org/officeDocument/2006/relationships/notesSlide" Target="../notesSlides/notesSlide200.xml" Id="R7dc7252519c84719"/></Relationships>
</file>

<file path=ppt/slides/_rels/slide201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e1323e96c18341ed"/><Relationship Type="http://schemas.openxmlformats.org/officeDocument/2006/relationships/notesSlide" Target="../notesSlides/notesSlide201.xml" Id="R574fad047ba34d3e"/></Relationships>
</file>

<file path=ppt/slides/_rels/slide202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84500acc58c84ac5"/><Relationship Type="http://schemas.openxmlformats.org/officeDocument/2006/relationships/notesSlide" Target="../notesSlides/notesSlide202.xml" Id="R50e754d28f5a4d78"/></Relationships>
</file>

<file path=ppt/slides/_rels/slide203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d4fc7e6468bf4808"/><Relationship Type="http://schemas.openxmlformats.org/officeDocument/2006/relationships/notesSlide" Target="../notesSlides/notesSlide203.xml" Id="Rcb20e9036c404a70"/></Relationships>
</file>

<file path=ppt/slides/_rels/slide204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3e6df55d67f94593"/><Relationship Type="http://schemas.openxmlformats.org/officeDocument/2006/relationships/notesSlide" Target="../notesSlides/notesSlide204.xml" Id="R8a01686efad84b05"/></Relationships>
</file>

<file path=ppt/slides/_rels/slide205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71ee9b2030664dce"/><Relationship Type="http://schemas.openxmlformats.org/officeDocument/2006/relationships/notesSlide" Target="../notesSlides/notesSlide205.xml" Id="R1f04137e8ded4557"/></Relationships>
</file>

<file path=ppt/slides/_rels/slide206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3a48be0812b643a6"/><Relationship Type="http://schemas.openxmlformats.org/officeDocument/2006/relationships/notesSlide" Target="../notesSlides/notesSlide206.xml" Id="R4c500258b4cb47d5"/></Relationships>
</file>

<file path=ppt/slides/_rels/slide207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03e64f75520f40a2"/><Relationship Type="http://schemas.openxmlformats.org/officeDocument/2006/relationships/notesSlide" Target="../notesSlides/notesSlide207.xml" Id="R92db5cec597343a3"/></Relationships>
</file>

<file path=ppt/slides/_rels/slide208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181c04aa5d2a4320"/><Relationship Type="http://schemas.openxmlformats.org/officeDocument/2006/relationships/notesSlide" Target="../notesSlides/notesSlide208.xml" Id="R5ea911f84ce549ee"/></Relationships>
</file>

<file path=ppt/slides/_rels/slide209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20dc66930d454f52"/><Relationship Type="http://schemas.openxmlformats.org/officeDocument/2006/relationships/notesSlide" Target="../notesSlides/notesSlide209.xml" Id="R909ff03e2b034a5f"/></Relationships>
</file>

<file path=ppt/slides/_rels/slide210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90fbff408ea4aae"/><Relationship Type="http://schemas.openxmlformats.org/officeDocument/2006/relationships/chart" Target="charts/s12-chart1.xml" Id="R9449ee703df943ef"/><Relationship Type="http://schemas.openxmlformats.org/officeDocument/2006/relationships/notesSlide" Target="../notesSlides/notesSlide210.xml" Id="R569bb6fdd9d84488"/></Relationships>
</file>

<file path=ppt/slides/_rels/slide211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715d194435124011"/><Relationship Type="http://schemas.openxmlformats.org/officeDocument/2006/relationships/notesSlide" Target="../notesSlides/notesSlide211.xml" Id="Ra56fd8ec1ab44b22"/></Relationships>
</file>

<file path=ppt/slides/_rels/slide212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f3965f74a0ea4864"/><Relationship Type="http://schemas.openxmlformats.org/officeDocument/2006/relationships/notesSlide" Target="../notesSlides/notesSlide212.xml" Id="R9061889ac2da4f78"/></Relationships>
</file>

<file path=ppt/slides/_rels/slide213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02ad200f76d84028"/><Relationship Type="http://schemas.openxmlformats.org/officeDocument/2006/relationships/image" Target="../media/s12-image.png" Id="R8728094ab0c4460a"/><Relationship Type="http://schemas.openxmlformats.org/officeDocument/2006/relationships/notesSlide" Target="../notesSlides/notesSlide213.xml" Id="Rcc41741b8b31455c"/></Relationships>
</file>

<file path=ppt/slides/_rels/slide214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a9979c4a6b34b6f"/><Relationship Type="http://schemas.openxmlformats.org/officeDocument/2006/relationships/notesSlide" Target="../notesSlides/notesSlide214.xml" Id="Rfe4c7d8a832144ac"/></Relationships>
</file>

<file path=ppt/slides/_rels/slide215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a8944ce373054731"/><Relationship Type="http://schemas.openxmlformats.org/officeDocument/2006/relationships/notesSlide" Target="../notesSlides/notesSlide215.xml" Id="R83c757105ee5456e"/></Relationships>
</file>

<file path=ppt/slides/_rels/slide216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4fe3820653474c80"/><Relationship Type="http://schemas.openxmlformats.org/officeDocument/2006/relationships/notesSlide" Target="../notesSlides/notesSlide216.xml" Id="R3045f295e91647bc"/></Relationships>
</file>

<file path=ppt/slides/_rels/slide217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0608a1f48a874d1a"/><Relationship Type="http://schemas.openxmlformats.org/officeDocument/2006/relationships/image" Target="../media/s13-image.png" Id="R24c2085a8da74b9f"/><Relationship Type="http://schemas.openxmlformats.org/officeDocument/2006/relationships/notesSlide" Target="../notesSlides/notesSlide217.xml" Id="R8c977311d3604888"/></Relationships>
</file>

<file path=ppt/slides/_rels/slide218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4ea568acc89b49f0"/><Relationship Type="http://schemas.openxmlformats.org/officeDocument/2006/relationships/chart" Target="charts/s13-chart1.xml" Id="R87916a75089c4234"/><Relationship Type="http://schemas.openxmlformats.org/officeDocument/2006/relationships/notesSlide" Target="../notesSlides/notesSlide218.xml" Id="Ra042434ea10f40c4"/></Relationships>
</file>

<file path=ppt/slides/_rels/slide219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a9d9c3dfa3e34e9e"/><Relationship Type="http://schemas.openxmlformats.org/officeDocument/2006/relationships/notesSlide" Target="../notesSlides/notesSlide219.xml" Id="R5be6271bf024452b"/></Relationships>
</file>

<file path=ppt/slides/_rels/slide220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86db5b268b424099"/><Relationship Type="http://schemas.openxmlformats.org/officeDocument/2006/relationships/notesSlide" Target="../notesSlides/notesSlide220.xml" Id="Rf980d4b1da2f435d"/></Relationships>
</file>

<file path=ppt/slides/_rels/slide221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29e29bd55c2b40c6"/><Relationship Type="http://schemas.openxmlformats.org/officeDocument/2006/relationships/notesSlide" Target="../notesSlides/notesSlide221.xml" Id="Re96bc73d36ed4c1d"/></Relationships>
</file>

<file path=ppt/slides/_rels/slide222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1bff13087d8145e8"/><Relationship Type="http://schemas.openxmlformats.org/officeDocument/2006/relationships/notesSlide" Target="../notesSlides/notesSlide222.xml" Id="Rdcdc70885e894166"/></Relationships>
</file>

<file path=ppt/slides/_rels/slide223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b6c7c68e2234455e"/><Relationship Type="http://schemas.openxmlformats.org/officeDocument/2006/relationships/image" Target="../media/s13-image2.png" Id="Re6dbd3b1e8cf4430"/><Relationship Type="http://schemas.openxmlformats.org/officeDocument/2006/relationships/notesSlide" Target="../notesSlides/notesSlide223.xml" Id="Rdcdbd51f2fa747cd"/></Relationships>
</file>

<file path=ppt/slides/_rels/slide224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b90756861ce14c28"/><Relationship Type="http://schemas.openxmlformats.org/officeDocument/2006/relationships/notesSlide" Target="../notesSlides/notesSlide224.xml" Id="Rfd41d5c434e04f8c"/></Relationships>
</file>

<file path=ppt/slides/_rels/slide225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cc6c683fcac648b4"/><Relationship Type="http://schemas.openxmlformats.org/officeDocument/2006/relationships/notesSlide" Target="../notesSlides/notesSlide225.xml" Id="R3cdb55645525467d"/></Relationships>
</file>

<file path=ppt/slides/_rels/slide226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182eaf6b0ad4690"/><Relationship Type="http://schemas.openxmlformats.org/officeDocument/2006/relationships/image" Target="../media/s14-image.png" Id="R776dd482716942ad"/><Relationship Type="http://schemas.openxmlformats.org/officeDocument/2006/relationships/notesSlide" Target="../notesSlides/notesSlide226.xml" Id="R07aae55a1dc04ab4"/></Relationships>
</file>

<file path=ppt/slides/_rels/slide227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04f0de6755b64a78"/><Relationship Type="http://schemas.openxmlformats.org/officeDocument/2006/relationships/notesSlide" Target="../notesSlides/notesSlide227.xml" Id="R9081ceb13ce74d9d"/></Relationships>
</file>

<file path=ppt/slides/_rels/slide228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817b98dc4bd41ed"/><Relationship Type="http://schemas.openxmlformats.org/officeDocument/2006/relationships/image" Target="../media/s14-image.jpeg" Id="R98ea2a9d92094287"/><Relationship Type="http://schemas.openxmlformats.org/officeDocument/2006/relationships/notesSlide" Target="../notesSlides/notesSlide228.xml" Id="R33ae9e62692849f1"/></Relationships>
</file>

<file path=ppt/slides/_rels/slide229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833e30b2d2d24f06"/><Relationship Type="http://schemas.openxmlformats.org/officeDocument/2006/relationships/notesSlide" Target="../notesSlides/notesSlide229.xml" Id="R375240dc1197445b"/></Relationships>
</file>

<file path=ppt/slides/_rels/slide230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1add0a5c4a1849d5"/><Relationship Type="http://schemas.openxmlformats.org/officeDocument/2006/relationships/notesSlide" Target="../notesSlides/notesSlide230.xml" Id="Rf36ebd4893da46ac"/></Relationships>
</file>

<file path=ppt/slides/_rels/slide231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0ebe48965d8c4fdf"/><Relationship Type="http://schemas.openxmlformats.org/officeDocument/2006/relationships/image" Target="../media/s14-image2.png" Id="Re21fcbedea284aff"/><Relationship Type="http://schemas.openxmlformats.org/officeDocument/2006/relationships/notesSlide" Target="../notesSlides/notesSlide231.xml" Id="Rb2c39e91cbea4f41"/></Relationships>
</file>

<file path=ppt/slides/_rels/slide232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5d642f58bde484f"/><Relationship Type="http://schemas.openxmlformats.org/officeDocument/2006/relationships/notesSlide" Target="../notesSlides/notesSlide232.xml" Id="R2481644a61554f87"/></Relationships>
</file>

<file path=ppt/slides/_rels/slide233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ff527b49306b469c"/><Relationship Type="http://schemas.openxmlformats.org/officeDocument/2006/relationships/notesSlide" Target="../notesSlides/notesSlide233.xml" Id="Rc6457b6b42ef4be9"/></Relationships>
</file>

<file path=ppt/slides/_rels/slide234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1ab61b7ba47b4095"/><Relationship Type="http://schemas.openxmlformats.org/officeDocument/2006/relationships/notesSlide" Target="../notesSlides/notesSlide234.xml" Id="Rf5fe5993f6e74414"/></Relationships>
</file>

<file path=ppt/slides/_rels/slide235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6ff24295d67c4121"/><Relationship Type="http://schemas.openxmlformats.org/officeDocument/2006/relationships/notesSlide" Target="../notesSlides/notesSlide235.xml" Id="R6de2aa3bb6d74730"/></Relationships>
</file>

<file path=ppt/slides/_rels/slide236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721cf4e1980b4461"/><Relationship Type="http://schemas.openxmlformats.org/officeDocument/2006/relationships/notesSlide" Target="../notesSlides/notesSlide236.xml" Id="R9e546ad9f17441fb"/></Relationships>
</file>

<file path=ppt/slides/_rels/slide237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a4d5310f24204d14"/><Relationship Type="http://schemas.openxmlformats.org/officeDocument/2006/relationships/notesSlide" Target="../notesSlides/notesSlide237.xml" Id="R6ea65af5f54e46dc"/></Relationships>
</file>

<file path=ppt/slides/_rels/slide238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2ced615850554d60"/><Relationship Type="http://schemas.openxmlformats.org/officeDocument/2006/relationships/notesSlide" Target="../notesSlides/notesSlide238.xml" Id="Rc1bcfbb7312a4a5f"/></Relationships>
</file>

<file path=ppt/slides/_rels/slide239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57ed372f58a647a2"/><Relationship Type="http://schemas.openxmlformats.org/officeDocument/2006/relationships/notesSlide" Target="../notesSlides/notesSlide239.xml" Id="Ra5f9ccf117e747a3"/></Relationships>
</file>

<file path=ppt/slides/_rels/slide240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2cdad7fb9af944fa"/><Relationship Type="http://schemas.openxmlformats.org/officeDocument/2006/relationships/notesSlide" Target="../notesSlides/notesSlide240.xml" Id="Rcb27fb1e377e4737"/></Relationships>
</file>

<file path=ppt/slides/charts/_rels/s01-chart1.xml.rels><Relationships xmlns="http://schemas.openxmlformats.org/package/2006/relationships"><Relationship Id="rIdChartSnapshot1" Type="http://schemas.openxmlformats.org/officeDocument/2006/relationships/package" Target="../../embeddings/s01-chart-data-snapshot-001.xlsx"/></Relationships>
</file>

<file path=ppt/slides/charts/_rels/s03-chart1.xml.rels><Relationships xmlns="http://schemas.openxmlformats.org/package/2006/relationships"><Relationship Id="rIdChartSnapshot1" Type="http://schemas.openxmlformats.org/officeDocument/2006/relationships/package" Target="../../embeddings/s03-chart-data-snapshot-001.xlsx"/></Relationships>
</file>

<file path=ppt/slides/charts/_rels/s03-chart2.xml.rels><Relationships xmlns="http://schemas.openxmlformats.org/package/2006/relationships"><Relationship Id="rIdChartSnapshot1" Type="http://schemas.openxmlformats.org/officeDocument/2006/relationships/package" Target="../../embeddings/s03-chart-data-snapshot-002.xlsx"/></Relationships>
</file>

<file path=ppt/slides/charts/_rels/s04-chart1.xml.rels><Relationships xmlns="http://schemas.openxmlformats.org/package/2006/relationships"><Relationship Id="rIdChartSnapshot1" Type="http://schemas.openxmlformats.org/officeDocument/2006/relationships/package" Target="../../embeddings/s04-chart-data-snapshot-001.xlsx"/></Relationships>
</file>

<file path=ppt/slides/charts/_rels/s05-chart1.xml.rels><Relationships xmlns="http://schemas.openxmlformats.org/package/2006/relationships"><Relationship Id="rIdChartSnapshot1" Type="http://schemas.openxmlformats.org/officeDocument/2006/relationships/package" Target="../../embeddings/s05-chart-data-snapshot-001.xlsx"/></Relationships>
</file>

<file path=ppt/slides/charts/_rels/s06-chart1.xml.rels><Relationships xmlns="http://schemas.openxmlformats.org/package/2006/relationships"><Relationship Id="rIdChartSnapshot1" Type="http://schemas.openxmlformats.org/officeDocument/2006/relationships/package" Target="../../embeddings/s06-chart-data-snapshot-001.xlsx"/></Relationships>
</file>

<file path=ppt/slides/charts/_rels/s06-chart2.xml.rels><Relationships xmlns="http://schemas.openxmlformats.org/package/2006/relationships"><Relationship Id="rIdChartSnapshot1" Type="http://schemas.openxmlformats.org/officeDocument/2006/relationships/package" Target="../../embeddings/s06-chart-data-snapshot-002.xlsx"/></Relationships>
</file>

<file path=ppt/slides/charts/_rels/s07-chart1.xml.rels><Relationships xmlns="http://schemas.openxmlformats.org/package/2006/relationships"><Relationship Id="rIdChartSnapshot1" Type="http://schemas.openxmlformats.org/officeDocument/2006/relationships/package" Target="../../embeddings/s07-chart-data-snapshot-001.xlsx"/></Relationships>
</file>

<file path=ppt/slides/charts/_rels/s07-chart2.xml.rels><Relationships xmlns="http://schemas.openxmlformats.org/package/2006/relationships"><Relationship Id="rIdChartSnapshot1" Type="http://schemas.openxmlformats.org/officeDocument/2006/relationships/package" Target="../../embeddings/s07-chart-data-snapshot-002.xlsx"/></Relationships>
</file>

<file path=ppt/slides/charts/_rels/s07-chart3.xml.rels><Relationships xmlns="http://schemas.openxmlformats.org/package/2006/relationships"><Relationship Id="rIdChartSnapshot1" Type="http://schemas.openxmlformats.org/officeDocument/2006/relationships/package" Target="../../embeddings/s07-chart-data-snapshot-003.xlsx"/></Relationships>
</file>

<file path=ppt/slides/charts/_rels/s07-chart4.xml.rels><Relationships xmlns="http://schemas.openxmlformats.org/package/2006/relationships"><Relationship Id="rIdChartSnapshot1" Type="http://schemas.openxmlformats.org/officeDocument/2006/relationships/package" Target="../../embeddings/s07-chart-data-snapshot-004.xlsx"/></Relationships>
</file>

<file path=ppt/slides/charts/_rels/s07-chart5.xml.rels><Relationships xmlns="http://schemas.openxmlformats.org/package/2006/relationships"><Relationship Id="rIdChartSnapshot1" Type="http://schemas.openxmlformats.org/officeDocument/2006/relationships/package" Target="../../embeddings/s07-chart-data-snapshot-005.xlsx"/></Relationships>
</file>

<file path=ppt/slides/charts/_rels/s07-chart6.xml.rels><Relationships xmlns="http://schemas.openxmlformats.org/package/2006/relationships"><Relationship Id="rIdChartSnapshot1" Type="http://schemas.openxmlformats.org/officeDocument/2006/relationships/package" Target="../../embeddings/s07-chart-data-snapshot-006.xlsx"/></Relationships>
</file>

<file path=ppt/slides/charts/_rels/s08-chart1.xml.rels><Relationships xmlns="http://schemas.openxmlformats.org/package/2006/relationships"><Relationship Id="rIdChartSnapshot1" Type="http://schemas.openxmlformats.org/officeDocument/2006/relationships/package" Target="../../embeddings/s08-chart-data-snapshot-001.xlsx"/></Relationships>
</file>

<file path=ppt/slides/charts/_rels/s08-chart2.xml.rels><Relationships xmlns="http://schemas.openxmlformats.org/package/2006/relationships"><Relationship Id="rIdChartSnapshot1" Type="http://schemas.openxmlformats.org/officeDocument/2006/relationships/package" Target="../../embeddings/s08-chart-data-snapshot-002.xlsx"/></Relationships>
</file>

<file path=ppt/slides/charts/_rels/s08-chart3.xml.rels><Relationships xmlns="http://schemas.openxmlformats.org/package/2006/relationships"><Relationship Id="rIdChartSnapshot1" Type="http://schemas.openxmlformats.org/officeDocument/2006/relationships/package" Target="../../embeddings/s08-chart-data-snapshot-003.xlsx"/></Relationships>
</file>

<file path=ppt/slides/charts/_rels/s08-chart4.xml.rels><Relationships xmlns="http://schemas.openxmlformats.org/package/2006/relationships"><Relationship Id="rIdChartSnapshot1" Type="http://schemas.openxmlformats.org/officeDocument/2006/relationships/package" Target="../../embeddings/s08-chart-data-snapshot-004.xlsx"/></Relationships>
</file>

<file path=ppt/slides/charts/_rels/s08-chart5.xml.rels><Relationships xmlns="http://schemas.openxmlformats.org/package/2006/relationships"><Relationship Id="rIdChartSnapshot1" Type="http://schemas.openxmlformats.org/officeDocument/2006/relationships/package" Target="../../embeddings/s08-chart-data-snapshot-005.xlsx"/></Relationships>
</file>

<file path=ppt/slides/charts/_rels/s08-chart6.xml.rels><Relationships xmlns="http://schemas.openxmlformats.org/package/2006/relationships"><Relationship Id="rIdChartSnapshot1" Type="http://schemas.openxmlformats.org/officeDocument/2006/relationships/package" Target="../../embeddings/s08-chart-data-snapshot-006.xlsx"/></Relationships>
</file>

<file path=ppt/slides/charts/_rels/s08-chart7.xml.rels><Relationships xmlns="http://schemas.openxmlformats.org/package/2006/relationships"><Relationship Id="rIdChartSnapshot1" Type="http://schemas.openxmlformats.org/officeDocument/2006/relationships/package" Target="../../embeddings/s08-chart-data-snapshot-007.xlsx"/></Relationships>
</file>

<file path=ppt/slides/charts/_rels/s09-chart1.xml.rels><Relationships xmlns="http://schemas.openxmlformats.org/package/2006/relationships"><Relationship Id="rIdChartSnapshot1" Type="http://schemas.openxmlformats.org/officeDocument/2006/relationships/package" Target="../../embeddings/s09-chart-data-snapshot-001.xlsx"/></Relationships>
</file>

<file path=ppt/slides/charts/_rels/s09-chart2.xml.rels><Relationships xmlns="http://schemas.openxmlformats.org/package/2006/relationships"><Relationship Id="rIdChartSnapshot1" Type="http://schemas.openxmlformats.org/officeDocument/2006/relationships/package" Target="../../embeddings/s09-chart-data-snapshot-002.xlsx"/></Relationships>
</file>

<file path=ppt/slides/charts/_rels/s12-chart1.xml.rels><Relationships xmlns="http://schemas.openxmlformats.org/package/2006/relationships"><Relationship Id="rIdChartSnapshot1" Type="http://schemas.openxmlformats.org/officeDocument/2006/relationships/package" Target="../../embeddings/s12-chart-data-snapshot-001.xlsx"/></Relationships>
</file>

<file path=ppt/slides/charts/_rels/s13-chart1.xml.rels><Relationships xmlns="http://schemas.openxmlformats.org/package/2006/relationships"><Relationship Id="rIdChartSnapshot1" Type="http://schemas.openxmlformats.org/officeDocument/2006/relationships/package" Target="../../embeddings/s13-chart-data-snapshot-001.xlsx"/></Relationships>
</file>

<file path=ppt/slides/charts/s01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3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人工作文被判为 AI 文本的平均比例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TOEFL作文（n=91）</c:v>
                </c:pt>
                <c:pt idx="1">
                  <c:v>美国八年级作文（n=88）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0.6122</c:v>
                </c:pt>
                <c:pt idx="1">
                  <c:v>0.0519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3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虚构文献占所引文献的比例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4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有AI帮助时，练习成绩相对对照组的提升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 Base</c:v>
                </c:pt>
                <c:pt idx="1">
                  <c:v>GPT Tutor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0.48</c:v>
                </c:pt>
                <c:pt idx="1">
                  <c:v>1.27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5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后测中位数（原文分值）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中位数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课堂主动学习</c:v>
                </c:pt>
                <c:pt idx="1">
                  <c:v>定制AI辅导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3.5</c:v>
                </c:pt>
                <c:pt idx="1">
                  <c:v>4.5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6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latin typeface="Microsoft YaHei"/>
                <a:ea typeface="Microsoft YaHei"/>
                <a:cs typeface="Microsoft YaHei"/>
              </a:rPr>
              <a:t>固定浓度C=20%时的响应y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催化剂A</c:v>
          </c:tx>
          <c:spPr>
            <a:ln xmlns:a="http://schemas.openxmlformats.org/drawingml/2006/main" w="28575">
              <a:solidFill>
                <a:srgbClr val="245B77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45B77"/>
              </a:solidFill>
            </c:spPr>
          </c:marker>
          <c:dLbls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60</c:v>
                </c:pt>
                <c:pt idx="1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v>催化剂B</c:v>
          </c:tx>
          <c:spPr>
            <a:ln xmlns:a="http://schemas.openxmlformats.org/drawingml/2006/main" w="28575">
              <a:solidFill>
                <a:srgbClr val="2C6D68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2C6D68"/>
              </a:solidFill>
            </c:spPr>
          </c:marker>
          <c:dLbls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52</c:v>
                </c:pt>
                <c:pt idx="1">
                  <c:v>83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6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所需人数（每组，向上取整）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每组人数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2768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差4分</c:v>
                </c:pt>
                <c:pt idx="1">
                  <c:v>差6分</c:v>
                </c:pt>
                <c:pt idx="2">
                  <c:v>差8分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5毫米分箱频数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纵轴从0开始（毫米）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纵轴从180开始（毫米）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Adelie喙长与鳍长（每组73条）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雌（圆形）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Data'!$A$2:$A$74</c:f>
              <c:numCache>
                <c:formatCode>General</c:formatCode>
                <c:ptCount val="73"/>
                <c:pt idx="0">
                  <c:v>39.5</c:v>
                </c:pt>
                <c:pt idx="1">
                  <c:v>40.3</c:v>
                </c:pt>
                <c:pt idx="2">
                  <c:v>36.7</c:v>
                </c:pt>
                <c:pt idx="3">
                  <c:v>38.9</c:v>
                </c:pt>
                <c:pt idx="4">
                  <c:v>41.1</c:v>
                </c:pt>
                <c:pt idx="5">
                  <c:v>36.6</c:v>
                </c:pt>
                <c:pt idx="6">
                  <c:v>38.7</c:v>
                </c:pt>
                <c:pt idx="7">
                  <c:v>34.4</c:v>
                </c:pt>
                <c:pt idx="8">
                  <c:v>37.8</c:v>
                </c:pt>
                <c:pt idx="9">
                  <c:v>35.9</c:v>
                </c:pt>
                <c:pt idx="10">
                  <c:v>35.3</c:v>
                </c:pt>
                <c:pt idx="11">
                  <c:v>40.5</c:v>
                </c:pt>
                <c:pt idx="12">
                  <c:v>37.9</c:v>
                </c:pt>
                <c:pt idx="13">
                  <c:v>39.5</c:v>
                </c:pt>
                <c:pt idx="14">
                  <c:v>39.5</c:v>
                </c:pt>
                <c:pt idx="15">
                  <c:v>36.4</c:v>
                </c:pt>
                <c:pt idx="16">
                  <c:v>42.2</c:v>
                </c:pt>
                <c:pt idx="17">
                  <c:v>37.6</c:v>
                </c:pt>
                <c:pt idx="18">
                  <c:v>36.5</c:v>
                </c:pt>
                <c:pt idx="19">
                  <c:v>36</c:v>
                </c:pt>
                <c:pt idx="20">
                  <c:v>37</c:v>
                </c:pt>
                <c:pt idx="21">
                  <c:v>36</c:v>
                </c:pt>
                <c:pt idx="22">
                  <c:v>39.6</c:v>
                </c:pt>
                <c:pt idx="23">
                  <c:v>35</c:v>
                </c:pt>
                <c:pt idx="24">
                  <c:v>34.5</c:v>
                </c:pt>
                <c:pt idx="25">
                  <c:v>39</c:v>
                </c:pt>
                <c:pt idx="26">
                  <c:v>36.5</c:v>
                </c:pt>
                <c:pt idx="27">
                  <c:v>35.7</c:v>
                </c:pt>
                <c:pt idx="28">
                  <c:v>37.6</c:v>
                </c:pt>
                <c:pt idx="29">
                  <c:v>36.4</c:v>
                </c:pt>
                <c:pt idx="30">
                  <c:v>35.5</c:v>
                </c:pt>
                <c:pt idx="31">
                  <c:v>35.9</c:v>
                </c:pt>
                <c:pt idx="32">
                  <c:v>33.5</c:v>
                </c:pt>
                <c:pt idx="33">
                  <c:v>39.6</c:v>
                </c:pt>
                <c:pt idx="34">
                  <c:v>35.5</c:v>
                </c:pt>
                <c:pt idx="35">
                  <c:v>40.9</c:v>
                </c:pt>
                <c:pt idx="36">
                  <c:v>36.2</c:v>
                </c:pt>
                <c:pt idx="37">
                  <c:v>34.6</c:v>
                </c:pt>
                <c:pt idx="38">
                  <c:v>36.7</c:v>
                </c:pt>
                <c:pt idx="39">
                  <c:v>37.3</c:v>
                </c:pt>
                <c:pt idx="40">
                  <c:v>36.9</c:v>
                </c:pt>
                <c:pt idx="41">
                  <c:v>38.9</c:v>
                </c:pt>
                <c:pt idx="42">
                  <c:v>35.7</c:v>
                </c:pt>
                <c:pt idx="43">
                  <c:v>34</c:v>
                </c:pt>
                <c:pt idx="44">
                  <c:v>36.2</c:v>
                </c:pt>
                <c:pt idx="45">
                  <c:v>38.1</c:v>
                </c:pt>
                <c:pt idx="46">
                  <c:v>33.1</c:v>
                </c:pt>
                <c:pt idx="47">
                  <c:v>35</c:v>
                </c:pt>
                <c:pt idx="48">
                  <c:v>37.7</c:v>
                </c:pt>
                <c:pt idx="49">
                  <c:v>37.9</c:v>
                </c:pt>
                <c:pt idx="50">
                  <c:v>38.6</c:v>
                </c:pt>
                <c:pt idx="51">
                  <c:v>38.1</c:v>
                </c:pt>
                <c:pt idx="52">
                  <c:v>38.1</c:v>
                </c:pt>
                <c:pt idx="53">
                  <c:v>39.7</c:v>
                </c:pt>
                <c:pt idx="54">
                  <c:v>39.6</c:v>
                </c:pt>
                <c:pt idx="55">
                  <c:v>38.6</c:v>
                </c:pt>
                <c:pt idx="56">
                  <c:v>35.7</c:v>
                </c:pt>
                <c:pt idx="57">
                  <c:v>36.2</c:v>
                </c:pt>
                <c:pt idx="58">
                  <c:v>40.2</c:v>
                </c:pt>
                <c:pt idx="59">
                  <c:v>35.2</c:v>
                </c:pt>
                <c:pt idx="60">
                  <c:v>38.8</c:v>
                </c:pt>
                <c:pt idx="61">
                  <c:v>39</c:v>
                </c:pt>
                <c:pt idx="62">
                  <c:v>38.5</c:v>
                </c:pt>
                <c:pt idx="63">
                  <c:v>36.8</c:v>
                </c:pt>
                <c:pt idx="64">
                  <c:v>38.1</c:v>
                </c:pt>
                <c:pt idx="65">
                  <c:v>35.6</c:v>
                </c:pt>
                <c:pt idx="66">
                  <c:v>37</c:v>
                </c:pt>
                <c:pt idx="67">
                  <c:v>40.2</c:v>
                </c:pt>
                <c:pt idx="68">
                  <c:v>32.1</c:v>
                </c:pt>
                <c:pt idx="69">
                  <c:v>37.3</c:v>
                </c:pt>
                <c:pt idx="70">
                  <c:v>36.6</c:v>
                </c:pt>
                <c:pt idx="71">
                  <c:v>36</c:v>
                </c:pt>
                <c:pt idx="72">
                  <c:v>36</c:v>
                </c:pt>
              </c:numCache>
            </c:numRef>
          </c:xVal>
          <c:yVal>
            <c:numRef>
              <c:f>'Chart Data'!$B$2:$B$74</c:f>
              <c:numCache>
                <c:formatCode>General</c:formatCode>
                <c:ptCount val="73"/>
                <c:pt idx="0">
                  <c:v>186</c:v>
                </c:pt>
                <c:pt idx="1">
                  <c:v>195</c:v>
                </c:pt>
                <c:pt idx="2">
                  <c:v>193</c:v>
                </c:pt>
                <c:pt idx="3">
                  <c:v>181</c:v>
                </c:pt>
                <c:pt idx="4">
                  <c:v>182</c:v>
                </c:pt>
                <c:pt idx="5">
                  <c:v>185</c:v>
                </c:pt>
                <c:pt idx="6">
                  <c:v>195</c:v>
                </c:pt>
                <c:pt idx="7">
                  <c:v>184</c:v>
                </c:pt>
                <c:pt idx="8">
                  <c:v>174</c:v>
                </c:pt>
                <c:pt idx="9">
                  <c:v>189</c:v>
                </c:pt>
                <c:pt idx="10">
                  <c:v>187</c:v>
                </c:pt>
                <c:pt idx="11">
                  <c:v>187</c:v>
                </c:pt>
                <c:pt idx="12">
                  <c:v>172</c:v>
                </c:pt>
                <c:pt idx="13">
                  <c:v>178</c:v>
                </c:pt>
                <c:pt idx="14">
                  <c:v>188</c:v>
                </c:pt>
                <c:pt idx="15">
                  <c:v>195</c:v>
                </c:pt>
                <c:pt idx="16">
                  <c:v>180</c:v>
                </c:pt>
                <c:pt idx="17">
                  <c:v>181</c:v>
                </c:pt>
                <c:pt idx="18">
                  <c:v>182</c:v>
                </c:pt>
                <c:pt idx="19">
                  <c:v>186</c:v>
                </c:pt>
                <c:pt idx="20">
                  <c:v>185</c:v>
                </c:pt>
                <c:pt idx="21">
                  <c:v>190</c:v>
                </c:pt>
                <c:pt idx="22">
                  <c:v>186</c:v>
                </c:pt>
                <c:pt idx="23">
                  <c:v>190</c:v>
                </c:pt>
                <c:pt idx="24">
                  <c:v>187</c:v>
                </c:pt>
                <c:pt idx="25">
                  <c:v>186</c:v>
                </c:pt>
                <c:pt idx="26">
                  <c:v>181</c:v>
                </c:pt>
                <c:pt idx="27">
                  <c:v>185</c:v>
                </c:pt>
                <c:pt idx="28">
                  <c:v>185</c:v>
                </c:pt>
                <c:pt idx="29">
                  <c:v>184</c:v>
                </c:pt>
                <c:pt idx="30">
                  <c:v>195</c:v>
                </c:pt>
                <c:pt idx="31">
                  <c:v>190</c:v>
                </c:pt>
                <c:pt idx="32">
                  <c:v>190</c:v>
                </c:pt>
                <c:pt idx="33">
                  <c:v>196</c:v>
                </c:pt>
                <c:pt idx="34">
                  <c:v>190</c:v>
                </c:pt>
                <c:pt idx="35">
                  <c:v>191</c:v>
                </c:pt>
                <c:pt idx="36">
                  <c:v>187</c:v>
                </c:pt>
                <c:pt idx="37">
                  <c:v>189</c:v>
                </c:pt>
                <c:pt idx="38">
                  <c:v>187</c:v>
                </c:pt>
                <c:pt idx="39">
                  <c:v>191</c:v>
                </c:pt>
                <c:pt idx="40">
                  <c:v>189</c:v>
                </c:pt>
                <c:pt idx="41">
                  <c:v>190</c:v>
                </c:pt>
                <c:pt idx="42">
                  <c:v>202</c:v>
                </c:pt>
                <c:pt idx="43">
                  <c:v>185</c:v>
                </c:pt>
                <c:pt idx="44">
                  <c:v>187</c:v>
                </c:pt>
                <c:pt idx="45">
                  <c:v>190</c:v>
                </c:pt>
                <c:pt idx="46">
                  <c:v>178</c:v>
                </c:pt>
                <c:pt idx="47">
                  <c:v>192</c:v>
                </c:pt>
                <c:pt idx="48">
                  <c:v>183</c:v>
                </c:pt>
                <c:pt idx="49">
                  <c:v>193</c:v>
                </c:pt>
                <c:pt idx="50">
                  <c:v>199</c:v>
                </c:pt>
                <c:pt idx="51">
                  <c:v>181</c:v>
                </c:pt>
                <c:pt idx="52">
                  <c:v>198</c:v>
                </c:pt>
                <c:pt idx="53">
                  <c:v>193</c:v>
                </c:pt>
                <c:pt idx="54">
                  <c:v>191</c:v>
                </c:pt>
                <c:pt idx="55">
                  <c:v>188</c:v>
                </c:pt>
                <c:pt idx="56">
                  <c:v>189</c:v>
                </c:pt>
                <c:pt idx="57">
                  <c:v>187</c:v>
                </c:pt>
                <c:pt idx="58">
                  <c:v>176</c:v>
                </c:pt>
                <c:pt idx="59">
                  <c:v>186</c:v>
                </c:pt>
                <c:pt idx="60">
                  <c:v>191</c:v>
                </c:pt>
                <c:pt idx="61">
                  <c:v>191</c:v>
                </c:pt>
                <c:pt idx="62">
                  <c:v>190</c:v>
                </c:pt>
                <c:pt idx="63">
                  <c:v>193</c:v>
                </c:pt>
                <c:pt idx="64">
                  <c:v>187</c:v>
                </c:pt>
                <c:pt idx="65">
                  <c:v>191</c:v>
                </c:pt>
                <c:pt idx="66">
                  <c:v>185</c:v>
                </c:pt>
                <c:pt idx="67">
                  <c:v>193</c:v>
                </c:pt>
                <c:pt idx="68">
                  <c:v>188</c:v>
                </c:pt>
                <c:pt idx="69">
                  <c:v>192</c:v>
                </c:pt>
                <c:pt idx="70">
                  <c:v>184</c:v>
                </c:pt>
                <c:pt idx="71">
                  <c:v>195</c:v>
                </c:pt>
                <c:pt idx="72">
                  <c:v>187</c:v>
                </c:pt>
              </c:numCache>
            </c:numRef>
          </c:yVal>
        </c:ser>
        <c:ser>
          <c:idx val="1"/>
          <c:order val="1"/>
          <c:tx>
            <c:v>雄（方形）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Data'!$C$2:$C$74</c:f>
              <c:numCache>
                <c:formatCode>General</c:formatCode>
                <c:ptCount val="73"/>
                <c:pt idx="0">
                  <c:v>39.1</c:v>
                </c:pt>
                <c:pt idx="1">
                  <c:v>39.3</c:v>
                </c:pt>
                <c:pt idx="2">
                  <c:v>39.2</c:v>
                </c:pt>
                <c:pt idx="3">
                  <c:v>38.6</c:v>
                </c:pt>
                <c:pt idx="4">
                  <c:v>34.6</c:v>
                </c:pt>
                <c:pt idx="5">
                  <c:v>42.5</c:v>
                </c:pt>
                <c:pt idx="6">
                  <c:v>46</c:v>
                </c:pt>
                <c:pt idx="7">
                  <c:v>37.7</c:v>
                </c:pt>
                <c:pt idx="8">
                  <c:v>38.2</c:v>
                </c:pt>
                <c:pt idx="9">
                  <c:v>38.8</c:v>
                </c:pt>
                <c:pt idx="10">
                  <c:v>40.6</c:v>
                </c:pt>
                <c:pt idx="11">
                  <c:v>40.5</c:v>
                </c:pt>
                <c:pt idx="12">
                  <c:v>37.2</c:v>
                </c:pt>
                <c:pt idx="13">
                  <c:v>40.9</c:v>
                </c:pt>
                <c:pt idx="14">
                  <c:v>39.2</c:v>
                </c:pt>
                <c:pt idx="15">
                  <c:v>38.8</c:v>
                </c:pt>
                <c:pt idx="16">
                  <c:v>39.8</c:v>
                </c:pt>
                <c:pt idx="17">
                  <c:v>40.8</c:v>
                </c:pt>
                <c:pt idx="18">
                  <c:v>44.1</c:v>
                </c:pt>
                <c:pt idx="19">
                  <c:v>39.6</c:v>
                </c:pt>
                <c:pt idx="20">
                  <c:v>41.1</c:v>
                </c:pt>
                <c:pt idx="21">
                  <c:v>42.3</c:v>
                </c:pt>
                <c:pt idx="22">
                  <c:v>40.1</c:v>
                </c:pt>
                <c:pt idx="23">
                  <c:v>42</c:v>
                </c:pt>
                <c:pt idx="24">
                  <c:v>41.4</c:v>
                </c:pt>
                <c:pt idx="25">
                  <c:v>40.6</c:v>
                </c:pt>
                <c:pt idx="26">
                  <c:v>37.6</c:v>
                </c:pt>
                <c:pt idx="27">
                  <c:v>41.3</c:v>
                </c:pt>
                <c:pt idx="28">
                  <c:v>41.1</c:v>
                </c:pt>
                <c:pt idx="29">
                  <c:v>41.6</c:v>
                </c:pt>
                <c:pt idx="30">
                  <c:v>41.1</c:v>
                </c:pt>
                <c:pt idx="31">
                  <c:v>41.8</c:v>
                </c:pt>
                <c:pt idx="32">
                  <c:v>39.7</c:v>
                </c:pt>
                <c:pt idx="33">
                  <c:v>45.8</c:v>
                </c:pt>
                <c:pt idx="34">
                  <c:v>42.8</c:v>
                </c:pt>
                <c:pt idx="35">
                  <c:v>37.2</c:v>
                </c:pt>
                <c:pt idx="36">
                  <c:v>42.1</c:v>
                </c:pt>
                <c:pt idx="37">
                  <c:v>42.9</c:v>
                </c:pt>
                <c:pt idx="38">
                  <c:v>35.1</c:v>
                </c:pt>
                <c:pt idx="39">
                  <c:v>41.3</c:v>
                </c:pt>
                <c:pt idx="40">
                  <c:v>36.3</c:v>
                </c:pt>
                <c:pt idx="41">
                  <c:v>38.3</c:v>
                </c:pt>
                <c:pt idx="42">
                  <c:v>41.1</c:v>
                </c:pt>
                <c:pt idx="43">
                  <c:v>39.6</c:v>
                </c:pt>
                <c:pt idx="44">
                  <c:v>40.8</c:v>
                </c:pt>
                <c:pt idx="45">
                  <c:v>40.3</c:v>
                </c:pt>
                <c:pt idx="46">
                  <c:v>43.2</c:v>
                </c:pt>
                <c:pt idx="47">
                  <c:v>41</c:v>
                </c:pt>
                <c:pt idx="48">
                  <c:v>37.8</c:v>
                </c:pt>
                <c:pt idx="49">
                  <c:v>39.7</c:v>
                </c:pt>
                <c:pt idx="50">
                  <c:v>38.2</c:v>
                </c:pt>
                <c:pt idx="51">
                  <c:v>43.2</c:v>
                </c:pt>
                <c:pt idx="52">
                  <c:v>45.6</c:v>
                </c:pt>
                <c:pt idx="53">
                  <c:v>42.2</c:v>
                </c:pt>
                <c:pt idx="54">
                  <c:v>42.7</c:v>
                </c:pt>
                <c:pt idx="55">
                  <c:v>37.3</c:v>
                </c:pt>
                <c:pt idx="56">
                  <c:v>41.1</c:v>
                </c:pt>
                <c:pt idx="57">
                  <c:v>37.7</c:v>
                </c:pt>
                <c:pt idx="58">
                  <c:v>41.4</c:v>
                </c:pt>
                <c:pt idx="59">
                  <c:v>40.6</c:v>
                </c:pt>
                <c:pt idx="60">
                  <c:v>41.5</c:v>
                </c:pt>
                <c:pt idx="61">
                  <c:v>44.1</c:v>
                </c:pt>
                <c:pt idx="62">
                  <c:v>43.1</c:v>
                </c:pt>
                <c:pt idx="63">
                  <c:v>37.5</c:v>
                </c:pt>
                <c:pt idx="64">
                  <c:v>41.1</c:v>
                </c:pt>
                <c:pt idx="65">
                  <c:v>40.2</c:v>
                </c:pt>
                <c:pt idx="66">
                  <c:v>39.7</c:v>
                </c:pt>
                <c:pt idx="67">
                  <c:v>40.6</c:v>
                </c:pt>
                <c:pt idx="68">
                  <c:v>40.7</c:v>
                </c:pt>
                <c:pt idx="69">
                  <c:v>39</c:v>
                </c:pt>
                <c:pt idx="70">
                  <c:v>39.2</c:v>
                </c:pt>
                <c:pt idx="71">
                  <c:v>37.8</c:v>
                </c:pt>
                <c:pt idx="72">
                  <c:v>41.5</c:v>
                </c:pt>
              </c:numCache>
            </c:numRef>
          </c:xVal>
          <c:yVal>
            <c:numRef>
              <c:f>'Chart Data'!$D$2:$D$74</c:f>
              <c:numCache>
                <c:formatCode>General</c:formatCode>
                <c:ptCount val="73"/>
                <c:pt idx="0">
                  <c:v>181</c:v>
                </c:pt>
                <c:pt idx="1">
                  <c:v>190</c:v>
                </c:pt>
                <c:pt idx="2">
                  <c:v>195</c:v>
                </c:pt>
                <c:pt idx="3">
                  <c:v>191</c:v>
                </c:pt>
                <c:pt idx="4">
                  <c:v>198</c:v>
                </c:pt>
                <c:pt idx="5">
                  <c:v>197</c:v>
                </c:pt>
                <c:pt idx="6">
                  <c:v>194</c:v>
                </c:pt>
                <c:pt idx="7">
                  <c:v>180</c:v>
                </c:pt>
                <c:pt idx="8">
                  <c:v>185</c:v>
                </c:pt>
                <c:pt idx="9">
                  <c:v>180</c:v>
                </c:pt>
                <c:pt idx="10">
                  <c:v>183</c:v>
                </c:pt>
                <c:pt idx="11">
                  <c:v>180</c:v>
                </c:pt>
                <c:pt idx="12">
                  <c:v>178</c:v>
                </c:pt>
                <c:pt idx="13">
                  <c:v>184</c:v>
                </c:pt>
                <c:pt idx="14">
                  <c:v>196</c:v>
                </c:pt>
                <c:pt idx="15">
                  <c:v>190</c:v>
                </c:pt>
                <c:pt idx="16">
                  <c:v>184</c:v>
                </c:pt>
                <c:pt idx="17">
                  <c:v>195</c:v>
                </c:pt>
                <c:pt idx="18">
                  <c:v>196</c:v>
                </c:pt>
                <c:pt idx="19">
                  <c:v>190</c:v>
                </c:pt>
                <c:pt idx="20">
                  <c:v>182</c:v>
                </c:pt>
                <c:pt idx="21">
                  <c:v>191</c:v>
                </c:pt>
                <c:pt idx="22">
                  <c:v>188</c:v>
                </c:pt>
                <c:pt idx="23">
                  <c:v>200</c:v>
                </c:pt>
                <c:pt idx="24">
                  <c:v>191</c:v>
                </c:pt>
                <c:pt idx="25">
                  <c:v>193</c:v>
                </c:pt>
                <c:pt idx="26">
                  <c:v>194</c:v>
                </c:pt>
                <c:pt idx="27">
                  <c:v>195</c:v>
                </c:pt>
                <c:pt idx="28">
                  <c:v>192</c:v>
                </c:pt>
                <c:pt idx="29">
                  <c:v>192</c:v>
                </c:pt>
                <c:pt idx="30">
                  <c:v>188</c:v>
                </c:pt>
                <c:pt idx="31">
                  <c:v>198</c:v>
                </c:pt>
                <c:pt idx="32">
                  <c:v>190</c:v>
                </c:pt>
                <c:pt idx="33">
                  <c:v>197</c:v>
                </c:pt>
                <c:pt idx="34">
                  <c:v>195</c:v>
                </c:pt>
                <c:pt idx="35">
                  <c:v>184</c:v>
                </c:pt>
                <c:pt idx="36">
                  <c:v>195</c:v>
                </c:pt>
                <c:pt idx="37">
                  <c:v>196</c:v>
                </c:pt>
                <c:pt idx="38">
                  <c:v>193</c:v>
                </c:pt>
                <c:pt idx="39">
                  <c:v>194</c:v>
                </c:pt>
                <c:pt idx="40">
                  <c:v>190</c:v>
                </c:pt>
                <c:pt idx="41">
                  <c:v>189</c:v>
                </c:pt>
                <c:pt idx="42">
                  <c:v>205</c:v>
                </c:pt>
                <c:pt idx="43">
                  <c:v>186</c:v>
                </c:pt>
                <c:pt idx="44">
                  <c:v>208</c:v>
                </c:pt>
                <c:pt idx="45">
                  <c:v>196</c:v>
                </c:pt>
                <c:pt idx="46">
                  <c:v>192</c:v>
                </c:pt>
                <c:pt idx="47">
                  <c:v>203</c:v>
                </c:pt>
                <c:pt idx="48">
                  <c:v>190</c:v>
                </c:pt>
                <c:pt idx="49">
                  <c:v>184</c:v>
                </c:pt>
                <c:pt idx="50">
                  <c:v>190</c:v>
                </c:pt>
                <c:pt idx="51">
                  <c:v>197</c:v>
                </c:pt>
                <c:pt idx="52">
                  <c:v>191</c:v>
                </c:pt>
                <c:pt idx="53">
                  <c:v>197</c:v>
                </c:pt>
                <c:pt idx="54">
                  <c:v>196</c:v>
                </c:pt>
                <c:pt idx="55">
                  <c:v>199</c:v>
                </c:pt>
                <c:pt idx="56">
                  <c:v>189</c:v>
                </c:pt>
                <c:pt idx="57">
                  <c:v>198</c:v>
                </c:pt>
                <c:pt idx="58">
                  <c:v>202</c:v>
                </c:pt>
                <c:pt idx="59">
                  <c:v>199</c:v>
                </c:pt>
                <c:pt idx="60">
                  <c:v>195</c:v>
                </c:pt>
                <c:pt idx="61">
                  <c:v>210</c:v>
                </c:pt>
                <c:pt idx="62">
                  <c:v>197</c:v>
                </c:pt>
                <c:pt idx="63">
                  <c:v>199</c:v>
                </c:pt>
                <c:pt idx="64">
                  <c:v>190</c:v>
                </c:pt>
                <c:pt idx="65">
                  <c:v>200</c:v>
                </c:pt>
                <c:pt idx="66">
                  <c:v>193</c:v>
                </c:pt>
                <c:pt idx="67">
                  <c:v>187</c:v>
                </c:pt>
                <c:pt idx="68">
                  <c:v>190</c:v>
                </c:pt>
                <c:pt idx="69">
                  <c:v>185</c:v>
                </c:pt>
                <c:pt idx="70">
                  <c:v>190</c:v>
                </c:pt>
                <c:pt idx="71">
                  <c:v>193</c:v>
                </c:pt>
                <c:pt idx="72">
                  <c:v>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48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鳍长分布（毫米）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各年组均鳍长（毫米）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9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雌（73条）</c:v>
                </c:pt>
                <c:pt idx="1">
                  <c:v>雄（73条）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9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Adelie鳍长分布：横轴毫米，纵轴记录数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雌（73条）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雄（73条）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12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13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Microsoft YaHei"/>
                <a:ea typeface="Microsoft YaHei"/>
                <a:cs typeface="Microsoft YaHei"/>
              </a:rPr>
              <a:t>所选Adelie记录的鳍长分布（mm）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雌性 n=73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雄性 n=73</c:v>
          </c:tx>
          <c:spPr>
            <a:solidFill xmlns:a="http://schemas.openxmlformats.org/drawingml/2006/main">
              <a:srgbClr val="2C6D68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268D5-5030-4FD0-9A38-520533FF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高校科研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3E6CB-F670-4DEB-860A-3954939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A2ECE-CD35-4B6A-B0CD-70ADCE8D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文献、数据、论文与项目材料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FFEB-9A88-466C-BD7F-C6754B7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面向高校教师与科研人员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03302-5874-46E2-B94A-0A0660D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43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SECTION 0</a:t>
            </a:r>
          </a:p>
        </p:txBody>
      </p:sp>
    </p:spTree>
    <p:extLst>
      <p:ext uri="{BB962C8B-B14F-4D97-AF65-F5344CB8AC3E}">
        <p14:creationId xmlns:p14="http://schemas.microsoft.com/office/powerpoint/2010/main" val="878627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8BDF-1A20-4789-A92D-BFBBAD861A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3EF0-F758-476E-8F03-E70016E1A5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390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D6D3D-A086-45F7-A1AF-83586BF3C9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9006C-8DB2-43DA-BB6D-3D5FCB5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课程顺序与四个模块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41B7-491F-4FF1-865C-725BB22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81E3-79D3-4697-84F1-AEFD5B9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CA6A-DE83-4F7D-A48B-7CD5112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9422E-3B81-4C64-B4FF-89A7C4C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先理解用法与限制，再沿科研过程展开，最后查看完整文件流程。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8F33C-A3E5-4EAB-A167-1CD0DA1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一  AI科研基本功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A433-5EC4-43F5-9E84-E8038AC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二  科研全流程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44EE5-8A90-40D5-AA72-577FE23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三  论文与项目产出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23DA-9122-4C79-8985-33EA8C9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四  结题与影响力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D8B2-51D0-4DF4-964E-8F8F510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01  能力、原理与边界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02  Agent与工作流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03  Humanizer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9F59-D77A-41E9-A535-CC7883C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05  文献检索与综述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07  数据处理与统计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08  科研图表与路线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3545-BC69-4EE6-AB5A-32D056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09  论文、投稿与返修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10  基金申报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11  专利与技术交底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1DEF2-2916-4FF4-9322-E201062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13  科研汇报与传播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14  本地与云端演示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D175-37A9-40C7-88E0-58E0CC2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Harness在第2节解释执行管理，在第14节结合输入、运行记录和文件演示。</a:t>
            </a:r>
          </a:p>
        </p:txBody>
      </p:sp>
    </p:spTree>
    <p:extLst>
      <p:ext uri="{BB962C8B-B14F-4D97-AF65-F5344CB8AC3E}">
        <p14:creationId xmlns:p14="http://schemas.microsoft.com/office/powerpoint/2010/main" val="1051000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A4F98-5DCC-4332-81AA-09E80EA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当天时段与八小时备课素材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CE48B-4927-4965-9DA5-70F8467C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EEF2-6B32-44FB-A7CC-AE4C2A1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41BB2-0EE3-4624-BF7B-D2EC54A3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6DB8-8279-4975-95FB-D4779D7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现场时段按09:00–12:00、13:30–17:00安排；延伸内容供讲师按进度选讲。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F2A6-6D79-4B04-B547-F48F0B5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09:00–12:00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62E96-5A1C-4221-A625-41D9B152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10AB2-434D-4FB3-994E-8E9F247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科研基本功与研究准备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766B-B8C4-4FA1-83B5-6318FA0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48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原理与常见概念、Humanizer；选题、文献与研究方案。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C2093-A01F-4E65-8C92-2B26821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43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数据分析与科研成果制作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18F9E-2369-4741-95E1-8CBEEF8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53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数据与图表、论文、申报、专利、结题、传播与完整流程。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34B37-4C50-41AF-8CA7-16EF229B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短休：10:20–10:30、15:00–15:10；午间：12:00–13:30。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0FF0A-F955-4B72-9603-B5E65EE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正式授课370分钟 ＋ 延伸讲授110分钟 ＝ 480分钟备课素材</a:t>
            </a:r>
          </a:p>
        </p:txBody>
      </p:sp>
    </p:spTree>
    <p:extLst>
      <p:ext uri="{BB962C8B-B14F-4D97-AF65-F5344CB8AC3E}">
        <p14:creationId xmlns:p14="http://schemas.microsoft.com/office/powerpoint/2010/main" val="883690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B9A1A-85BA-48AF-8E5F-A19528A32D3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3925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3F691-70F0-4EE8-8AE1-07F61F0F8F6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9100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AEC3-CE6B-4BD9-82BE-3FBBA33CC8B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3925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FDC5D-6BEE-476A-8216-C4D56DE6AF1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0B5C7-640D-4ECC-8803-08DCBAC0606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3925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2887B-C281-434E-93E7-85A37A9AA16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9100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32B6F-00D0-4123-9699-9A31682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讲师演示中的材料、动作与结果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6196-C936-4B1E-84C9-C00A5C7A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1930-BD2F-4623-AF60-B5D5C7B3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3BE3-E54F-40CC-9F1A-1AF8B5E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C570-B5E7-4A00-9C87-E4E4FD8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每个演示都说明材料来自哪里、工具实际做了什么，以及结果怎样检查。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1C90-251D-4E4B-926A-5769D4E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论文原文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2240E-9666-4DAD-AEBB-D93654A0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定位支持结论的段落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E956-ACC3-4595-A133-80B4CAB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摘录、原文位置与适用条件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4F937-DA41-42B0-B4CA-DA08F37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公开数据表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F951-EC3B-4988-BEB4-B067D83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检查数据、计算与绘图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267C-4E7D-48C8-94ED-2AE914EC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可复算结果与可编辑数据图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4A31F-30E2-43EA-B35B-08B689B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F02EE-4D3F-4089-9CEC-EC62B28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91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逐项对应并整理章节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94548-DA56-4650-9AD4-8C1101AB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Word草稿、来源与缺口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33A22-41F1-494E-9F19-CC55AB68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公开原件、教学模拟和AI草稿分别注明；生成文件后，仍需核对科学内容。</a:t>
            </a:r>
          </a:p>
        </p:txBody>
      </p:sp>
    </p:spTree>
    <p:extLst>
      <p:ext uri="{BB962C8B-B14F-4D97-AF65-F5344CB8AC3E}">
        <p14:creationId xmlns:p14="http://schemas.microsoft.com/office/powerpoint/2010/main" val="2041014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C2230-710C-4026-9057-4A0A4F3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F0C5E-A19D-40E4-A124-CA0321E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F3D1B-85B8-4489-97E8-5488890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2A688-61AE-42B3-93C2-702266DD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CDA77-2E3B-455C-A012-E94A349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CD0F1-5F25-487B-9198-5326B63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36F6-8DF6-457B-8055-BF79B218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F0339-5A34-4643-86F3-FDA1B2A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50D14-16BF-4C2E-A471-41A4849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8357D-EDB9-4318-997E-5011D07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76C20-C727-4BB0-9A13-6C15A25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219E-7EF2-4C50-BC2A-38DE37F8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BE07F-9C93-45DF-8925-4C11F09B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B934C-2F88-41C2-B08F-67D1327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E1979-20BC-4FA6-BB98-39430C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1EEFD-717A-4848-A94A-1CB48EB6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3E921-57B2-490C-90EB-BC75FF8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B82ED-553F-4D35-8EFB-1128688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FB784-5ADC-4701-BB25-EEB3C51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2F88E-3BAE-4ECD-BA73-75A7DA61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4B8AD-F939-4166-B16C-63E47E7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1B964-C151-4935-B6D2-23CF4BF5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DA566-FCE4-4A4F-8B42-BD874D2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BC00B-F637-4D11-BC47-1CCE4E71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61F32-8F52-4892-80F5-A1DD56B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10888-EABA-412E-81D4-DF2EDCB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E84D5-5F57-420B-A913-5CE7F44A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E2BB8-F881-4818-A11C-5F41384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AC186-A7F9-4082-9655-F4C3A03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0106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E052B-84C9-4E63-B4F7-FA38391536B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E4BB-58D8-4CA1-8412-167E4B97A78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249AE-8B79-4920-92CC-DF8A39D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60071-D8CE-4A9D-A257-BB15FBF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E231E-81A3-4E8C-83B6-1FB2A7E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591DD-8EB4-4398-BDFE-8971923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94332-0E27-4C66-8ABA-1A756848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FAE9A-0111-49A1-A79A-8FFB5B06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D3052-297B-43D5-B2A5-531A40F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9FE29-B105-4272-AE8E-187773C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F3E1-5F87-423F-B4EC-F61862F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FC771-D05D-4ECD-8598-A39F96F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F95B-DD8A-4FC5-BC3F-86230DC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F3BB5-9518-4369-BE8B-9FE0B8E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C493C-C204-4781-A833-BD713E8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417E5-EE63-429C-B3A8-0852A8F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2FD1-C3A9-4181-BC1E-3990306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217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65D43-097C-46D4-AB0E-3735756A02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A5D35-3860-4660-8A56-46E2B49152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9DE55-E814-44E6-BCF5-5306DA5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93F40-5D6F-48CA-933F-A917CF3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C6CA9-0AE7-4509-9D35-737CDAD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6AAC-A4D8-43D7-BE70-744DE09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F7EB-4F56-42CF-9570-BE58B28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B82FD-7208-4C8F-87CC-4D82E72E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6E178-7301-4A59-B42B-8D9A6C54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1E3A-18D0-405F-978C-37F9B17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EBB25-7776-434F-BB11-5490729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F2ED0-AC99-48EE-88F7-EF0635A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3A166-9D68-4888-939E-CC64339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BDACF-6A1E-4116-BED9-706A82B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01DE2-E54D-47C4-9057-52E8100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D00A2-2D73-42A4-861C-31F5F43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E45E8-7A46-4BED-8917-DCC7BAD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1BA51-8637-442A-B148-3BDA405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5FD20-7235-4F30-8FA6-C9D5EF76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8670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7A7AF-AB48-4DB6-96E1-3417447C492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14731-284F-4999-A11E-88373F3D85C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59B6B-5F9F-4C4C-8FAC-E2B82C547B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FAD64-DEDA-42B8-A6D8-B66640AE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EF71C-B1DB-4B11-8F76-B5D9217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39C54-B5AC-41E2-8829-CF89627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C4E43-744B-4B1F-937F-7D8B1BD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83F14-2D74-4554-A3C6-93524CF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C4A81-9164-4A01-B104-D01F4E2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7C1C-2738-4477-BD99-C6E882B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3DAF7-DBF0-4641-9AB8-A056101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272EE-1EDE-48DB-864A-410435A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5FD5-A584-4CF5-B20F-1E4643A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0384-0F7D-4960-8CF8-D615D9A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DC4DD-9D11-4CD9-BC9C-024C116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3FF60-F8E5-4F36-AA4D-8B82FD0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648F9-3F24-4F3D-8334-558ECA0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6116-0AF3-4FE8-B826-FCD3E089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F27D7-7C2F-4AE5-A812-096B9B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8341D-0DBA-45F7-AE64-A55965A3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10470-32D2-4AB5-A061-F83672E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251CF-AFC7-4385-8CBC-4E199A0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DBD23-D052-4CAB-B9E3-1DBCDD8C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22D8B-F900-4C58-ADA4-288BB04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1205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2A07B-E69F-4108-81C0-1F20A67E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9C561-844B-4A9E-B078-6C154B9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89938-2A49-4AB2-A762-5ED5D98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3214-7A06-4BC8-8867-6B7E97C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C41C1-6406-4DD0-802D-A10715C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323FB70-A57E-47D6-A773-A6B20E3766C1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952088e46d4b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4D133-A06A-425B-A8CE-CA4DB4EB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A917A-F000-4BD2-9499-7609AE9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28A7C-24C6-479F-A4CA-CC5C2CF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3E1F-DD45-4E77-8AC9-1E29AE0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750B0-2C96-4303-A2CB-46BF619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78D33-4782-4C5F-83A8-A1C6529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E5917-FC65-41F4-B09D-988C86A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2F48C-2684-46EE-8BFA-720FCE2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4360E-52F1-41B7-937B-97CA2348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4879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374DD-4F30-444F-B5C9-5194D93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DD42F-380E-4D04-9941-BB0F109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F782A-F98E-4916-8BBC-610DE48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1554-4B82-4DFB-BCD4-2FE9332C33DB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0B43-85B5-4FFD-B73D-194D014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E0B62-CC9E-4007-BF45-74F893D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3C8DB-6B55-42C8-9C01-A90D086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E532C-9721-4278-A239-8402288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4039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45CB0-1EFB-4272-9A74-D96745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28EBD-D9C9-4356-92AF-926C85E6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7EA9-D0AD-4D39-BA27-D2FDA20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18528-EFB9-47CD-B441-C1B166D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A70F-A3B8-4EED-9AC8-F6A8DEF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E3110-0FA5-452A-AF28-78C705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FC984-A1B4-45E5-9AC5-27EEDC2A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C4BC-93DB-47E7-9724-0AAB6C2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1B7AF-32B8-4CA8-9F79-8C81145A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23EB8-CC85-4571-A644-D7D8FDAB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21B68-65FF-43D7-9760-F4B65272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550C4-ED58-42BC-A2C2-DD74464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A8504-21C1-421A-BAE4-B30EB4D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B2288-9ECC-4F4E-9BFA-3CBEB05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965DC-F592-48DA-A509-BEE25B5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22FA7-B213-4420-9270-1D786D1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AF8E8-AF30-4CCF-9E6F-35DFB10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D1A2D-BA56-4D52-8987-027F8CF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F59A7-C855-47DC-870F-BD3E19E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36773-D4BF-4744-BCD2-CFFF8F2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6FBB7-5F5D-4DDC-9869-F010E01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BECD4-5463-4520-A2B7-01B85DDD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D593D-0E26-43E6-871B-4C6376D2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0AFD6-C8B1-4D2B-8CD0-7F7A1ACB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9C8B9-6EE0-4578-BEE9-E9CDD10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2C509-64A6-4C2A-9770-60B2EDE9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5C034-DC76-4012-85CB-34C093EA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78F8-C5C2-42BB-9D02-462DBC42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5CB0D-014A-492D-9DA2-52BF143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2ACFA-BE99-42D6-8797-A209BC2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F3947-27E9-4D79-B591-285E1AFF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6401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E5973-1FCB-49CA-92A5-77F9483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19877-6455-47D3-A472-082B0D2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23FB5-7F63-4C06-989F-A88C76E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66A22-A9C4-404D-B785-A0D900D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DD8DA-059B-4332-B07F-C0EB3E7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D3E39-AF25-429E-86BA-C5D5B640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72855-DBD2-4B58-B3D2-E07D8CEF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96EC5-138D-4B9D-87AD-1BAB154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47205-931A-49D4-B164-5FD1C7D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1288D-F368-44AD-AEF8-5940718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E63D-37B3-4036-B255-E4193C5D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327C8-3E87-4CE3-9300-DA5AC64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092C2-5865-4D4D-82BE-27B48379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3A782-FD58-43E4-9CC2-B35F7CF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2D730-A298-4E6B-A9DE-F97BD27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4BC2-320A-4A4D-BEF4-C9727D4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152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CCBFA-0762-47B1-A43F-1B865069641B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39250" y="6705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4A15D-1B6D-412E-85C8-422977AC693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38500" y="66913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0A660-842E-43B0-BF91-CAC193BA573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39250" y="54483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5EC57-9A94-49ED-AA07-267849F0E26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38500" y="54340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5B48A-B1CF-4981-BEB6-57FB2881E3D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39250" y="4191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F91B4-FA64-485F-8978-86748F053A2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1767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5EA13-6A19-438E-9C1A-3EA02FA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A9BBB-AD2C-4CAE-811F-FBC113D7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Claude、ChatGPT、DeepSeek 怎样选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5BA4-2117-4CF8-9539-FC33D8C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2F1E8-2D4F-4F49-A518-F95A1870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同一任务：依据公开论文，解释“AI 编造文献”的证据，交付一页说明。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C1F5A-9578-4775-893E-8B38143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D723-6882-4172-AC3B-1022C79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这一任务怎样处理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75625-BB37-426A-829B-DD6DE24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76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选择依据与检查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FAD2-C0C2-458E-B366-9CAB70A5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已启用文件工具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D5EB-047B-4FEC-BB12-0757BB0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读论文 PDF，核对表3、4；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整理结果与限制，导出 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27BA5-F0A1-4AC2-8F9E-122DF7F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适合：已有论文，要说明稿。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检查：原文定位、可编辑正文。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A0779-E0B8-4152-87D9-F8F3FC5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C8F9-2148-4270-B468-FC39150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ChatGPT Work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文件处理模式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9BA76-15C0-4106-8A9C-CF3CFB7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附论文和报告值表；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制作可编辑图表及说明文件。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5E4FC-F598-470E-AF2C-17F992B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720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适合：要边看图、边改文件。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检查：数值、分母、图表编辑。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8E85F-8DA6-4E5E-924A-B66FC9F4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1458D-071B-439B-BD86-D5DA8E3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课程网页方案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AA12-CFD0-49AC-B05D-CDDC0C2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提供核对后的文本和数值；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模型拟稿，文件工具另行导出。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48FA4-66E3-438C-84DE-529461D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适合：沿用课程网页流程。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检查：节点记录、实际导出文件。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2B712-F341-4AFC-8DF3-D5DECBF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三条路线是选用示例，未作三方实测。能否读文件、计算和导出，要核对当前入口及权限。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C949B-CE6A-4935-ABE7-2A5C214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来源：Claude：文件工具；OpenAI：Work with files；DeepSeek：API Docs；Walters &amp; Wilder（2023），表3、4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FEC2-6187-452B-9A1E-FD3A81B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19108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EED3A-52C0-46DE-B332-C377EA6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DF28C-C08C-4D0F-A6AD-A5096B1E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1A639-2488-4F56-8B7C-BF6397A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08F13-09D4-4514-9AAE-3D212B2B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5AD7-7402-4D08-8729-A2861AC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7546-7666-440E-A8CA-4AF2700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7D88C-88F2-4328-95C7-A405A22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6683E-CBD6-4E0F-AA77-B50D3293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5D6EB-B694-42D7-9E2B-8CC07E92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DABF7-185D-4D26-B911-560F85F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62D4-E2F1-4F44-96B1-A0AEE93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5D417-E87F-4DEB-AAC9-9376C77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AF391-4A96-4DEC-AB3E-4D6ADA9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B61D3-1504-4479-B482-C6C43AAF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3BB3-2FC7-4A11-A4F3-156E96F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0229D-BABB-4774-913F-70636AAE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36FB6-E698-494C-8E77-D8B4395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E0259-7546-48F3-B7F3-BFAAAA7B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A80D-2BBF-4B8F-BF03-F557979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2086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DA027-5515-4A4C-ABF4-855ADFB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E48CD-A000-44AC-8B46-E2630F4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学术规范与作者责任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6A443-6E00-4071-AB26-86FF0DB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39B2-E4C5-4EEC-BE41-6B3BA9ED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参与写作与研究时，作者对准确性、原创性与证据负责。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CCAC2-5D9F-42AC-906D-B6D1BF053E7F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286375"/>
                <a:gridCol w="5667375"/>
              </a:tblGrid>
              <a:tr h="8024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核对事项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Portfolio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与作者资格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不能把学术责任交给 AI。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工具不能列为作者。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写作与研究支持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按风险程度进行人工监督与核验，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并按要求披露。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生成正文等按要求披露；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单纯语言改进见FAQ例外。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内容与研究记录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作者对原创性、准确性和完整性负责。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作者负责研究记录与投稿内容的可靠性。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66247-1A24-40BE-8DB9-B26B70B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53225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日常保留工具与版本、用途、输入材料、采用的输出和人工核对记录。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正式投稿时，按目标期刊当时的声明范围与位置填写。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4229-A17B-4692-9110-2262AB1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这里概述两家出版方的已核对政策；不能把一种期刊的规则直接套到另一种期刊。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56F41-B9A9-4FAB-A24E-20D77A0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16F8B-1B25-46EB-ABE3-2ED879F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15502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9C2B9-2061-4787-AE3F-5946CB1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75BE-26DC-479F-A70C-AEB49D7C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443DF-933E-40C5-A236-53D51A34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E301-42FD-4671-9F6F-7189397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5CA32-B559-489F-A963-C1045CA9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5C167-4F82-493C-B3C0-1A04609C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513BA-5326-4A1B-8A6C-9949ED79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9DBE-C3D6-4E76-9664-3C7EB11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38640-C25C-4D4D-8036-AF2551D2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D64E4-506A-4269-B6F7-1F4CFCC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95585-49F9-4E8A-94B9-AFF8D04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7CD17-97E7-4B40-B317-3729B73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B1C18-73FA-4468-97F6-16B3759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A6E71-1144-4B31-899F-9A80E53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CFCE-AB6A-423D-BE7A-D1EBE67B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30468-660F-4DA0-8005-EBEFEE4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08C8F-15AF-4887-9B1E-CB40ADFA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6FE6E-9197-49A7-9BA2-AA2D0E47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82F7A-29C3-44DC-9160-9941331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75594-D89C-41F2-BC97-A27E1763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06DE2-20E3-422E-8A63-F7DF396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7153C-1EEB-4EA9-ABC9-0E4EB60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7120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3BFA-1024-47D1-B0E5-02D1AF454F9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0C287-FEB0-4E77-8424-BC12821AE02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AE8CB-7A88-4562-8DFB-2318E32BBE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08F84-1EFE-4EC3-BB9C-2EA0AF6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FDB2D-0D64-4209-8B2A-E87EED7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 AI 协作与执行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228B-A928-4EAA-8975-F514E80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730AF-006F-4E21-A207-F46C9ED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同样是“整理一份申报书”，讨论内容与处理文件需要不同的工作安排。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0635D-D29B-4962-BAE8-4DE3CCE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638FB-01A8-4CC7-9B93-6040AFA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86F4-DEAA-4B7A-BEA9-EEE31B3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3E4AF-3B13-41F9-8553-480F686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5E7E-A66C-4B4E-B4A9-F817E9D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C941-EF94-4047-972E-FEB606F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申报书初稿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31BA2-9463-4041-9B7D-69E7195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CF28E-64FF-4A0D-AA67-9CE7638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47BE-8800-4CE0-8799-65D2E22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条款与附件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1061B-3B10-490C-9A5D-9742DCD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5A48-BBF8-4155-AF43-0634859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段落与证据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03D0-0519-4567-89BE-4BD72290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Word＋问题清单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C826E-841C-4556-9E29-8D27A27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人负责判断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B8C98-9D95-4AE0-BE7D-5E55D70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91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资格与方向是否匹配；研究问题是否成立；已有结果能否支持方案。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04611-C193-4727-AA56-C2706B9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教学情境：本页说明任务构成，不表示已运行某个 Grant Agent。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7DDC2-6894-4048-90DB-DB143C8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365AE-6100-4F88-8662-EBA3BAC0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1973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6353F-6020-4559-8135-63732697782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333875" y="5715000"/>
            <a:ext cx="1857375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A115F-E3E2-4138-9B49-96B58B72EF8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5072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12B58-C43F-462A-B7C5-4DDDAE3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5B3AE-7BE5-4D0A-9EDF-055AA51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模型、Agent 与产品的关系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3F301-8567-481A-8BA3-030CA88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E4C8-F5C4-4DA5-87B3-0089AD9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这些名称处在不同层次：有的表示能力来源，有的表示系统，有的表示工作方式。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9049D-A716-4C5F-B0EF-9714A8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7143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53B6-C162-4C55-90B1-9ED0427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FBED-9155-458F-8A5B-9706747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生成操作请求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2D7D-F3E3-4588-8877-8078BDF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执行并返回结果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2074-BBA1-432E-A70B-5106189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638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状态：已完成、失败、待核实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B96E-1C20-4140-B7B7-3AD046BD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这些系统如何工作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E4C2-2776-4D9E-AC24-263C8C9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31BB7-9BE5-41E0-8C64-28414DF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描述目标导向、多步行动、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根据反馈调整等特征。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50F5B-E7BA-474F-8F3A-C8B85A46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245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ChatGPT / 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01C87-4F55-4341-B0FA-7DF16EB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960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产品实例；能力有重叠，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不能分别等同于两个概念。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BD94A-90EE-467B-984F-99FF8DD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判断时看实际行为：是否采取行动、读取反馈，并据此改变下一步。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A90A5-E593-4989-8DB6-2C7B3E2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Docs：Use ChatGPT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87F5-16CC-4879-A6F2-586C8EF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914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C533F-C2D8-4899-BC07-845B567DBD0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0490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7465C-0AAE-4AAD-AE95-E8DA559022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4810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CD0CC-3710-4D56-AD35-E426B89CF9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385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F3340-5817-4436-9AEE-B85B0DA6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E374-53AC-4D66-AAAF-F3FC121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Agentic AI 与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5C494-6112-483A-B83F-5912A59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24E0-D35D-43AD-8EAD-72BAB3B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前者便于描述任务怎样推进，后者便于讨论由什么系统承担执行。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62F0E-B4EA-4A5A-844C-EBB6CBC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教学情境：核验一条缺少 DOI 的引文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C222C-1295-4765-8C53-0EB259C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待核验引文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BBD8-1749-4D2D-975B-FE6BCF6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7724-3192-49B2-9FE0-7E1EE57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0307F-E514-4F12-9762-A80548E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查出版页面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C046-7CA2-4B42-ABC3-9706DF4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606C7-D19E-4666-8C87-DCC0899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1910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5A55E-BC23-47B9-B41C-B06D2EC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34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E7E69-60EA-450B-99AF-B9236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438775"/>
            <a:ext cx="152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0384C-8917-4BDC-9CBE-B54A625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E212C-A68F-46EB-B4F1-92F284A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发现缺项后继续补查，依据结果决定下一步。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DAD3B-EACD-40D7-94DD-00DBD12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Agent 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CC9EF-BA91-472A-976E-BB48E02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3887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承担这一任务的模型、检索工具、文件工具和运行安排。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EBE9F-E5DB-4A9B-AACC-C576D99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同一个 Agent 可以在固定流程与灵活判断之间切换。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A7091-8D2D-4256-90DF-DB7BDB6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BFB9D-9B0F-459A-9DAE-86A569F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5670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240CF-1FA1-44EB-8E31-81D1E78A2D5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10025" y="3476625"/>
            <a:ext cx="3714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9114-3CFB-4A0C-89CD-E64DC2E60675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4005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A2AA-369A-45AE-8433-246CA5F15323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10025" y="5024438"/>
            <a:ext cx="10658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0A61B-8AC7-4CEA-978B-6D09C563F10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673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90D32-38EA-41D5-8FF5-8398E717FE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4478000" y="347662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7AEB0-B5B4-4EF2-996A-958C2803CB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28716-F278-495E-B0E9-9B053971C7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7D3FE-4B6E-4452-BBFF-1561DA2A88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8379E-9F8A-45BD-9251-187B28A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75BD-90E2-430F-A43B-DBEDE39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怎样依据反馈继续工作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2C36-86A4-4211-BECC-7122A3A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F4E8D-A099-439F-ACEB-4985B29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一次工具调用会产生新信息；系统应读取实际返回结果，再决定继续、改换办法或停止。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F7DC3-8078-467F-A87E-45048CF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读取任务与状态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7A356-2335-4FD2-860F-8D4564B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选择下一步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934C-5165-4838-805C-A1750DE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2050F-8860-4914-AB2D-511A59F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检查返回结果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7B3F0-260A-43EA-929A-547227D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目标、材料、已完成步骤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7B63-F0F2-4A52-B960-F8777C3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查原文、算数据或写文件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55D9-60BB-4393-AE8F-2152458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工具执行具体操作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FC96E-0EA0-4840-AECF-1E55D951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成功、失败、缺项与异常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5154-81A4-4E22-A343-CFBFC83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5E36D-1576-49A3-A1B7-6D5CA48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FCC2C-A450-4847-B48D-6A56307F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20623-A188-4A5E-8755-5D45E5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82A7A-AED6-4371-B3D2-310ECB6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反馈用于选择下一步；完成或受阻时停止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C251A-CC02-4FF6-9EB4-5506C672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查到原文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DBA86-F877-4A26-A32A-10BFCFE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核对题名、作者、年份和结论所处位置。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10E19-C328-42F1-BA71-ACAFEDC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没有查到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05082-FC07-4E7F-9E85-8AA817D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2460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记录检索范围与缺项；保留“尚未核实”。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76392-8E92-44AF-B2B9-55D4617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遇到异常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EE1B7-78D1-4E3B-B974-468B3F9D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532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判断是否重试、换来源，或交给研究者处理。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39832-FA2C-4BFC-97B8-59063DC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框架示意：箭头表示任务推进与反馈，不展示模型的内部思维过程。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FF5BA-A9D4-4370-B864-8D2C084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6D1DE-42E1-44CD-95CF-41C30284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748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EC62-59EF-4E8A-935E-0D49F135572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477500" y="5834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66F87-BD8B-45CA-BC30-E6145029BC4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334125" y="58340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AC656-7454-4406-8BBB-39433874D3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76337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00DE6-64EB-40C0-AC4B-948097E21F8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48750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DFA9-F004-4393-8A0E-17DD96CFCB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3412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5150-7AA8-4EC2-A4EC-BAE8655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EA73-8328-46CB-9373-C59F4C12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固定工作流与动态决策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575B-58BC-4EE5-A2E8-B9A32CC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AF004-EEC6-4B18-8989-463C798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步骤稳定的任务适合预设流程；材料不完整、路径难以预先列出的任务需要更多动态判断。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0549D-0F7B-4E91-87F1-29B51F1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D4441-EB83-4BAB-BBD3-461F6BF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提取条款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C4FD-FA65-43A1-A03C-80308A7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4B854-059E-4181-B7B6-4C7E0B9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8C46B-3C6F-46FE-882E-957D16F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D9464-1D26-4274-B107-6A08150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步骤和分支预先规定，适合要求稳定、重复处理的任务。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AA40E-A699-4183-9A08-86D90E6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动态补查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9B78A-2B2D-4384-B9F8-D89882D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29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要求含糊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AC67E-AB5F-4399-81CC-060ACF8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读附件／说明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F61C3-2455-4BE6-9420-111659B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确认或登记缺项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A216C-0063-4247-B14C-2A27802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62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按材料选择下一步；主流程可以固定，局部环节保留动态判断。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4D8AF-6A23-40EE-A9C7-0B92692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组合方式：主流程固定，把证据补查等不确定环节交给 Agent。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DF9A4-57DF-4972-B081-EFC541C7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B370-22DC-407F-ADAA-A965F9C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736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42399-8522-4878-937D-C0325D1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FADFC-31D8-4C55-90BF-BDBDD25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ChatGPT 与 Codex 的使用侧重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E621-859B-4B28-918B-8AA587C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FDD05-36CA-4A58-858E-FED1D466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两者能力有重叠。选择时应看材料、工具和交付方式是否适合当前任务。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263E-EC02-4F3D-92C3-E3F639E18E2A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典型工作入口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问题、资料、文件与自然语言任务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工作目录、文件与自然语言任务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适合关注的内容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解释、比较、讨论，以及可用工具支持的产物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文件处理、脚本运行、版本记录及结果检查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都可能完成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使用前核对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当前账户、模式、连接工具和文件权限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当前环境、依赖、网络及文件权限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CA1A-6A80-405E-9CFF-7F18B31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产品功能以当前环境为准；“聊天界面”也可能承载 Agent 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48FB3-AA59-4CCC-A287-F2FFF61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Docs：Use 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4E527-ABE6-43BF-A46A-39D94D1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45093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A0B00-443F-4C25-910C-39F4B4B6E4A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FF556-C9C6-4508-A95A-8306C8031F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24E8C-05A0-4707-BDA9-254DF8E6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03144-B960-410D-A9C0-1FFBCB7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工具调用与执行证据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5D422-761B-4683-BC76-4C37EF7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104ED-FACC-4E2A-82DE-65D9C9A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模型可以提出操作；工具实际执行后，才会有可检查的返回结果。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CB5A8-D042-46EF-8533-C9082BC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模型提出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操作请求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E01A8-19C6-484D-9B81-AFBAF05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390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95F7-B938-4283-AD9E-3E7956A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可检查的结果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0374E-E4DB-4D7E-9FDA-B1A6B0A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57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5CF27-A148-4E0F-8334-4DB64C7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9D976-1214-4137-AFD7-C5ABD0E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ABB3C-A6E0-4A71-801D-C9809B1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721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查询条件、来源与读取日期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0A064-6B2E-4884-A121-EF2582D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9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616BC-6F8A-49CC-A134-ADD6B34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198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数据版本、代码与运行输出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83C0E-D554-483F-9BC5-70078DD2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675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写文件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97E16-E556-47FE-BDDB-348C819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8675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可编辑文件、预览与检查记录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9DC67-7CDB-4308-8983-036532B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“已完成”应能对应到真实文件或操作记录；生成一段描述不等于执行。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2CBAA-04BD-481F-B809-FDCF2BB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1BB54-BC1F-49BD-A80B-E160AC6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39602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5E96F-6C84-4E29-AFCA-1477067C74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4762500"/>
            <a:ext cx="1619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FCD54-F810-4C89-9C2B-488AFD4E07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4762500"/>
            <a:ext cx="16192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9E066-FE2D-4ED4-AE04-1E24354333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0" y="3619500"/>
            <a:ext cx="16192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614D2-8219-453C-B14C-CB0130D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1356-7D53-45C6-BABA-C4F5E4C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7739A-6A75-4CB1-B103-8836594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B6E18-9292-4FC6-A983-0D84B52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Skill 把一类任务的处理要求、参考材料和必要脚本放在一起，供 Agent 按需使用。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6609-2086-4051-A3D7-3FE29E8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Skill：文献核验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E25A5-D09C-4D00-AED2-C4C24E0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DBB9-E0FE-4E94-B083-88D2B61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6CE46-1610-4EE3-B508-0FB35AF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B3334-D8CC-40A9-90E9-F97BBE2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核对步骤与缺项处理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E64CC-59D2-411F-81EB-4AED062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参考规范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8BC4A-0A7F-4DB9-9CBA-E6D1FD6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768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997BA-39E4-48DD-8118-EDB5980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816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A1944-127A-46AF-B48B-6BE40A5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字段、模板与来源要求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67299-76FC-4734-85A6-08F5376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可选脚本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243FF-E04A-439E-A8D9-9B229D21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F080E-D825-4ED1-A5CB-076F84C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5802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082C6-01DC-44B5-864F-282B8A8D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检索、比对或文件输出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FF2AA-ADC0-4E3A-B534-4446637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只有 SKILL.md，也可以是指令型技能；能否执行还取决于工具、资源和环境。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3B85D-B2D3-4B85-B818-3C91F74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28BE7-8270-41CD-B267-A0E0CBE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32931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EE8-120E-4959-A088-90CA29E21D03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429375" y="5334000"/>
            <a:ext cx="147637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AE782-8D2D-45CA-8A5B-7B927F399CC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47148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6297B-7C9B-464A-8908-9AC6046354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714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9D760-F039-4C97-AC53-66D9FDC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77AA-CEED-4179-B4C0-AE260B3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Prompt、Skill、工具与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9F7DF-17AE-41C2-8951-8D4591A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1E8B0-3331-49CC-BF8E-B6ACD1AB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它们分别处理任务要求、可复用方法、具体操作和连接方式。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B2020-E548-47AE-9F29-1655509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本次任务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7031-4BDE-4CAE-A95C-4E32475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6382-18C4-4B32-A8C0-8DD74FF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65C1C-2FB4-4E6F-9A4A-38E41CD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0B51C-0164-4021-879A-484191B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381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工具／数据服务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CE777-0E4C-43D4-9854-F3DF817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614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MCP 可作为连接方式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F3D-68B3-401B-A031-54AB4FC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628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8719-7578-45A9-8ADC-E46F199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这次要核验什么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A9D77-A907-40B1-BD12-D19D5C5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673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查记录、读材料、导出表格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2E870-58A7-4EA4-9DE3-443384E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不采用 MCP 的工具，也可被系统调用。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5A5EC-7405-4E15-94EA-206ADEE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MCP 不赋予数据库访问资格；Skill 也不能替代工具权限或真实材料。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C2A15-7923-43DC-96F6-D78C17A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skills；MCP 官方：What is MCP?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940B9-3C3D-4C25-AA5E-58DBAC4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82480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046C-60CD-4C79-8D97-A7F89AF64F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C119D-A90A-4957-A955-2DD6C86786C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7921C-9D82-481C-8362-B4A547B3CC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3EBFB-336F-4DCD-A071-62794C0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FE8C3-DE9F-408A-8E8B-BF33A6CB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申报材料处理的工作流框架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F03A-B904-40B0-81ED-A20E445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10B16-455E-46C1-97EE-9456106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把每一步的输入、输出和检查条件写清楚，才能判断文件是在推进，还是只生成了更多文字。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2CF3-B4F2-44A4-BA6A-887EF8D8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解析指南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3F77C-AB38-4F1E-BB4D-450687C7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19C1-68A7-4D65-BF1B-8842D63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F03A-C893-4694-8D2A-7A51C8B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核对并导出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CE951-50BE-4021-99C4-6E67597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保留条款与原文位置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C7A4E-8908-446D-AC5E-47D6B52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章节、字段、字数与附件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6BFB4-3C12-479B-B1DB-BA9DAE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只使用已提供的研究依据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E4F7D-89F6-4977-8C15-7AF3C77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检查缺项、引用及文件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F1D23-DBF7-424C-BCB7-61B492D1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0CF16-8573-4589-8608-58C09E5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要能追到具体章节、附件或原文条款。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9056F-84C6-4AF8-9EB8-1DEEC3A3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44818-A876-4045-892F-42A42E5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要区分已有结果、拟开展工作与缺少的材料。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6A2E7-4D2F-4E82-A666-46A692B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最终文件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86AD8-E302-49CF-8F1B-4C988CF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应保留可编辑正文、问题清单和版本信息。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D2C36-1A1E-4D04-9402-3100D7F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教学框架：完整 Grant Agent 的实际材料、操作与运行结果在 Section 10 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9B5D1-92E1-4C14-B951-F7416C25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ED631-C7A7-4B4E-99D8-268D022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4180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B8C31-E310-48C9-953C-407F85F8902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EC07D-71DC-4FA8-B03D-38892D1D13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29000" y="4857750"/>
            <a:ext cx="200025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A1930-B783-46EC-94F9-DDDD05240EE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EAEEA-8F78-4D1A-9E6B-B4CBC1BFB2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29000" y="4857750"/>
            <a:ext cx="20002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6D78-64C5-409E-A9C6-717191F4207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9750" y="3500438"/>
            <a:ext cx="2286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A7B97-F3C9-4058-B887-044695AF42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429000" y="3500438"/>
            <a:ext cx="20002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0BF8B-C0EA-4ED9-9CBB-B705A44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9E48-5633-42BB-9DDA-D7DEBC4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 Agent 协作的适用范围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BC4B-3AE6-452E-BE63-3148EB4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C3C4F-2599-4926-A4DF-35E80F8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多个角色有助于分工，也会增加信息传递和结果合并的负担。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842C-A7B9-4392-8464-137602E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同一任务与材料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96C18-B65A-46F6-A1F4-EEED1DF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70B5-D543-478D-87E0-E5FF378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AC35D-8892-4F98-AC61-D435E4E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38625"/>
            <a:ext cx="276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合并结果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保留冲突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3004-DB6B-4FB8-A413-66EC46F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63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BE874-7B50-427C-BC51-6C1235E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911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25E5-CF96-44DB-BC35-00BC3CB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4D07E-6C1C-463C-954B-FF88FA4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处理统计数据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3615-9EF7-4334-A6BF-D6E39857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核对引用与论证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2274-08A9-4193-93D0-C115CFF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共享输入版本、字段标准和来源记录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A3263-711A-400E-B46E-7617536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分工是组织选择；多个模型给出同样答案，也需要核对原始证据。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D675C-9ECC-4DD6-A31D-6B2196A1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agents；Stanford CS224N（2026），Lecture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ADD68-5EBB-4B9A-8127-B1203A9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35948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C9741-114B-49FB-B620-D3120B69718E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7762875" y="4429125"/>
            <a:ext cx="4286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52FA4-83E5-4F6E-BBF7-3DDD099A9090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524625" y="4429125"/>
            <a:ext cx="1238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43334-B6A5-4952-B440-9302D45FECD6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190750" y="4429125"/>
            <a:ext cx="5572125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63110-DCDA-4BD5-BF1E-BCA9914555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334500" y="3762375"/>
            <a:ext cx="1714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84E46-17AE-403B-A9A2-DDAEC036CB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3762375"/>
            <a:ext cx="952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468DE-A32F-4128-BA35-16093DC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6BEA-5C94-417F-BA72-649040C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上下文、记忆与任务状态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E0DE-3B9F-406C-9E9A-8FDF1F0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BE67E-E920-4C4A-9FEB-289A41F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长任务需要把关键进展保存下来，不能只依赖当前对话中的文字。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B69E-C25C-45FA-9832-12A1CE5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当前任务上下文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B099F-97BB-4712-AE62-71C08C1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4AC4-7EDD-40B3-B6E4-498EBC1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BFCFC-6280-4B32-BD38-40E2352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A2FC-78D1-46C4-A88E-78181CB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86125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接续任务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5D4BA-070D-4858-8D55-4374798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027DB-568D-4D74-AD3B-9AC48A6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4CBE4-7AEC-4516-BA91-84A7057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515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F3BD-1AB4-429D-9400-5A09AB4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1F438-07A8-42F9-9C71-1CB4E99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8103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D71B3-47BA-4285-805D-9C20C75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9151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61A50-6D07-4DA9-8437-9517B6D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4857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待核实／失败项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65DD9-C8AE-4E35-A723-7A2FA4F1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103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7006-A782-4B7F-B3F3-C5872AC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15150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C3C4B-56FA-4F32-9D67-9CC40F63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摘要用于接续；原文件、来源位置与版本仍需保留。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1C811-5FAE-4FF4-999E-515E728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对话摘要有助于接续任务；重要结果仍应保留原文件与可定位出处。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C029E-8C05-407E-AE1B-BB4D434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10；Anthropic：Effective harnesses（2025）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12075-9339-4BB1-8E7F-E5337483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31821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52DD4-7408-488E-80BE-7BF8824BD48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382125" y="5429250"/>
            <a:ext cx="26670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2F78-4CF1-4551-B706-1F1F2CA3A0E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91500" y="47625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5CB3D-FA82-422B-B65D-E63DE8B979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29000" y="4762500"/>
            <a:ext cx="1333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C68B4-98CA-4EF3-8FB9-E5A9A5F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4CFB-A6E3-4CD1-AFB2-529C307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Harness：让 Agent 持续工作的运行安排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20AA-77D9-41A8-B43B-FF96E4C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1C66A-A8E2-4BDB-B7F0-854FB8D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模型负责生成判断和操作请求；Harness 组织这些请求怎样执行、留痕、接续和停止。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1B0F1-B7F0-40C3-897D-292CF90C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0191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F5D3-6E5C-40DC-815B-8FFD856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38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Harness：组织执行、保存进度、处理异常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349D-5307-4DCD-94E0-FF1B63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597C3-F251-4562-8B8E-05238CBD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D9A90-9742-42E9-B194-FDDB965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96250-4625-49D5-932B-BDC99F2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模型选择下一步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 Skill 中的方法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B7A24-AEFA-4456-8525-718F67E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390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返回实际结果或错误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8EDA-0CA3-4441-90F9-EE941FD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34125"/>
            <a:ext cx="923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状态记录与结果检查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77F70-F20F-4F00-ACA1-29D96AF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权限与完成条件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A0FE6-1E99-4F63-AEF8-5328D68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课程框架：用于理解运行职责，不要求掌握接口、代码或部署参数。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7DD37-74CA-4838-96E6-BB964C6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Docs：Architecture；Anthropic：Effective harnesses（2025）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3F962-E5FB-4F0F-A4B7-7577AD9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2683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4469-34D0-40E2-8DD9-E53EB95AE47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4762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CFE5E-64B8-4BCA-B63E-9B621B00B98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42975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D8958-436E-4FA3-9B73-25CACB7086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0050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F3CC5-1786-45BB-8336-9024330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2F4C2-D78F-4A1F-97D8-E553411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中的材料与版本管理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12C1E-DB59-4BE8-AEAD-4D0717F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33EA0-8BEC-41A4-89AC-B892F07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同一个任务接着做，首先要确认接着处理的是哪份材料、哪一版要求。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B600-5CF9-4B64-BCDB-FAE3874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来源＋版本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E9071-3CF4-4A46-90E0-E886988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2FE5F-D827-4458-8185-AACA5A4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0635F-7568-4BFF-A7F2-A8C0F42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运行中的任务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E39E-314D-4282-9F0D-E862052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输出文件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对应输入版本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9D6D-9BE1-4D9D-AF51-3093943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DCF46-CA46-49DE-A5D5-627C7F8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C30DC-90E7-4260-941B-57D8653D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704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进展记录：已完成／待核对／失败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E3BB1-57D8-4AEA-A235-1727989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864E9-EAF8-41F3-8C58-6B1F51D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000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标记受影响的章节 → 重新核对 → 再更新完成状态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AED82-55CF-4B16-B44D-258E2C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教学情境：指南更新后，应标记受影响的章节并重新核对，不能沿用旧的完成状态。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59E8D-45BB-4CBD-B20C-C847704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7C22-5812-4A31-B7EC-E39757E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84463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0B000-118E-4B79-AEB1-BC8A63AB26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25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692A-8DBA-4997-8113-D255FF6C50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751D7-0D11-4A44-B53E-DFF9787E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A2102-3283-4EA2-8CEC-85680E8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中的工具权限与人工确认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0BAA2-BC21-4AA1-9AC3-541779C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68D20-3C60-4587-BD09-1A03BCB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任务可以连续推进，但读取、修改和对外提交需要分别确定允许范围。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E76A-C9B8-4616-A81A-6E9045C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B38EE-9D80-4E32-854D-9AB3484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F9CA-0DB7-4D96-9A88-D22B94A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对外提交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C982E-42D3-40E2-AA1A-759B74A9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限定文件与外部来源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319E2-90C6-4F04-9F71-8B5C642E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限定写入位置，保留原件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D06DB-73BA-4667-85A0-FFFF737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按授权范围，保留人工确认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0D693-7996-4489-A7D2-D27980B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283A0-9450-4459-B46A-F2A5C77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敏感材料的使用；关键文件覆盖；投稿、申报与对外发送。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7A504-BDDC-41BD-B83A-FAA6BAF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本页是科研运行建议；权限细节须与学校要求、工具能力及任务授权一致。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8AA73-24B4-4994-9ED1-632BD6E2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Docs：Architecture；MCP 官方：What is MCP?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6D5E9-8F4A-4038-A0FC-A6AA9D7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75495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977F4-BD5F-4745-9E60-FED5076E26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FFA62-0A71-4A83-9A9C-62C7D7FF5CE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9D775-415E-4961-8BA8-6996386A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28274-A285-4582-8DC6-7FEB884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中的失败恢复与停止条件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B9BB-EA8E-4FC4-BFC3-F391137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3592-A3ED-4AB5-90D0-396DE1D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可靠的接续需要知道失败在哪里、已经保存什么，以及重试是否会产生重复操作。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F2C35-36C5-4AAE-AD33-0B70345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记录失败位置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AC025-5C0D-4237-9F0B-073E0D5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判断能否重试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6D75-F6C4-4CC2-87D1-2836E7D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恢复或交接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5230-DE01-4CD8-A486-F729B34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工具、输入版本和错误信息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A57ED-A51E-4C82-B394-735EAE8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权限、来源、次数与重复写入风险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2A50A-8003-4AB6-A573-043BF58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继续未完成部分或交给研究者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DA0FD-7D83-4C01-B2F9-0B85B31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检索未命中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F21A1-9BDC-42A3-8B0E-D227C77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可换关键词或来源；仍无依据时标记尚未核实。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4DB20-4F4A-479F-A032-452E6047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文件导出失败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08F62-C5A7-43B3-8B96-14C00B8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保留正文与错误信息；修复后重新导出并检查。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8D310-5FCE-4F70-BDCC-5C97E80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已执行但未确认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79322-3360-4C54-8BF2-3365C06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先查操作状态；不要盲目重复提交或覆盖。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33254-8C6E-46F8-A80F-EBD2BC7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达到完成条件、资源上限或人工判断点时停止，并留下清楚的交接记录。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141F3-C802-43C8-B53C-A7193B9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7681C-5A52-4497-BC31-70C1A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7324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8A008-AB4E-476B-ACEE-A1C53D9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2CB3B-966D-4FDA-AFA3-C5488F37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的完成情况怎样核验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F822-F901-47A1-A8D8-DC471E3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6C9E5-00ED-4E90-BADA-51359DA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从运行成功到科研可用，需要检查不同层次的结果。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6A26-DC58-4ECE-88C8-917B033561A2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检查层次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可以检查什么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通过后仍不能推出什么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运行与文件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工具返回、文件存在、文件能否打开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不能说明内容正确或任务完整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结构与要求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章节、字段、格式及必需附件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不能说明科学论证成立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数据与来源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计算可复核，引文和原文对应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不能自动确认研究价值与因果关系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任务与专业判断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实际要求是否完成，限定是否恰当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不能由少量示例证明所有任务可靠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736D-8153-4123-A1D1-0F9103C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演示一次成功，应报告具体输入、范围和检查项；测试结果按实际覆盖范围解释。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D10B-40D2-4902-B116-C44A6FA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B85D6-3BC7-47FB-A4DD-E399B6D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73197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AF5D4-40BC-4D54-887B-91494AEB8A5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29750" y="68341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76FAE-94FA-4C43-903B-285E06FFD0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24250" y="4953000"/>
            <a:ext cx="1714500" cy="1881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24B79-BE6E-4E70-AC61-4FC5184B524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429750" y="5662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627D5-55C2-41E2-9B87-7FFE233E3B5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24250" y="4953000"/>
            <a:ext cx="1714500" cy="709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C10E-6CA4-4711-9ABD-5B3F1868703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44910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78E72-247A-456F-8F31-7C0F743572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524250" y="4491038"/>
            <a:ext cx="1714500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6D88-076A-452F-B78D-238E0045FCF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3194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2CB6-207C-4260-9601-A9874B1940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524250" y="3319463"/>
            <a:ext cx="1714500" cy="1633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1A4A4-4666-462C-8B40-F88ED3D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912A2-0CAA-4292-9582-3DF3E57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科研任务怎样选择协作方式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B3B7-ECE9-45E5-A071-0B257A7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7F1E-E3B4-4680-A8A6-E669F83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先判断任务是否需要工具执行和持续记录，再决定采用多大的自动化范围。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35DB-1530-4293-A8D7-833B0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当前科研任务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35FE-EBE3-42BE-A944-9206547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讨论与解释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0FA69-30FE-4D7C-8F09-817ABDB2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对话协作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888B8-2081-4550-AE0A-D7DA7AF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2432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步骤稳定、重复处理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9E49-9367-4466-96AF-FED5FF2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2432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479FC-163F-42FB-A6AF-0C39890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590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需要边查边判断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316F0-D104-425B-9D32-E125C1E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9590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Agent＋工具反馈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8CB55-58F5-411A-8663-AFD53843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6747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需要跨会话持续完成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BD753-FEC4-4195-824B-F56E646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补充状态与恢复安排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F696-8AF6-499B-8119-D8CDB86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后续课程：按科研任务展开；Section 10 看申报流程，Section 14 看真实运行与接续。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9D7F6-54CF-425A-967D-08109F4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agents；OpenAI Docs：Architecture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D82C5-EA94-41F2-99C3-C993F1D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00382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390AE-3DC4-4417-8CD1-9C1DEA55C44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D5F68-FED8-4B20-BE9D-8962810023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00612-9ED5-4D24-9C1E-B2A0E98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C3ED2-969D-4DBD-91D5-65CF7C72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 与科研表达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DB017-5614-4AB5-BB1A-924DE78C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5B5E3-8FE9-45C6-B7E9-BB48D11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让读者看懂谁做了什么、依据是什么、结论适用于哪里。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1D7B5-5833-4B9C-92A4-FB2CF34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读懂原意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D34C-3D89-48E6-BB13-C031D7D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088EF-1DF7-47CF-8360-920480F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CAA43-96DD-4FCE-B24D-B041488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作者要回答的具体问题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BAB3F-6E6A-4F1E-BB57-43EBB2F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去掉空话，理顺句子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528FE-960C-4995-A5D0-829BE1FB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事实、限定与引用仍一致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6FBC-BD1D-4E1A-AC39-7B25905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作者判断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0212E-C411-4929-9B38-992C315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作者能解释句子里的对象、方法、结果和限制。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13108-04BA-4202-BDF7-441E47C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Humanizer 是文字修订方法；专业内容仍由作者判断。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1BB0C-2F93-4F7B-BEB4-D85B50B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9CA6-54F5-47AF-BEA4-A45C2052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16701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64F25-4372-4C00-90DF-9985CB67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F1DC5-7AE9-466D-AA00-C2F753A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一段空话为什么难读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B9E5F-6AED-4B64-AB07-863AA131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12245-24C3-45BC-B552-1910EB32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问题常出在缺少具体对象、动作和依据，而不只是某几个词。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3BD02-58A7-47D3-965E-7FCCC81C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本研究立足前沿，聚焦关键瓶颈，构建多维协同框架，全面赋能科研创新，为相关领域高质量发展提供重要支撑。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0C8DB-F3B9-4239-818A-A9B2D15D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立足前沿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DAF0-1A29-4C1A-A3B8-DC69789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A4BB9-02C2-4CE0-8D67-030A912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哪个研究方向？与哪些已有工作有关？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C3521-D371-499E-9FD9-243065A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多维协同框架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E3378-C33F-4C57-A838-11F60C53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3840C-A986-4F51-BBE9-052128E0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2452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包含哪些对象，怎样发生作用？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481D9-7437-47FF-85D6-7C94476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赋能／重要支撑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A7D4E-D95A-47D0-8C80-41E2810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71710-4FE8-458D-BC83-AB0A1C88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具体改善什么，凭什么判断？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78813-3020-4C2A-BFC1-1158751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示例为课程编写。没有研究材料时，删去空泛评价，具体内容留待作者补充。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A312E-39E1-421D-8A18-1985890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A1CEA-C68C-400C-A419-1B8FE76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565954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41A54-ED32-466F-82C7-CEB80CBD494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4667250"/>
            <a:ext cx="29527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547B2-2845-4BDC-ACA0-9F34D15112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619750" y="3810000"/>
            <a:ext cx="2952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E4C09-5885-453D-9AA9-1154784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33D54-F80A-48F6-839A-360F6FA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材料不足时怎样修改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9140F-3F6C-4DB9-8A95-8E61CA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DCD95-E57B-4704-9E18-A06D0A49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有具体依据就写清楚；没有依据，就把缺项交回作者。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74F4F-9E16-4AF6-B97B-B310A42D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这句话有对应材料吗？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67602-CDE9-4F62-9724-F3172A4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有：据材料重写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77F48-D078-4D3D-A557-383A6B09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无：登记缺项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B2986-E040-4D0A-A996-0183B53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“显著提高性能”需要比较对象、评价指标、测试条件和结果依据。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922EB-081F-4B22-BE5A-C8F1050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表达修改不能把尚未提供的信息写成已知事实。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5E7E4-797A-4BDF-8B09-CCF1641E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74E54-8E77-4892-941A-343E607D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3738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F4D53-DE9A-487D-A2FC-E15CD33E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56A30-6E87-4F83-8A64-ED4A10C7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删掉“可能”，结论就变了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2E51-60F6-434D-8BFF-853F56C4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28A7D-5417-4948-B0B1-E8BD3919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限定词表达证据强度，不能按“更有力量”的要求一律删除。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881C-28A6-45B8-A388-D3A16A95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原意：保留可能性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CFFD-2790-46AE-BC7C-3A1E254E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更明确的反馈可能帮助学生改进写作。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CC14-9466-499D-9487-1DA4252B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71975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C6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0D4F4-FCF4-408A-9F5A-E7B16E89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润色后的风险：判断更肯定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F66D8-3554-4657-9336-333592C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更明确的反馈帮助学生改进写作。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AF028-8ADC-4DF8-BA27-F4BF4ED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“可能”被删后，陈述的确定程度提高；流畅度的变化掩盖了论证含义的变化。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7744F-4E81-42DF-A899-145709A5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据 UCL 2026 年课件第8页的英文例子作中文转述，不作为本课程实验结果。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49136-DC7C-46C6-A7D5-F5DA95D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来源：McKinley，UCL（2026），第4、8、10、13—14页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167B7-7640-4DCA-B1A7-3055FE8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965515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45E18-5CA0-4A28-B0B0-51D10A96574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6000750"/>
            <a:ext cx="15240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A5966-7F0B-4EDB-8761-ADD1BC4AA25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810000" y="5924550"/>
            <a:ext cx="15240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31880-FDB1-470C-8E94-98FD18127A7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4914900"/>
            <a:ext cx="1524000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107F7-9784-49D4-97C1-8F027C85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281A9-D14B-47FF-89A7-51B00F18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改写前先锁定研究信息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2961D-B037-4186-A6D7-89BFD6D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7A017-748A-409E-A279-3C73495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文字可以重排，数字、对象、条件和逻辑关系需要逐项保留。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41F3E-E173-4139-9C8F-6F6680E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教学模拟：在本研究样本中，变量 A 与变量 B 呈正相关；尚不能据此确认因果关系。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625DD-292B-48D2-AB2A-91A610C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保持含义不变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40AB8-F460-4D9E-B82C-FF8AB9ED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EE76C-B1B6-45C1-B4D1-AC313D12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D2A7B-370D-4E9E-A627-802DCD9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626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关系与方向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53177-4C71-4516-A971-D5246B8D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76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 与 B；正相关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A5005-210D-4F92-9BC5-1EA0876C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722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F0E15-2BC7-49A7-BA3F-D351445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865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尚不能确认因果关系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35D9A-754F-4F1B-AE6F-B9F6D504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“相关”不能改成“导致”，“本样本”不能改成“所有人群”。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4D140-DFB9-472D-8982-24438F4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C7A91-22B4-49A4-BA2E-75E15DA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834889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1BD4E-918D-4023-8751-7B071B4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E74BB-99C9-4E8D-A59B-61239482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检测分数不能代替文字审阅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F7FA7-8772-4D4C-9958-8DBCE7EC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F0076-DE8D-4DDE-BEDE-F37D99D0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历史研究发现，人工写作也可能被检测器判为 AI 文本。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357B0D-33F2-4A71-832D-869AF248DA1A}"/>
              </a:ext>
            </a:extLst>
          </p:cNvPr>
          <p:cNvGraphicFramePr/>
          <p:nvPr/>
        </p:nvGraphicFramePr>
        <p:xfrm>
          <a:off xmlns:a="http://schemas.openxmlformats.org/drawingml/2006/main" x="762000" y="3286125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9c7f84ed045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77953-7B72-42EE-ACDE-D7A669F9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2023年研究：7个检测器的平均误判率。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FB7E-E60F-45CE-A3AD-89C5D99B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样本、检测器和语言不同，结果不能直接外推。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2BA5E-9360-4949-85D2-FF1A8CFB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本课程检查表达与事实，不承诺“检测通过”。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AAE22-A9D1-4998-B31C-9D13ED4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历史英文样本研究，非当前检测器排名，也不是中文学术文本的错误率。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EBD18-55B1-4564-9889-0A0196F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来源：Liang等（2023），arXiv v3，Results / Fig.1a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8B1B7-EAEF-4D27-B06A-9E57B0AC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10510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B675B-BDDE-48D2-912B-CB827720A6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F6796-B557-4B75-9D53-65AEE968AE2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04B03-0CE4-486E-9F7B-59264BB6E18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86680-0E34-4D7E-B802-A7F4D1C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4BAA1-0970-412B-A0A1-D15AAD8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一轮修订的完整过程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445DA-CE10-42EC-9095-24094EE5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913BC-2AEC-4D43-AE98-6A49DB3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先核对内容，再改表达，最后与原稿逐项比较。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F1966-1CDA-4AC2-8B49-F6C3589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ECCFB-1767-417C-ACB8-3AAE4EE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157A6-DEA6-4EFA-A2B8-65B6ED5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修改句段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6B7C0-FBC2-49A5-A163-8D5432E1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F0468-C971-43C5-AA84-E4AE476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记录版本与材料来源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F14D1-B533-4398-AB72-EC8A1AAE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空话、跳步、指代与语气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90CF7-0F3E-48AE-88E0-6CB117F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按对象、动作与依据重写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EB5D-FD86-453D-90C7-DCA8F50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数字、限定、引用与结论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61D91-A287-4FE1-A603-F72CC3FF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B515E-0A5D-4FC9-BCE8-B71474C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原句、改句、修改理由，以及不能自行补写的内容。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E4358-D5C6-461A-883A-FB3F29AA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交付包括修订稿和差异说明；作者需要知道哪里改了、为什么改。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C1C2D-F721-4A98-9029-0C32B600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93565-4776-476A-8953-345FAFE5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67680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B06E0-1372-4A9B-B117-267A57B3466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3993A-6422-4F50-B50A-715BDA9A40C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B4A1B-62FC-484C-A49A-24D539E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EC38D-A2B7-4E21-9B15-3D8A1E0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论文段落：写出对象与操作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C00F2-A91A-4C18-B29E-1D7EF125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9654F-CEF0-45FA-8FA6-198D1B3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用具体方法说明工作内容，比“系统性研究”更便于同行判断。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53AAA-86C7-4D41-A494-CB0C221A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C1674-3A5B-4FDC-9E7C-AB2EAD4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4630F-B41F-4CDF-9C39-E53146DA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本研究围绕相关问题进行了系统性分析，揭示了不同因素之间的内在联系，为后续研究提供了重要启示。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DBA3A-6AC4-4103-8262-C49A880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本研究比较两种预处理方法对同一数据集分析结果的影响，记录差异出现的步骤，并讨论这些差异对结果解释的影响。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8D36F-1E43-414E-9D51-FF6EC5B2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F3A5C-4FF8-4697-8F86-20B83E73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同一数据集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D068D-5095-4B82-ADE9-66F7E339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两种方法分别处理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51CC4-D59F-4B4C-ADBC-C3B203A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13BE2-790C-425B-ABE7-AA06F81F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改写成立的前提：作者材料确实包含两种方法、同一数据集和逐步比较。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723E3-983A-495C-8EB7-71E69C4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课程模拟：本例不是已发表研究，不能直接用作真实论文成果描述。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C2F58-0B48-4745-AE1B-DB537872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8F3E4-7C6F-446C-8CEA-360FE47A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236323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ECAF0-A0AB-40D8-AA85-EE22FEE8874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780A0-2BCB-4565-B0F6-885D074FF62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06F82-1C06-4752-8DBC-CBAAFF0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A8247-7962-4EFE-B508-CCFAB897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申报书：把研究计划与已有成果分开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C9836-1823-454F-B2CA-881AB25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0CDB1-6B43-462C-82E8-8D7D554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拟开展的工作用计划语气，已有基础用可核对的材料说明。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B8781-83B2-4958-ADE2-29B4C25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24399-1288-42F1-A6A3-481199E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本项目已构建完整技术体系，实现研究流程全面优化，将有效解决该领域长期存在的核心难题。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3DB2A-CD05-46D5-AF07-44C9A906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3401B-4C7D-48C6-9BBC-A80B7899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AD5A7-7158-4400-9DBC-032AEE4C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本项目拟比较两条技术路线，分析关键条件对结果的影响，并通过对照实验检验方案的适用范围。已有基础另按实际材料说明。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497CB-EB6C-4880-8072-AC168A7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2689F-2B64-4C82-94B3-E972B47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6D886-0D5D-4ADE-84C1-1B08CD51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预期贡献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B62B1-4D2A-4979-81A4-3885F24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能定位到数据、论文或记录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A6D25-3753-48C5-AFE4-215559C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目标、内容与验证办法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E6CC9-2F59-4D8F-909E-4CCC67B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明确条件，避免保证成功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548CF-4FBF-4841-8834-130F8812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课程模拟：本例未提供前期成果，不能保留“已构建”“已实现”。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02719-CF8A-4EB1-8F25-733CCBE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AC651-9F96-4B51-96E5-C50FF5D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747047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E1B6B-AF7C-4C6F-B0A4-1B8BADE3AB8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B7ACF-3F40-4F0A-BAB9-E4DC5BEE159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3CC0B-C61F-4E80-B4B8-63F824AC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4ECC-EBA7-4E78-B156-F9A4EEE2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进展报告：保留没做完的部分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78EE5-F157-4F8D-89D1-CEAAFC44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0FEC5-3F7D-4563-A774-0C49651B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读者需要知道完成情况、问题和下一步，不能只看到正面评价。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D0E55-7AF3-4914-A0C3-0CC81C8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277E5-EBA9-47E8-AD48-8FB8C076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项目整体进展顺利，各项任务稳步推进，已取得阶段性成效，为后续工作奠定了坚实基础。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435D6-A077-4E0D-BB47-5E164A42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088F7-00FD-4631-8982-22E3714F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EE13E-A05B-4FF0-9617-7E9095B4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已完成资料整理和分析方案初稿；原始记录中的缺项仍在核对，统计分析尚未开始。下一步先补齐缺项，再确认可分析的数据范围。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7510D-2D8C-4B10-BF94-A796F2B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99F39-C18B-4863-8F9C-A78755A9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04025-57A4-418C-8067-FD9156C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4155-FFCF-4A46-B9F1-D3C14CE3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资料整理、方案初稿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75B16-76D8-4AE3-8639-8A8FB6CF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缺项核对；分析尚未开始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A0BCC-FA08-4789-A2A1-131A8A3A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补齐缺项，确认分析范围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7E909-710E-4780-8020-4D49DD7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教学模拟：保留“尚未开始”，不把准备工作写成分析结果。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647A1-1BE5-48C0-8E82-F63A0085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1BD7A-FA5A-4938-9F1F-F3C02AF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03415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EBC2C-A118-415A-A147-9FBDECC3E8F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D0849-C16F-4D90-A889-997645AFE40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9484E-18CA-4808-AB48-0D0E439D31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94375-B9D2-4D83-AED1-B7D41F6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80BB7-836F-47F8-8DC8-ECC2976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PPT：把过程画出来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7D6D2-57D5-4726-A369-C8D9A75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DC796-23DA-4A59-B1F7-279D7A6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页面呈现步骤和关系，讲师解释每一步采用的依据。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B2561-1608-4830-AF6A-F8E65D5F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文字堆在一起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72A67-A69F-4EDC-B6A7-6DF28BD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本研究通过多源资料整合、研究要素识别、逻辑关系梳理、综合归纳与反复修订，形成完整的研究问题。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F6EEE-343B-4FC7-BC61-75A38A0B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用步骤和依据组织页面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EA1EA-7855-43B5-BD03-8FD4A0B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A6744-BA52-43D6-AC7D-6176E66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C7288-4735-4AB6-AB35-EC1907AB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形成研究问题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C9A19-E1C0-4BE4-98A7-BC5CD3F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检查可研究性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B2173-244B-4A76-BF9E-107F9402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明确范围与来源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91A54-F630-4B30-822A-B641B9C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对象、方法、结果与不足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858BC-FEFB-4AFF-982F-C310C4A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限定对象、关系与条件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6821F-4501-4393-A964-B67D94F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材料、方法和资源是否支持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BD203-D100-4367-97D8-85FF6469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课程框架：流程图解释组织方式，不能证明某个选题已经成立。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4B7CD-05CC-42A2-AF0D-1D18AEE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Communication Lab：Slideshow；Humanizer 3.1.0：本机技能规则；课程编写：教学模拟，非真实研究结果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47613-CE08-4D92-8761-B88AC38A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98974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058DF-D762-4DE2-A686-EDE9EB8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8672-5E74-4BB9-9F8E-923B289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图注：交代图里究竟比较了什么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5A518-8A79-4D3E-B963-016ECA06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34488-D6B1-46F1-BD8A-7DACDB1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图注需要说明对象、指标、分母和来源，评价性形容词可以删掉。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EBFFF06-4EE8-49EA-AC86-B22858A1AADD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6858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cef47f7d4b4a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E67D7-3F2A-4ADD-9799-660381E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评价性图注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967CA-4D71-4134-9D5D-1D9D158F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“两种先进模型的表现对比，充分展示 AI 能力的持续提升。”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3DC09-2697-4D19-A5AE-61A9884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说明对象、分母和来源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2093-76F0-4355-B9E2-ED3B82E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590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图：所引文献中虚构文献的比例。按 Walters 与 Wilder（2023）表3报告值重绘；n 为生成的引文条目数。结果限于原研究的历史模型与任务。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4756D-A653-402E-975A-071F64F3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公开真实研究数据；本课程仅重绘，没有重新运行原实验。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700CB-F06F-4242-AF7F-917531D0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来源：Walters与Wilder（2023），表3；Humanizer 3.1.0：本机技能规则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01DD7-811D-4FBC-88CF-BFD733C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623804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32BDC-8C49-4E7B-8A53-372EE8C272C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0CC04-1ACD-4C57-BA9F-7A33C392CE3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3D43A-7A2D-442A-959D-3C94F3D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76CEC-9860-4CC8-A99C-06F4904A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评语：指出位置、问题和改法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681E-EA65-4074-9C31-06D1D615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85844-5A52-4E3A-AB37-2BE3A80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有用的评语应让作者知道下一步改哪里。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6897F-B92E-44B9-A3EF-E79D396B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6B91F-80A2-4ED2-BA6B-FD2027D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文章整体质量较高，但仍存在一定不足，建议进一步加强逻辑性和学术性，以提升论文的整体水平。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5EFC9-2E7C-4DD8-9538-D27C5220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007AF-C3AC-48F7-9E19-D32F169E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53AC3-27C7-46C4-95EC-6B40124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第二段从相关性直接推到因果解释，中间缺少研究设计依据。建议保留相关性表述，并在讨论中说明尚不能排除的替代解释。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00A55-33CF-4517-98AA-D6BB4EC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57F35-3525-41E1-B68E-36AE1667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A1462-599E-41B2-B4B2-0F8B935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260A0-C6F7-4C35-B93D-79240588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第二段的结论句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0B12B-1ADC-45BC-873E-3C548D3A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相关性不能直接确认因果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C28AA-EC73-4962-917A-F354B0B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保留限定，讨论替代解释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A8016-4AA3-414E-91ED-2D2F407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教学模拟：真实审稿稿件与评语的使用须遵循相应保密要求。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EB17C-BB63-4867-8C88-9A39008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1E7DC-4410-489D-A1FB-120FB37C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531535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F31F6-BCB7-42E4-A01D-A2D8FF99CA0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2250" y="64198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03343-E36C-4411-B098-F95638A6A04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72250" y="500062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C0F53-34E8-4D59-BDE4-6634D17330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814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255FB-FBAA-4997-BD65-6C090320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ECC89-9D4D-42BB-B218-10738AAA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中英文转换：保留术语与判断强度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91BD-86E8-499C-99B3-1340200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611A9-BEE1-48EF-8780-69145765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同义改写和翻译都可能改变条件、否定或推断关系。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91F28-F3DC-404C-9388-CFFA4A6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may be associated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E5E-BA93-47C6-A3DF-39C55AA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可能与……相关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5F971-85BA-47AC-B9E7-0BF58BB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不能改为 causes（导致）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04956-A599-4D1B-9F13-630D5BC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in this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7C9F4-3BE6-42EC-89A1-168F0DF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在本样本中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ADFB8-D365-4561-8D95-2249B74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不能直接扩大到整个人群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29C3-B7CF-49F9-BA1D-914A3EC7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did not detect a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BFA64-D6B1-4CBA-A46D-B7B05A3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4837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未检测到差异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5C0EB-A4A5-48D1-94D8-55B79F19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151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不能写成两者完全相同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A888F-022A-4F3F-BECB-42E843B9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教学示例：术语选择与统计解释仍需结合具体领域和研究设计。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C49AF-A2EB-4176-9519-9E511848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3.1.0：本机技能规则；McKinley，UCL（2026），第4、8、10、13—14页；课程编写：教学模拟，非真实研究结果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0F13A-11D3-4B54-BDF2-5108EC2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1397834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442C8-33B4-4743-A884-6CABECFAEAB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AE285-F9EE-47F5-A096-75051059BE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92C37-D4CB-42DB-A591-4C8912D9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2851C-8DF4-4E4C-B620-D6EC2031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给修订任务写清边界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E5C73-1DC9-47BD-AB09-95950CA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8061-AB0E-42CB-B4A2-4C7AC8E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要求说明保留项、修改范围和交付方式，减少无依据的扩写。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5C3B6-123E-48B7-BA87-8DC8439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请按高校科研材料的语体修订下文。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保留数字、单位、专业术语、引文、否定和限定条件。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改掉空泛评价、重复结尾、指代不清和过长句。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不要补充未提供的研究事实。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交付修订稿及逐项差异说明；事实不明处另列问题。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72DFC-5B18-4077-9CB5-B02CDA8E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作者原稿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B5939-57C2-4129-951A-75E4BABE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F398D-325D-4194-B01E-38270834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修订稿＋差异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15B20-1872-4ECC-9DD7-EE46C07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课程编写的任务示例；提示词本身不能保证事实不变，需要再次核对。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4FAA4-768D-4BE2-9217-72C16B5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E4DAA-AB55-47F9-834A-6D31D31C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647973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709D7-779C-4C35-99C9-8D3F59A3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41F6B-38CE-4B8B-8E50-5D5D5EA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差异核对：表达变了，事实还在吗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1ABF9-7306-43EE-8A43-279532F6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D2F35-D7C8-490D-AFFC-41C813D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把修订前后并排看，逐项核对容易被顺手改掉的信息。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A84F6-8DC1-4C26-AF09-6CC7C3A46D2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6286500"/>
              </a:tblGrid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风险改动示例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处理办法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研究状态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拟开展 → 已完成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需要撤回，不能改变时态事实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推断关系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 → 导致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需要撤回，不能提高因果强度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范围与否定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本样本／未检出 → 被省略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回到原句和研究记录核对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数字与引用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数值、单位、DOI被替换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逐项比对原始资料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B86F7-B7C3-4FF6-9560-749B831F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逐项差异说明支持复核；关键词检查只能覆盖部分问题。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B9386-E643-453C-8AA8-1868F1C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C90E9-A24B-489D-8E6C-62202F7C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3276818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0EE1C-BBC6-4258-A24D-2E66D40759C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63A4E-F374-4707-8D10-7AB069B87C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ED691-0063-43ED-9C36-C2BC09CED8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9888E-E5F2-41AB-9BD6-BC609F8C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20E7-8060-4660-BA75-53CF18D2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修订记录与使用说明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BCA39-1645-48BE-8B0E-27673CC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2D4B6-DEA3-4465-833E-F0F83C82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表达自然之后，仍要保留材料来源、修订记录，并按目标要求说明 AI 的使用。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1660B-65B2-4391-801A-878B5E1E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原稿与来源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F88B4-A12D-45DA-8E1A-579C0EF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修订稿与差异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9EBF6-7F63-4D4C-8324-CBBE747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5D3E4-1E62-4CDC-8E57-73634EA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按要求说明使用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AC9D8-C1E1-43A7-B56D-55D7A02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哪份材料，哪个版本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DDDB8-DFE9-44E7-A462-E6B2806E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改了什么，是否补了内容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D9FE8-4681-4129-B737-F6E46A0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逐项确认事实和判断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7CF0F-513B-4ABD-8DD2-64EF107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核对目标期刊与机构要求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AEBB4-729C-4460-8FF0-CA76446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A5D93-2ECA-4E4D-899A-6E90C92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自然表达、事实核对和透明使用需要同时保留。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BC30A-4111-4ACA-AD44-0A5882A3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PLOS FAQ：单纯拼写、语法和清晰度修改无需披露；内容生成、代码和制图另按规定处理。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77DB9-39DE-4579-BDD5-15FE33D1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来源：PLOS：Ethical Publishing Practice（核对2026-10-17）；Humanizer 3.1.0：本机技能规则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E2BB6-32AE-44F1-8815-6E8EB3C3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3289140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90FE5-E297-4081-B716-7F22A02ABFD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7681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AF3F4-12FE-46F8-A7B4-F1F89FC64B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768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D957D-2880-4426-B3C2-C9B09E2888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4806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4E4CC-BA89-4749-9499-78AC8725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BDF4F-1BF4-4412-A855-209F3039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一份可交付的修订结果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DE6DA-0F60-4E6E-8037-185AB0B2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479B0-FCB0-4EEA-9975-F83E189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交付时同时提供可读的正文、可核对的差异和仍需作者处理的问题。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CA73-C3BB-4B0F-BF68-50F98538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8BAE6-C626-4CE2-B3FD-064F828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9ACB4-3EBB-4908-90AF-17E70F7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结构清楚、专业信息完整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EAD67-214C-4D97-8A28-EF50CA7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10EA7-95B0-4D58-8110-05F74A7D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原句、改句、理由与保留项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5B690-73D2-4E84-AC55-EF7280F0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待确认事项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2D2AB-E0A0-4D7E-89C4-232DB4B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48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材料缺失或需要专业判断的部分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B1D2A-8DBB-4EAC-BA2F-E889D92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读者能看懂正文；作者能核对变化，并处理仍未解决的问题。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0EB6F-A89F-49BD-940F-63703EFA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后续各节都采用这套审阅要求；写作、图注、申报和汇报分别结合真实材料展开。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89252-1D8B-4684-A882-5369F7BA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0C29C-86CF-4C8E-A4E2-C90D0EF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3802799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A665E-315A-4EFB-AE6C-03043DC7F2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A399D-115E-4E45-8834-CC7EFE98F7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EED39-3025-48D8-960C-5C7195CB80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C01AD-6699-4AD6-A99E-BF9000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E6D4F-2554-49D6-A581-841D9B2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E41C0-A8A4-4B5A-833F-C83991F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5DFB8-DCAC-429C-B1E4-05F73F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以“AI辅助学习”为例：明确要解释的现象，再判断现有证据和资源能否回答。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F8F8-F468-4B66-8E0C-E2602C2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C06EA-4B18-463C-BA39-30730E3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4F713-3C17-4973-AF74-76EF397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EF13E-5746-4E38-83F0-36856FC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58C1-53F5-4422-AB8B-93B06BE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AI与教育：范围仍很宽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B39FD-190A-402E-A974-8679CBF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谁、何种帮助、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何时测量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30B28-ECF2-4DD3-B331-312CD42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需要哪些数据与比较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408BA-8688-4089-9447-59DDE8D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保留、收窄或暂缓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315A9-F487-431D-8141-B8EEECF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817DF-5D1B-4BB7-822B-7CB1BE3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例：同样讨论AI学习，可以分别研究使用现状、预测风险或帮助方式的效果。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79F1B-6EB9-43C2-B05E-655F108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本节讲选题判断；具体检索和实验安排分别在Section 5、6展开。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18F80-B570-49F2-A427-386FA466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88D4C-C778-4E61-97EB-DC8CE7B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26523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25E29-7E03-4AA9-9E6B-6E303D2BA23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39375" y="55149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DC8DA-B9C1-4267-8D46-CF2344048C4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39375" y="407670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E100E-32ED-488C-87CE-44AEA086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353A8-B3A5-41EF-9363-BCDDDF7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Google Scholar怎样找出值得读的论文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C6B92-7FBC-453B-9511-B5D43C6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72B29-2F54-40AB-BA42-42D3E1B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真实检索：“generative AI” “tutoring”；限定2024—2025年，先看前10条结果。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7D5EA-F754-4CDC-A320-06DE81247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48a25b7fd4261"/>
          <a:srcRect xmlns:a="http://schemas.openxmlformats.org/drawingml/2006/main" l="0" t="0" r="0" b="49000"/>
          <a:stretch xmlns:a="http://schemas.openxmlformats.org/drawingml/2006/main"/>
        </p:blipFill>
        <p:spPr>
          <a:xfrm xmlns:a="http://schemas.openxmlformats.org/drawingml/2006/main">
            <a:off x="762000" y="3057525"/>
            <a:ext cx="7620000" cy="4562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9CFB8-8B1C-46A8-9308-9B7012B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看材料类型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64E47-019E-455F-83FF-41DE1A3D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956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首条报告被引204次；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用引用量寻找线索。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3BAE-B74F-48FE-9E72-3724416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3CFE1-1260-49C2-A8AE-EB80E6B7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7339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GPTutor研究参与度，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独立作答需另看测验。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1CF3D-66FB-4EEF-83D0-5CE07FD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341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记日期与版本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88CA3-8798-4B64-B286-1AB415D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722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前10条保存为CSV；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版本关系逐项核对。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2EAEC-6AB5-41B2-9E65-741A3C8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引用量为2026-10-19页面快照；前10条不是全库，也不等于Web of Science高被引名单。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C0713-5786-4A41-B954-BAFBAA5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CS5493/6493，2026，pp.35、41、52；Google Scholar官方检索帮助；Google Scholar实际页面，2026-10-19；Bai等，GPTutor原文与更正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6639-04C4-41EA-AC3A-1D445755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85600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2245-74BE-4ADA-A07E-12C27FD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2F23E-7221-4A06-9F71-3E9AB47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真实研究：完成题目与掌握知识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71526-8CA7-44D4-AF08-BBB119F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D0B1-AFB3-4758-9FCF-C09256E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一项土耳其高中数学研究分别测量有AI帮助时的练习成绩，以及撤去帮助后的独立测验。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63DDE0C-C542-4B39-B584-56AA984153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404b0b8b845f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A270-B98C-4D4D-8A6A-EE5BA10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练习阶段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28F31-018E-4429-B78E-48EA030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Base：常规AI答疑。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Tutor：含教师预设提示。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均相对无AI对照组比较，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127%为相对增幅。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CE2DB-2740-480F-BD22-35CCDE5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撤去资源后的测验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4D6AF-39B6-42E8-92BC-E70DAC4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Base组相对对照低17%。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Tutor组与对照差异未显著。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1443C-CF88-43D1-BD10-D5AD63B9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选题启发：明确“学会”指什么、在何时测量。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EAF33-EA7D-4100-8331-4A935C02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研究范围：特定高中、GPT-4工具和数学教学情境；不能直接外推到中国高校。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99F9C-745C-4D6F-87B3-018D1C3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7DD1E-1E7B-47A6-B35E-2BCC0B9F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01696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BAD7-126B-42C3-8178-B80086FA19D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57875" y="60007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C236-E814-4508-B5FB-3FBB03E0146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05375" y="49339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A76A4-0F96-42E5-A483-BA2FBC18FAD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671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D2A30-3902-4934-93D6-FD03FF5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5C80C-F9B0-4C9A-B391-D666BD5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研究问题的收窄过程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5B7AC-AF08-4A7C-87AF-9CAF718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CDC9-1A3B-4587-9B68-D1C1636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“AI能否提升学习”需要进一步指定人群、帮助方式、比较条件和测量时点。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09858-DF01-4D88-BD04-54E66B1A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AI能否提升学习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97D5-3EC5-4898-B4D3-60D65A9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方向太宽，无法选数据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D529D-B730-45B1-8E18-0A7F070A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本科生使用AI提示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7471-B482-4462-B92C-D1FD835F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243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限定对象与干预方式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3B9E-8F3B-4298-8933-6387D5E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与完整解答相比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BCC6-6505-40F1-8480-6B75526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明确在比较什么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CF618-A286-4618-8568-5BC5771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436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撤去工具后的新题表现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8719D-3E74-49E4-8C77-675D353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规定可测量的结果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16B30-3AA3-464D-92B2-735F22F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教学模拟：本科课程、提示方式与延后测验均为拟议设定。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18852-5A1A-4761-B5AC-9899E6E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E2074-8F65-46FC-8AE7-2BE0CED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247592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05E57-B3C4-4DF9-A87B-C98E95A2475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67750" y="647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EF11F-11D6-4E06-A8BC-8AEBA54ACA1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5000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576C9-895C-4358-B683-1EEFF86FBA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2CBBD-3F15-47A3-AAA0-3DCACD2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A64B-EB2E-40B4-9AA8-4B37806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描述、预测与因果问题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FB2D-C0A5-4B05-9956-0B17A9F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A437-1505-4D6A-B088-B53E8B6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同一主题可以提出不同问题。需要的证据随问题改变。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A166-AB79-4ADF-B46A-46E27EC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36F1-6104-4D95-A850-286CFBD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教师在何种任务中使用AI？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AFD3-C490-4556-A93C-0BDA360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使用记录／调查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46787-4293-4875-A3AD-EBD041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说明分布与情境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E56B5-6507-4E4A-88B9-48B5B11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80955-CF47-46D1-BD89-C24A0BB7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哪些学生更可能过度依赖？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4045C-9B07-4368-AE73-F0B5136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前期特征／留出数据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935ED-6D3A-44F0-8761-FE78084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05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检验对新样本的预测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27440-9CAD-4223-AD64-F460EA0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EE002-7B33-4DE0-8816-9892A6E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提示方式是否改变学习？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CA89-8029-426C-A5D2-5D1C0BC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有依据的对照设计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DB220-84DD-40A3-B9AA-F21DFBC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818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估计干预带来的差异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5590E-0B33-4644-8C45-37F499D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另有机制、解释性和质性问题；此处三类用于说明常见的证据差别。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64231-F034-451F-8BBF-FAD3905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B924B-F4F6-47A9-8871-E2D68CF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97119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4CE97-C8BE-4A55-BFF2-63C956FFBB0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334500" y="6143625"/>
            <a:ext cx="2286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8CCDB-6A84-4987-B283-3B35A9500BD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619500" y="6143625"/>
            <a:ext cx="1905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3DDC-0002-4A81-AFC0-82D0CB3B38E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5738813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1A159-30F7-42A0-A38E-AEF1C43C2E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34500" y="3548063"/>
            <a:ext cx="2286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D3972-6FB8-4AD2-A68C-B050DEA24278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19500" y="3548063"/>
            <a:ext cx="1905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70C6F-2C4C-4E6C-99F5-EF445416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5EB7C-AED2-4754-86B5-F1F6A01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使用AI与成绩的关系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4EE90-2939-49CE-A23F-C70EBD9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4DAD-DC3D-4D2B-BC77-7C75531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“使用更多的学生成绩更高”可能有多种解释，需要检查原有基础和学习投入。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573F-DB4F-4B8D-A97B-5FC8290E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A376-8235-4BFA-AF90-DEB7F88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B36A1-33D2-4AD2-8449-8540D08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后续成绩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5BA00-844B-435A-AA6B-3A75FE2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D15EB-1C34-4324-9416-8534E45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待估计的影响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B498-DA5B-4984-801D-5A224D0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可能同时影响使用和成绩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998B-61F3-40A1-BA95-78020D3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教学示意：箭头标出可能影响，实际关系需要研究设计与数据检验。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A06CC-813F-402A-96D0-AF3A5F2A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A0C2-8481-4A67-93F1-95C6E93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153346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D845B-70B8-4AF6-B964-3C99F3E4380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67246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BC30-0B8F-477F-B8A6-EE54B2EEF86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10500" y="56483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D777E-BEF0-40F2-AEFD-6A5FF48447D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D53E5-A907-4BFC-8010-77593CA6272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495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35AFF-1D18-4BC1-9E71-1FC957C7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87619-06BA-41C0-B20B-BD030E0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研究空白的核对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09D96-D4BA-43E8-B93A-CB0DB5B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EA529-D1B6-48FD-8467-0EB8809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“没有搜到”需要追查检索范围。可以研究的空白还要说明已有结果在哪个条件下不足。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B97B-F71F-48B7-8C6F-901CA78A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B669-92DF-44A2-B010-1098392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特定高中数学情境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9C84-39CC-4613-BB95-824B0EA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能说明什么／不能说明什么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00826-4B4A-4EBE-9CEF-C5EE8DB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9590-BFD9-4D23-A858-6BC6A7E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某本科课程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19304-DBFE-42C9-B86C-14A1403C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对象变化是否有理论理由？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37FB-0B16-47D0-9804-39D7135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4BF4-A7A8-45E4-BBFD-578440F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延后、无AI、新题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7376F-2E7F-437B-AC30-4CDDF70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7685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与即时成绩的区别是什么？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45461-2687-41CB-BD2F-68B8208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4C99-B3C7-4350-AF48-D400906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值得核查的候选问题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4E368-911E-4813-A335-5730DD0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531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尚不能宣称首次或无人研究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A20D5-4907-4F55-9D0D-73592C1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课程模拟对照，非系统综述；尚未完成高校场景的完整检索。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E3F68-0DA2-47E4-8016-09B2C5C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06B4-172B-4FE0-8130-D93B17B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93802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7C6AC-2BE7-4FF2-9236-98BC18C854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17B63-E1B1-4230-B013-5C8FEF08352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1D9C-4CA0-4561-A12F-F46E164E63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19DD2-4690-457A-B1F6-7BEB9FD2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B6638-C666-4DE4-BF67-D86E00D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假说与可能推翻它的结果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2EE1-5922-4278-8F89-5E2192B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0862-ADB3-41AA-A652-DBA857B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假说需要同时写出预期方向、测量办法和对不支持结果的处理。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303E3-9DFB-421C-B873-6F9E60DC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假说：提示改善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D266-0340-4CDF-8505-1DF7B22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BEEEA-4550-4805-963E-C36F4E6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6F09F-5BAF-4A0F-A3FA-FC2BFE0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支持、不支持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或证据不足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B2705-12E7-4269-BC13-8DB6923E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说明比较条件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和适用人群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7363E-5693-471A-85D4-C5202B6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题目质量与评分一致性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9E7D6-74B5-4B1F-ABB9-B99A9A7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报告估计值及区间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6C1FB-A172-4C27-9345-69CCD3D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区分反向结果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与证据不足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238DE-0799-492C-B080-7C1A804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F8A3F-9AF3-4432-97C3-4D98B97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主要结果、测量时点和判断规则需要事先说明，结果出来后再按证据解释。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BB4DE-86C1-4B05-93A2-A2A71A2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未显著不等于两种方式等效；等效性需要另行设定界值和分析。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9C79C-A294-4ADF-97AD-F24ACF1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34BB3-2825-4A5B-944F-26A4E68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49482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0030B-9FD0-42EA-B93B-383C14A4E3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95750" y="5238750"/>
            <a:ext cx="23812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4BA0-BBCF-4CDB-8646-EF05DF9843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5238750"/>
            <a:ext cx="23812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7B5F-E29C-4211-8B7A-C97788AF041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95750" y="4600575"/>
            <a:ext cx="23812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44472-CBA6-4302-ACFA-AB6BD4A73B9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495675"/>
            <a:ext cx="23812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F32EF-DBCF-45CA-91F2-7FF5C28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7586-7521-495E-B786-5E29E60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选题的四个判断维度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92A0-899A-4F22-8C9A-0530B857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FA6A-8749-405D-8DE9-ECA8F44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每个判断都应附依据和缺口。四项可以并列比较，不必合成一个看似精确的总分。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8EF2-8890-4635-9D59-BEC63A9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421C5-4456-4314-B1D1-D55A4813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2E47C-7A4B-4695-B4EC-BF9F7AD4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14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相对最接近研究增加什么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62D03-B19A-4603-85B7-554473A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290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最接近论文与差异说明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1EFBB-D5C9-41FE-9A02-D681826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57149-934A-43B0-BE38-C5147D2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95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现有条件能否提供关键证据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A04B-BE5B-4A9F-9954-8964881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授权、样本、设备与时间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FBE15-2BF2-4E73-BD91-4DCAFEE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影响力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363A7-44AB-493C-B0CE-D5723A3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24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答案会改变什么认识或决定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D088A-D1DC-42D2-8FBB-8E20C5C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受影响者与具体决策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408B0-7460-406B-AB2B-DC53A37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7FC8A-7FC3-4416-993A-4D92E7A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293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谁在研究，进展到了哪里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EB91A-8CB9-49EC-BC1D-D28618DC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437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近期研究、预印本与更新日期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85D2B-CDF5-4CE0-8C5F-7BD080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每项判断都记录依据、缺口和更新日期，便于随新证据修订。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8FD02-5B67-40B1-AE13-1D5BB228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C0BC8-926C-4B40-A9B0-CCC5355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63913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52B4D-2FF5-4CE6-A7DF-09AA7C59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5C2A-EAFA-41E7-884D-22A70B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三份材料怎样帮助收窄研究问题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676A-BEFD-4030-A0B9-EDDF245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E3D74-60C4-4FD8-AAB2-A763BE7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界面能生成、方案已公开、学生学会了，分别需要不同证据。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B570-86A6-40F1-BFB6-50E11FED6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72a0d1624b87"/>
          <a:stretch xmlns:a="http://schemas.openxmlformats.org/drawingml/2006/main"/>
        </p:blipFill>
        <p:spPr>
          <a:xfrm xmlns:a="http://schemas.openxmlformats.org/drawingml/2006/main">
            <a:off x="762000" y="3230235"/>
            <a:ext cx="6858000" cy="27121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A72C-A6F7-436A-996B-E45D964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685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原文Figure1：A提出要求，B生成初稿，C继续修改。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68FB-2407-4005-99D1-3FAA834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预印本：怎样制作辅导界面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948BB-32A6-4753-AF03-BF110C1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有方法和初步效率比较；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不直接证明学生学得更好。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8FCD-4C91-4BBD-9280-11A22E68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专利：怎样生成内容和反馈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9506-1F1F-4651-863D-21D20CD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有技术披露；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不等于授权或效果验证。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EEB69-EE4B-4567-91B3-BF48652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期刊：撤去AI后能否独立作答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DEFEE-54C4-4517-B2F0-541646E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有学习结果比较；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不能直接外推到高校课程。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F55D7-DFB1-467E-94D6-7E0DB34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17F2F-921E-470D-8325-C9AFFE2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拟议问题：高校课程中，分步提示相对直接答案，能否改善撤去AI后的独立作答？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CA32F-929F-4AE7-871A-D4A5E83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拟议选题由AI编写，尚待研究者审定；未证明首次创新、教学效果或专利自由实施。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29B4-21EE-4CAF-8149-FA3B8C2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CS5493/6493，2026，pp.35、41、52；Calo &amp; MacLellan，arXiv2024，Fig.1；US20240274025A1，首页及说明书；Bastani等，PNAS 2025，摘要、Table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9FEEE-26D4-4AFE-B5A5-7BEF192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7175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FF1D-5899-4BD1-8058-587D8BF1050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477500" y="6215063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1E928-A7CB-4EBE-A944-55638DED201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77500" y="3548063"/>
            <a:ext cx="76200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AC599-EEAF-4FA7-994F-0554FACE62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4762500"/>
            <a:ext cx="1714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D00F-03C0-4B45-BEE2-CD539D6AD7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3548063"/>
            <a:ext cx="1714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0B066-3789-4301-9629-8ADA13E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29245-6624-45C0-A82C-D2110E8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资源缺口会改变研究问题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3856-1C22-4042-9AAA-BF4C294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1180-B930-4BE5-ABE9-16B2F11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关键数据或条件拿不到时，应收窄问题、换证据路径，或暂缓研究。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1D55-AC5A-48C4-B645-5D896747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能获得关键数据与必要授权？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B9E0-7970-4266-9F2B-FBEA6E6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能够取得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0734B-9953-4CFB-A36B-EACDD7A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先做可行性核查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4AE5F-52E4-4C6E-827D-E886E6E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C4BF-CC20-444B-A3A2-CD92AFF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改题或暂缓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5FE5F-752E-4A07-A7AB-805F37E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例：有问卷但缺少成绩和使用记录时，能回答的问题会改变。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27316-E56E-4F0B-897A-764E54A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课程模拟：公开数据不自动包含所需变量；公开可访问也不等于可任意使用。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6B00D-466B-4C01-95EA-E015ECF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BB25-F29B-4544-BED9-63A1185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266347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7B95-C7C5-4499-9EAE-CE3C4AE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3EDA-68FE-43A4-B5C9-B502BB9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候选问题的比较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A72F-DBA2-4769-8612-5343E66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5720F-6208-44D3-B5A5-30AB2E9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下面比较研究问题及其关键条件，所有项目均为拟议情境。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6B27-7C13-4B49-978B-C187090E843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4191000"/>
                <a:gridCol w="3143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新增信息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关键条件／风险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AI使用场景分布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了解任务与用途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抽样范围、记录质量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可先核查调查可行性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提示方式与延后表现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比较不同帮助方式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分配安排、测验、授权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优先核查关键条件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全校AI使用的长期影响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范围更广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长期追踪与数据关联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暂缓，收窄对象和时点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D6CE-91E7-4CB3-BBE9-31A9C93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教学模拟：处理意见基于设定条件；新增信息仍需文献核查。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8A929-8EA6-49D6-8CB8-0B79CA7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C704A-B022-4B9F-8198-EDDA7437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69938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A9BAB-7629-48E0-8CD8-5E6C4B3AC66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90FE-6EBF-4DE8-90DB-C3C26FB6A13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62BF-2581-4062-AFB9-818817EE2A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993A4-5F62-4ABA-9B83-3E046A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312F-946D-4241-B6DE-E33EE01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AI参与选题的工作流程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F8560-11AD-41E0-8B32-084BFDC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B1708-7E88-4B0C-9AB9-79BCBF8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AI可以整理候选方向和比较材料；研究者需要核对原文、识别遗漏，并决定取舍。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A13D-FD17-4C01-AF3F-492B7B3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06DC7-9693-4C66-9AC8-54C0D41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候选题与证据表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64C2C-DF4D-4746-A9FC-B272BFE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原文核查与反例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B05E1-726F-43CB-A469-202EF47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修订问题与边界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75F08-C597-44CF-A714-BBD2052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给出限制、来源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5825F-B705-47FB-BB37-C6DAF62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逐条链接到实际材料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2DB76-FDE7-42B8-968F-24B4ACD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检查相近工作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与不支持证据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B8900-6A3F-42A3-931C-A5B8A87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记录保留理由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293A4-8DA5-4386-BC40-8CD2B82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89A17-7CC2-4936-96ED-B22B5D2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研究者复核：来源是否存在？是否遗漏相反结果？当前条件能否取得关键证据？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76EBD-846C-43A2-A011-0A44564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流程示意：候选题、证据表和未决事项都需留存来源与修改记录。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4020B-156B-4455-BFCE-01DAEC0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BBC7A-94C1-43C6-9F0F-A2F77299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792976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6C6B-68D7-479D-8A91-FB33F0ED42E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62250" y="6029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7451-1C28-490C-B83E-0F04B01E33E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62250" y="49434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9EE44-CAC9-43FF-9038-17A70D79850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62250" y="38576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E47F0-85BB-4C51-86B1-F18B350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1ABE-6C4A-440A-9D0F-0ECAB4E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一份选题说明的完整结构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5DE40-BD81-423C-A0A2-4A2FA1D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DA12-88B2-4EC1-AEA1-9B030B6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把问题、已有依据和仍缺的条件写在同一份说明中，才能进入后续文献与设计工作。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CEA7F-F2E3-4A60-B097-DBF408B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6C82D-4CE1-4954-988C-AF8F298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本科课程中两种帮助方式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对延后无AI新题表现的影响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52B0A-89EF-4C63-BC93-AA9E39A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现有真实依据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C9B88-A8DA-4BD7-AB59-9D68A523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高中数学研究显示：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练习表现与独立测验需分开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02C6-EA2A-4CE9-A661-F0622D7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新增证据的理由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8A0F-BF0F-4C17-AB41-96EE735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核查对象与测量差异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是否对应明确的理论问题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BB1E4-3F08-434F-A761-024FB90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启动前仍需核查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F39D2-A0BD-4236-97D5-5DD0C72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817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最接近研究、数据授权、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分配办法、测验和样本依据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1B859-DF3E-47BF-9916-9A36A88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公开论文提供出发点；本科课程方案为教学模拟，尚无实施与结果。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0E94-C757-4D3C-9405-D49F89B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945E9-83F2-41E0-B014-A468254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6135974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38E91-BC85-4A1D-A104-2F7E0BF6339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F8F4-7AFD-4904-81C2-D0955A4973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1A37-9910-46D6-923C-9CE1588378C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85B1A-14D6-424B-87E8-0D0DBFA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3167-B337-4603-8197-3695777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D2AD-484C-4BD9-9EF5-CE72DAE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5EF61-B48A-468E-9949-DBC6A5F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科研问题需要一组可追溯的研究材料，文献工作要留下找到、读懂和比较的依据。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AF0AF-D331-4E08-9850-7884A21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B29CD-7E3E-4179-9736-DFBF7B9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检索与追踪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934E2-1B1D-493E-B296-DD5B01E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原文与证据表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ECEEE-4A5C-4314-8C11-EB39BCE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综述与引文核对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1C72E-6236-4F5F-8E2E-6AF2111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49A8C-8477-42E9-BA60-77AC861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保存检索记录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735C7-432C-4D94-A59F-04849C2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标出原文位置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68F7B-2B62-4542-944B-41161F1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按问题组织结论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CA38D-5A62-4A60-A2CF-E6E4644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3D8D0-2B80-44AA-8CC2-F72831AA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研究者需要能解释：为什么选这些研究，哪些判断来自原文，哪些仍是推断。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11DD-7C22-4AA2-837F-8B83A5B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交付材料：检索记录、文献条目、证据表、综述草稿和未决问题。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EA59-68E5-4623-BA61-244E60F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BD0A4-C014-451F-A4B0-A2C396A2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70671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21BC0-81B6-4F1C-8EC7-C2A816C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F9E5F-9FF5-403B-B8E2-E43A1975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综述目的与检索范围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3AE-C991-45AF-999D-0F697C4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5C27A-301E-4D25-A34E-9A46609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为选题了解背景，与系统回答一个限定问题，需要的检索范围和记录强度不同。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2D7D-4EF6-4DD9-AB1C-7CCA3105A1B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背景了解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掌握概念、主要观点与代表性研究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范围说明清楚，保留代表性来源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围绕一个问题比较多类研究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交代选择逻辑和未覆盖范围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按预设方案检索、筛选与综合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完整报告方法、排除理由与流程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DA910-9476-404E-9665-F329AA2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选择哪类综述，应由研究问题、时间和方法要求决定。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04A28-0DC8-423B-96A8-4D60FA2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A046-B7FD-4E05-8D29-C230111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439543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E30F-C3EE-4000-9912-1A73E9AADA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659606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13934-BEF4-4B8D-A744-26675053A57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119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9A06-EF2C-40F5-A684-16B855CF287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48250" y="36433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D5CC9-FD9F-48A2-B913-975C65DA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7F694-BFD6-4704-9DB3-5750725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研究问题中的检索概念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36066-98C8-4231-AC51-DE6321D1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355C0-A555-4DD7-9C48-95974B2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先找必须同时出现的概念，再扩展同义表达。结果测量可以留到筛选阶段细分。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84BB2-B413-4738-B952-D611145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D6F59-7742-4215-AE32-E6D4B26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generative AI、LLM、ChatGPT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0D3AA-5D83-4668-A81B-0234F7C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学习／教学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3BD5-53A5-4E8E-9328-01493FA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learning、education、tutor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86A6-8882-43E6-9C84-8B136FD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46FA-DF08-4FB5-9AC2-1D43840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9125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本科／高中／具体课程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5A75C-AEC0-4548-8484-19CB4D2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教学检索式需在所用数据库中试查，不能直接当作完整领域检索。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E20D6-B813-49A7-B34A-22658C5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9DEF-3256-442E-900F-96DA499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18633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96A5B-1F50-4718-87DA-D14130CAD51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D43D-C084-436C-B476-B71031319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6594E-FC6C-4066-8A74-23C068D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1446-3BDC-455F-89E6-1A8EA37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同义词与概念的组合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9DD26-AF2D-4761-BB1F-E233A11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69D1-BF13-49B1-B81E-43AE30C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OR扩展一个概念，AND连接不同概念。排除词可能误删相关研究。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7C7BF-6525-42B7-917E-6A5F94F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("generative AI" OR "large language model" OR ChatGPT)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(learning OR education OR tutor*)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D989D-EE0A-4167-95D1-83BF8BE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一个概念内扩展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2E20-B807-405F-A7EC-EF93956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概念之间相交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E9B89-F48A-49CA-9111-8C43A3A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试查并检查遗漏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4C866-5C32-4863-B5B8-89EB348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4F5E8-356C-4DD0-B0FC-291B4701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9C221-633D-429F-A572-84FB22F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慎用NOT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C5EA2-0316-4B01-B728-243798D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先用已知相关论文检查检索式，再记录调整理由。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2ADE4-6707-4D24-BA59-5C604AB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42434-3EAE-4D2A-9719-F712AE7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889366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9EFE-B551-40A6-A365-B6B6B94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995FB-729F-4C6A-9B35-0DAB7FC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真实检索页：结果排序与范围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0AC2-67DD-4E5F-AC8B-885D8AF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B1314-C150-4231-A5F0-D761DAE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一个宽泛查询会混入不同学科和文章类型。前几条结果需要逐条判断。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B6CB-2BD9-4BE5-B553-B3CA8A12B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1e9a0928a4465"/>
          <a:stretch xmlns:a="http://schemas.openxmlformats.org/drawingml/2006/main"/>
        </p:blipFill>
        <p:spPr>
          <a:xfrm xmlns:a="http://schemas.openxmlformats.org/drawingml/2006/main">
            <a:off x="1091045" y="2952750"/>
            <a:ext cx="848590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5740-30B5-457A-B3E1-106DAB2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3BB3C-A563-4F87-9020-9995D39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查询："generative AI"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6CA35-D6E4-4FE1-8565-C3577DF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D4AF-631B-40EB-A371-A42032F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Best match排序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需要另查研究质量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30155-48C0-4C3C-B7FB-490AD47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8D70E-6A5F-49DC-B7E4-F984E39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此处仅示范PubMed界面，教育主题还需补查学科数据库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2C889-E6E5-463F-A1FE-7C420F8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实际公开网页截图，2026-10-17；结果数会随数据库更新变化。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4CE6-07E8-49CB-BDB4-7B9D0BA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255C9-9902-49C7-A6AB-6B6A9EC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163008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0F196-03B7-47E8-9494-AB833FD0DB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A11EC-2442-4E39-92E0-67AE53CA04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D49C-5C8A-4797-BFAB-A31A4C8E5B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2B426-71B4-4DD3-B5C7-687E299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AE0C-E37E-45F0-B85D-5F4CF9E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检索记录中的必要信息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14EFB-90F8-4461-AABE-AE1513B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E932B-3957-42E5-9B04-F1ACFD6B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仅保存论文列表，通常不能复查它们是怎样被找到和筛选的。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8FAF-B904-4596-81B1-A0BCD3C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数据库与日期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06A3-43DA-4297-B919-9C02B7D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完整检索式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E2869-D3B5-4E15-AB10-709D050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筛选与导出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EF22-C9F9-480B-AD91-3EDB34E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48A88-F54A-4B04-87D4-0EF2CE3B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写明平台和覆盖范围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D5917-CABD-47AA-8FB7-083806B5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保留字段、筛选条件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2287D-BE8E-4BA4-ACBC-E12DA63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记录文件名与排除理由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01A0-D6A0-45B1-9D34-C9137224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版本、原因和新增来源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DDABA-C002-4625-86B4-D18E8803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679F-3C82-4CCD-8C6B-A583423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记录实例：原始查询、网页实录与候选材料可以相互对应；预设查询另标待试查。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E859E-7FFE-407C-9903-A50C41A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没有执行的查询标为待试查；无法获得全文的条目单独记录。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A5A1C-A5ED-4EA6-ACE1-69372104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5A58-272A-4BE1-AC73-73CA231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28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CEA5C-4E5C-453A-B1F2-9677247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9C2D-D1FE-41E0-806B-C1F30EE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关键词、语义与引文追踪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7D81-8445-4C18-B504-812FFA9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66CF-3908-406A-A7C9-A6FED998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关键词匹配可控制表达，语义检索发现近义内容，引文追踪补充前后关联研究。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209F-2A65-4BED-9EB2-A9D3ECA7711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术语、字段、短语与逻辑组合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检索式便于记录和修订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用自然语言描述问题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相关性仍取决于问题解释和收录范围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引文追踪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参考文献与后续引用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补查基础研究及后续检验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3891C-FB6D-40EB-99AB-7F072AC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不同路径可能找到不同材料，合并后还要去重和筛选。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BD737-6995-47A7-97FB-3471714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Thomas，2025，原始工作坊课件；Semantic Scholar官方FAQ；课程方法说明／教学示例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D8389-B69A-43A9-9320-440801D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542698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1C01B-2919-43D2-AAEE-74F0FBA1DF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334500" y="4881563"/>
            <a:ext cx="20002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A551-5A20-4CB4-A51C-879AA3F7E84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3548063"/>
            <a:ext cx="2000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A4249-93EB-4298-A0D9-A3DE2B970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4976813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59743-5CD6-4FEC-ABB2-4B7F9A65A0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05250" y="3548063"/>
            <a:ext cx="22860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6F07D-7E5A-4164-B24E-FC0AE75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CD8DA-9456-4361-B519-FABB931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Connected Papers与引文图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0E4D-3783-41B0-8797-12555B0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D140-7E5B-411B-877B-81DA3ED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关联图帮助寻找相近论文，图上的邻近关系需要回论文确认。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E39B-AFB5-4D7D-875B-87A7809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种子论文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98DC-B3AA-4254-8AF0-914344E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26A57-2D6F-47D8-B068-78089F7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4199-C75D-4664-B46F-4BE60AF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243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ECBCE-0EFA-42D2-9CA6-7206AC14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相似关系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29573-319F-4C38-9DC0-43C212B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邻近表示关联线索，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不能据此判定互相引用。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CB16B-E19D-417C-AF32-79A1043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实际引用另核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69C3D-F317-477A-AE24-4AB6F6B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008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参考文献和被引记录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用于查明引用方向。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26A4E-D710-4525-83EE-8C1D7FA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可编辑关系示意，非Connected Papers执行截图；节点不代表真实文献。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6C684-DB93-46D2-99BF-0658887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来源：Connected Papers官方About；课程方法说明／教学示例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A94F4-3DF9-4348-9CE0-53A3CB1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800705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E2167-0777-437E-9F66-1CC7343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FAECB-2A69-4488-B30F-42C78A5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Elicit入口的现行变化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C7643-2845-4C3E-8FF4-95DD6B6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12FE-4366-4398-9ECE-EA2CE49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独立的Find Papers、Extract Data和Chat with Papers已并入Research Agent工作流。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6527-B42B-4D02-B130-0943611A3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bd6a31ec14e43"/>
          <a:stretch xmlns:a="http://schemas.openxmlformats.org/drawingml/2006/main"/>
        </p:blipFill>
        <p:spPr>
          <a:xfrm xmlns:a="http://schemas.openxmlformats.org/drawingml/2006/main">
            <a:off x="762000" y="3960495"/>
            <a:ext cx="9144000" cy="26517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28499-A8CC-4B12-AECE-9083346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83EE-E3A4-466B-BD3B-28194F2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官方变更日期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2026-09-30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5667-B903-4F94-BB75-57D62D6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7DF10-2809-41D3-8242-92DFFAE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新任务在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Research Agent中开始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4A52-0C35-436C-87BF-123F857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5E7CD-1C74-4D2E-89FD-7C8C7CA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检索、提取和提问仍要核对来源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E04D6-F4A0-4ECA-A46E-308386A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Elicit官方帮助页实录，2026-10-17；不是本项目Agent执行记录。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056B8-3CAE-4F37-B228-BDFBBE9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来源：Elicit官方说明，2026-09-30入口变更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2170-8A99-457B-A4B5-B80119D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992030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D52A-F2B2-4965-AF0F-B620DB5AF33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E35B7-FB57-4692-A2FA-7F6A68BBE36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9493F-F4DA-4B4B-85BA-11C32B4A90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CB66-559C-4D61-B194-D7A9470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A926D-5F87-48E4-9204-36985D5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带引文的答案怎样核对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03452-60D0-47CA-B3D4-497BE33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A5A43-CE64-4DF6-B495-7445BFD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Consensus等工具可把检索与答案组织放在一起。引文链接只是核对的入口。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F05B5-324A-4FFE-AE01-068BC4D1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D6C1-AD4B-4F0A-96B1-50BDF77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检索到的研究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A471-A532-40EC-99CD-3B54928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带引文的综合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263C4-0849-48C0-8289-C1F78E2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回原文检查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3837-F613-4427-AF74-FAE0614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说明对象与条件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BD7E5-C844-4ED3-9DF0-3AB04C1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核对相关性和覆盖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1C139-77F5-4181-86F4-0F337DF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定位每个主要判断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F9B39-4CF9-4FF7-9456-B8D11CA6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看设计、结果与限制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27E3B-36B2-4415-99FD-E12C0D4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EA065-BD9F-4E97-804E-4B1B4AC6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核对顺序：先看引用了哪篇，再看原文是否包含该判断，最后检查条件有没有被省略。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BF45C-4035-4C4C-9621-A8CC72C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模型给出的“多数支持”仍需检查分母、筛选范围和研究是否可比较。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D8840-4A2C-4DA2-A55C-955702A3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来源：Consensus官方说明，2026-09-10；课程方法说明／教学示例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8508A-B1BE-4CA4-8CE1-0C26EFB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166725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FD499-5A0F-4025-ABED-4D42BFC03D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07AEF-6E2F-4F3D-8FDB-FC7C09A460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8ACCD-F44B-4D82-9043-E7F572E860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E7C57-FADC-458A-80D4-BCD4A81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0B08-D954-4E93-9ACD-6B993D4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Semantic Scholar中的发现与阅读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841E7-4878-4E0C-BE07-BDAA9BB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F23B-536B-4D3B-ADAF-0FEB350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论文条目、引用关系和辅助阅读信息可帮助定位材料，短摘要只适合初筛。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B730-C499-407E-965E-51EE202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0C8E7-0A4F-4BA4-BE45-149F608F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引用与被引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351A-544B-4213-BC57-4AA61072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寻找前后研究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4CD2-B1D5-49F1-971F-0A9AB16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原文链接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459D7-E8AF-49E6-95DB-C69BBC5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检查可获取版本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FA86-B1E8-464C-AD93-5C2EC5E9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辅助摘要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498F-826B-4E74-88E6-81856F4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回正文补足条件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5E28D-BDAE-4B4D-827B-A5F2F2B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核对题名与作者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2070E-3F95-4D3D-9CDB-1BC552E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辅助阅读信息可节省定位时间，关键主张仍需原文位置。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D35B3-DF5D-43CD-9C4F-0869777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来源：Semantic Scholar官方FAQ；课程方法说明／教学示例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9D46-0BAC-4E0D-AEBB-4BBF4BAA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498874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0F5F0-B5C4-4D30-84E9-8C6B88FA4F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76B6-7132-4659-91CF-B3729DFB60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6C37-8B5B-4565-BBEA-566380BAF7D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5FC56-E5D5-4FF9-A190-A756CDF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B0B71-290E-4D4B-B970-387A26DF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Zotero中的条目、附件与笔记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3808A-3A68-423D-BDCA-E396C52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67C5-F76B-4DD6-A7CE-01DD41C7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文献条目保存身份信息，附件保存原文，笔记保存阅读判断与证据位置。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8098-64BE-4BB6-9D80-C5C5578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7AAB2-7C83-42A9-9586-AE90536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题名／作者／DOI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A0C4B-96E9-4F86-BD9B-5E1D5D9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核对自动获取的元数据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E724-9E7C-42BB-83E9-8987EBB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原文与补充材料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AD334-1349-4CE7-BFB1-AE17142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记录版本及获取来源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92B9-BA58-4E27-ACC3-73992263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带位置的阅读笔记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837A5-6CC6-4998-91A5-A3EC990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区分原文与自己的推断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0DE60-EED2-4C55-9D64-3DBF892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同一条目可属于多个集合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F952E-5769-4421-9C79-0D6BD79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文献管理解决保存与引用问题，条目仍需对照出版记录核查。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7C57C-DCA0-42E7-90EE-144989F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来源：Zotero官方使用说明；课程方法说明／教学示例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FF6ED-D8EE-4CDF-8A59-A757A38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72696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B3D4-381B-4059-A1C5-E96FB449B7A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B8E10-00FE-4D47-8660-E1FAA82D49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5715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6F31F-9CA8-4516-A7EF-19ED011425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53000" y="4905375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5ABA6-4BF8-4612-A379-FED6827B7A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953000" y="3595688"/>
            <a:ext cx="209550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346CC-1793-4536-94A4-0D036A9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5FF0D-0074-4318-A6EF-50A9543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去重与版本关系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44C16-F171-41D3-A2F3-792E0D3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ACD8B-FE39-4F09-B975-2487DB2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题名接近的记录可能是重复导入，也可能是预印本、正式论文或更正通知。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FE1DE-0339-4CB6-8C6F-991CA86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记录疑似重复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FD870-3893-413C-951D-4BFFF96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同一研究同一版本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659A-5141-4495-AA94-A8F8078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90875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合并条目并保留附件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80338-F351-4C6A-82BD-46DB932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不同版本或更新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4747-3343-41DD-ABEE-393D52A2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0250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记录对应关系与差别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8D847-D7F0-4589-8D6E-BF97AF6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去重操作应保留记录；版本不同的结果需回原文逐项核对。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A8A24-62E3-45B6-A9D6-5930056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3C8F0-4BED-4204-B787-9A04A2B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271674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D86F0-1FE7-4D53-B0E8-518FD16E802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91B55-1D23-474D-8BE3-F12DFDAFC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7FFDD-2648-4CA0-9344-03E6AF9134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59D2D-096C-4125-BD86-A369E34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C6B3-7908-4BB5-8C65-3A84211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纳入、排除与全文缺失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2AF2-CB38-4EBA-AB50-E5D3691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489C-1F05-4416-9D21-BF398A6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题录初筛、全文判断与证据提取是不同步骤，每一步都可能留下未决条目。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9E62-D37F-4077-9944-F4F7399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题录与摘要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BB8AA-B389-470D-977B-15F2A9F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全文是否可得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67B5-4EA2-4FCD-BC15-1DB7669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符合问题范围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DDC93-E36B-4D7D-A559-DF08772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进入证据表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AC0F-68B2-490E-9E5A-7290A7C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检查对象与主题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9289-5FE9-47E4-B489-8771FC5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缺失全文另列待取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1FE52-63E0-42FC-B331-47D4385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记下排除的具体理由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A8A25-529D-48CF-9FBB-33C9D5C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保存原文位置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38D34-E5F6-4845-A567-928ABE0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72250"/>
            <a:ext cx="657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全文缺失／范围不符／信息不清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57A24-9F66-4A88-9D9E-18F37FE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分别记录原因和下一步处理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2D03F-6B10-43A5-A4CF-B5FFD04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流程示意，无虚构筛选数量；全文未取到与研究不符合需分别记录。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E26CD-031B-4BA7-8768-8BE8E9B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432E4-FEAA-4AAF-8FE4-44FBAC2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267042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650DC-B1C3-4DB4-BC83-6327DB3795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6A49F-8815-470F-A0D4-FC50CB6211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B04A6-F855-4316-B160-449DDBA8DC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BD6E8-E2C9-4901-AEDC-BD8A2403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06A4-6760-4889-AD46-37DE1DCC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一篇论文的阅读顺序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D6F7-D479-419C-9D58-CCA4B33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2120F-F0FF-4C83-8701-B14B8AA6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先判断论文在回答什么，再查设计和结果，最后解释作者结论适用到哪里。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6D08-8326-4962-ADEE-C7A0F3E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问题与研究对象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D1389-B12E-47C4-8BEB-BBB2329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方法与比较条件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F7BD-C219-414A-B594-5533F8F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主要结果与图表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CA35D-C9F9-42EC-A10A-69BC731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限制与适用范围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7153-89EE-4B32-969F-D77A19E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记录作者真正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69DF-2558-43DB-B308-14AA864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看分组、测量与排除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2D13E-4DFE-4C3A-9D09-774928BD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核对数值、单位和分母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0043B-CE70-4348-8201-A172F27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区分结果、解释与推测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E2FFE-CF41-4C6D-A065-5B8810B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CA56-6DF3-45B5-A04F-529D7F8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阅读笔记中把原文事实和自己的解释分开，避免写综述时找不到依据。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D2A65-E2CD-4C1A-B702-9EA19C5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笔记至少保留：原文位置、自己的转述和仍不确定的地方。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67FC-F7D0-4A20-8DFE-CEF7A02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EF656-5915-4B89-9BC1-3E108D5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485976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33F19-757C-4575-88DC-312C9A4459B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810750" y="68008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1165E-0A53-44A4-8791-00D2DC6AE17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810750" y="57054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CA810-DBE0-405A-AB32-FA73A60923D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46101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AAD0-A117-46B8-94C1-5DA5A7DEDB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810750" y="35147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EBB7-79E0-495D-9B45-FCBB24A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1885D-3BAE-4CF7-8D3D-B0AC981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证据提取中的定位信息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C43A1-7CDC-45EA-96CD-537E1A0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F14C3-24B5-465F-86BF-4FF52DA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同一句“提高学习表现”，需要补出对象、比较条件、测量时点和结论范围。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40D14-EDEA-462D-8CF5-26C1B36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2486-4DF4-46C3-8FBA-F49D568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土耳其一所高中的数学教学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BA73D-85F3-4E34-8D05-14D6010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9774-73B1-4844-8A30-64AFB8C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2D9A3-2BC3-4245-99DD-D6DCCA2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Base、Tutor与无生成式AI资源组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83B43-B8C3-4EEE-BE3E-A0D6E49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386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19CF1-6FDD-43DC-9A2D-F21417E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DE273-98A9-473A-889C-ADBF31E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有帮助的练习与撤去资源的测验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4028D-4248-4730-8B3B-FC08181A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Abstract、Table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B7690-0C8A-4F67-BE2E-C62197B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AAD97-C481-47C4-BF49-23B9069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2937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特定工具、学校和教学任务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BBC8-55E9-4702-BBA6-47D6922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课程解读：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外推需证据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DDCFE-A748-498A-9946-CB264EB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公开真实研究的中文提取示例；定位到段落或表格后再引用。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75A85-3DD3-4B38-81E2-112C357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2025；课程方法说明／教学示例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E8E36-F60C-450E-8A0B-C715AC7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778950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E561-C111-4D04-A345-91AB100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B4620-67AE-418D-A7C6-4D019A0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两篇研究的设计比较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673DA-914B-4901-9163-A2319D2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77D5-250C-497F-8F91-07254A9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两项研究都讨论AI学习，但人群、对照条件和测量安排不同。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2A7A0-3BC4-4D7B-AD77-5EEFABF30204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Bastani等，2025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Kestin等，2025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对象／学科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土耳其高中数学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Harvard本科入门物理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两种AI辅导与无AI资源组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定制AI辅导与课堂主动学习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有帮助练习／无资源测验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课程内容的前测与后测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解释范围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工具设计与独立表现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定制辅导的特定课堂比较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E4CA-2AB0-4705-9783-A80D081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两篇为比较教学案例，未覆盖全部相关文献，不构成系统综述。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E586-FB00-43B2-9E18-C29BAFE4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A030A-76B2-4E25-839B-D79BD15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1061428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A941A-3DD2-43A3-B0B1-AFEE796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B16D1-6B3D-4DF4-85FB-922D795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真实数据：一张后测成绩图怎样读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DB05-70F0-438F-AE14-B98888B3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D06A-3E30-408C-A6D8-8B7F10A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Harvard本科物理研究：比较定制AI辅导与课堂主动学习，先核对统计量与记录单位。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DE4EDAF-E0C2-4FEA-8D32-9F3BCAC34BB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c121ebbfb432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0D0B-0105-42D4-A79C-12A715B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4BF4B-A3F7-4046-B15C-93EC251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142条记录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4E267-5B25-4A17-9EA8-82ED2D7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先看统计量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2AFF-BCE8-4B42-94EE-B8C7D55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81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中位数是排列后居中的分数。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3.5与4.5是分值，不是百分比。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9276-D335-4B51-983B-AB4473B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3395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418DF-2BA8-4706-80E0-67D4A95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再看记录单位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1A31D-F696-4317-BD52-F82F2DA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316条记录来自194个编号。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合并前测中位数为2.75。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并非每个编号都有两条记录。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BD24-6B2A-4843-B1F9-652C83C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作者公开数据的描述统计复算；未复现全部回归，未重新实施实验。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AA17D-75C4-4A26-846C-BEA48D2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2025；Kestin作者数据，本地复算2026-10-19；UCL Thomas，2025，原始工作坊课件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4331B-5D19-435E-8905-68CCB80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349126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3F21F-7BFE-43A5-B376-525678A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CC7E3-7D73-419B-A008-6E97E5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一条研究结论的证据登记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2C56-0D02-4B24-9606-90F763D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4B4C8-5ECF-49CD-A21A-BF60F4E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以“定制AI辅导的后测中位数较高”为例，分开记录已核事实、解释与待查问题。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B60C9-B004-40BA-A065-E507E263294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原文与数据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后测中位数3.5与4.5；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记录数174与142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Results对应段；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公开文件post_score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课程解释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特定课程中的两种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教学条件比较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保留对象、对照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及后测时点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仍待核对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194个编号、316行；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72个编号只出现一次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核查纳入与行记录关系；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不补造缺失原因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23F4-5B9D-43AD-B24F-B9251FC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复算结果相符，仍要检查设计与材料缺口；72个单次编号保留为待核事项。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820A-45A9-42F7-AB7C-C8906C9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165D-C990-476B-92E6-FBCA1B9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6553490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9F698-E517-4CED-9A8D-F1B2448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ACCC-4F65-4B2C-8954-F71C8D4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综述段落的组织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CCA8-F60A-4909-B59F-D3FF3EB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2F44D-7965-4379-93FB-56CC867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按研究问题组织证据，说明差异发生在哪个条件下。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CAB7-5986-4D6A-ACAE-435C78A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逐篇列举，信息停留在主题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CD7DF-B757-470B-970E-684BF5F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研究甲讨论了AI教育。研究乙也讨论了AI教育。两项研究都很有意义，未来值得深入研究。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F88B8-16D4-49AA-8E54-B2C4F9F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C868-2C6A-4E0B-BB88-989D206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围绕比较条件组织证据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1E1B-F37D-4793-967F-DB9490A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AI辅导，需要先说明比较条件与测量时点。高中数学研究区分有帮助的练习和撤去资源的测验（Bastani等，2025）；本科物理研究中，定制AI辅导与课堂主动学习的后测中位数为4.5和3.5（Kestin等，2025）。这些结果回答的问题不同，不能合成“AI对所有学生都有效”的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A27ED-9B43-4ABA-8F86-F3C64F6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课程编写的综述示例，附具体研究出处，未宣称代表整个领域。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B081-B52B-4194-A6C2-4BA17789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2025；Kestin作者数据，本地复算2026-10-19；课程方法说明／教学示例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08EAD-B24C-4745-B716-9A53298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2979035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B9A82-53C1-4BDC-B538-6999BB54530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D7B37-53C3-4712-9355-8401445D8B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F79F-19BC-4ACD-B4FF-F4399C7D40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CDE7E-A56D-466C-BF44-05742A3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DADF3-6A11-403A-B14E-582ABB9C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一条引文的核验过程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165D-BC57-44BE-AF93-6D8C6BF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D94D-492F-459A-8D94-489448E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文章身份、发表状态和主张支持是三个需要分别回答的问题。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ED43-29E0-49CA-AB05-89F709E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题名与DOI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5F6F-EFE3-47AF-82AB-6B40C60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作者、年份与版本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2FAF-1914-416D-A4D8-F543861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更新或撤稿状态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C36B-2233-4F3E-9B94-8C8CE6D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原文能否支持主张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2076-ED0E-4AE8-A428-3861C315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找到原始出版记录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91452-219E-40FB-8166-EF65CE2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核对条目是否错配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8BC08-5FCB-400D-BDD2-D598D78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查出版商与更新记录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DF0F2-0FA0-47D0-BD51-2E6F69A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看对象、结果和限定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5AFF1-9FA9-4B5D-9E3D-8E9ADA2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9A413-AF38-49EF-9540-0AA7664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引文真实性与主张支持分别检查，不能用DOI可解析代替原文核查。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120BE-99A1-4931-8047-FD77B13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核验结果应分别记录：身份、版本、更新状态与主张支持情况。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F5E66-2057-45E3-9163-37FE853C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9347A-E27B-4C8B-8D8E-D654302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2945970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973A9-4018-45E8-870B-D42D5DDA61D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0DBB-36B2-4D24-97D5-2874CC3DF7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8150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C488D-C6A2-423D-B6BE-6E7E21E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A5696-B0A6-4466-880F-8359B58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研究空白与反证检索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1D94-E39F-48BA-9722-E90374ED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3AD8-B31D-4F08-8AFA-A886C2DD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一句“尚无研究”需要主动寻找反例，并回到原始研究核对。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13DF-A6BA-437A-BC1A-C737AB6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待核查的空白断言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C58B-1A6A-40F5-84AB-89B44FA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查找反例与原文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D6F1-0290-41A8-90E3-376CAB6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修订研究问题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B54A3-C188-47D5-990C-5B0F2BB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高校没有AI辅导</a:t>
            </a:r>
          </a:p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实证研究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5059-CB9D-46AA-963F-AA65BE0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Kestin等已报告本科物理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随机对照研究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B8346-E6E9-41ED-8A1B-ED2A9BD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1487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继续核查特定课程、工具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及延后测量的未回答问题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3B2F-3829-4EA9-9CD2-179253C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反证检索：同义表达、前后引文、近期论文和预印本都要考虑。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AD32E-86F3-4BC7-ADF1-F46E8D9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反例能推翻过宽的空白表述；收窄问题后还需继续检索。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E4B9-9871-46B8-A7DC-CA9DC92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1DDFA-DF81-4AA1-ABEA-47E1FBD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003123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552F1-314D-4F6D-957B-762CBE956D3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5C4A3-9AC5-4333-BB75-9E9DB0EAE8C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992B1-FF49-49CB-BB56-4F5ACA538EA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9482E-9896-4F98-810B-43EF804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6651-0DB9-4356-AAB9-B9806B8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文献Agent的材料流转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BC4A-A9A7-46CF-B4E2-D570713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37767-5086-41FB-AADB-936CC0E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检索、筛选、提取和写作需要保存中间材料，才能检查遗漏与错误。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D10CE-A4FD-4BF0-B4CF-FC549BD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问题与检索范围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8679D-F006-4AAF-946F-86A63ED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5F1E4-6175-49A9-BD0C-B1EA498D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候选记录与全文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76F1-1554-4FE0-A0D2-663EFAF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去重和纳入依据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DF0B-3D79-4869-B3FB-68399D8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0729C-2A6A-4DFA-87FE-99A9AEF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原文位置及信息状态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76B9D-B8F8-4293-9B89-2F7E10C5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综述草稿与核验表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EB6D1-7561-4CFA-A41E-A6F93DB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引文支持与未决事项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3DE6E-D66C-4DDD-BF51-72E3C84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流程示意：失败和缺失也要进入记录，不能用生成文本替代未取得的原文。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9B188-D912-4C3C-9C79-7713F7B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67DE4-F58B-40C4-B796-6F57895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924027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4D491-623C-43AA-8AD4-E99AFAB8DD8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91B1C-1164-4D89-A182-960218755AB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DF466-38FA-4BA0-9892-9332FBB0C41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896B0-1AAC-4D36-AAA8-E320CB1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2CC5B-666C-4C1E-87B9-F83AF14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一份可检查的文献工作包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993F-7C35-4BF5-B7EA-FBDB198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E0C6-664A-4C23-B64F-219787B1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交付时应能追查材料来源、比较依据，以及仍然没有解决的问题。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8AA3D-9AFA-4F99-8ED8-E95889D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7222A-8A26-4644-A915-0D83EC8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检索式、日期、筛选条件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B9696-5058-4411-8436-C929504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文献与版本清单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3B22-A3EF-4505-B59E-B107305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DOI、来源与全文状态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8FF8B-F69B-4D6A-BEEE-33A2AA9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02D4-6D75-44B5-B568-CFC1B83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设计、结果、原文位置与复算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D437-BF60-4170-94B6-6BFB41A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综述与问题清单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23247-29A0-4921-BD48-A27278E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支持的结论和待补材料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5AFAD-0E0C-4A58-BC40-43B8DE6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下一节：依据已有研究与资源条件，安排研究对象、比较和测量。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63583-A20F-41A9-B95C-7D7CB14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7C1D4-2EFC-4EBE-BDB1-B87BB2D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3872045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D5DCE-4F71-4940-8034-69DA23B17A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415E2-7820-49E6-A3D0-34C24BD981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0050-F963-45F7-ACE7-4780903796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FA32F-0C0C-427C-8312-092EF62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5445-A412-40C6-BB27-9B0503A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E72A9-77BD-4E10-968B-F9E9CAB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406F-06FE-42BB-A3F9-C2308F3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研究设计需要说明：比较谁、改变什么、测量什么，以及哪些差异会影响判断。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D8E16-EB72-4CFA-8CE3-BA2FE4F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727AD-D707-4138-9BBF-5C54085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55BD7-3001-4894-A971-0B3E9AE0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2A82-3B2B-4176-A642-4E1AF6B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23918-AF97-4BC4-ABC9-58336C7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明确要估计的差异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DDDFE-B78A-4C01-B388-0974B485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规定分配单位和对照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7205A-3E2D-4FFA-BA44-F4F7669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记录指标、时点和规则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9769A-E419-4184-BF4D-E5498EE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确认授权、条件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与备用安排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6F66E-A76F-401C-9337-5909121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51655-62F8-4742-ACE7-CEB21876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例如：比较两种提示方式，需要先统一内容和测验，再说明分配与实施差异。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C7C9C-5671-4505-B563-E5C5DD1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问题、指标和可获得的证据需要对应，后续分析才能解释结果。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ADE59-3227-4068-AF24-3C41C1C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B3C52-5713-4AF0-B2C4-C28B164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065135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FD947-6137-41C5-B62C-49664A4F754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2382500" y="538162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A44F-ACC0-4DAB-8491-268BA6A792C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1714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97993-C74F-4BD7-879D-E5DE63D4D09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4953000"/>
            <a:ext cx="1619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367C0-D741-4AB6-8E7D-DB1DFBB41D3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554F0-88AD-483C-9F97-8B6F0251D3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4953000"/>
            <a:ext cx="16192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BA20-AB12-4963-BA69-C60672EAC5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3667125"/>
            <a:ext cx="15240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6D2E5-94F8-4F7A-B689-D9ABF1DE26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3667125"/>
            <a:ext cx="16192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3E7C6-6EB0-49FB-B783-B3CB906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D6835-55FA-4913-AEEF-F2A51FA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公开研究中的分组与测量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2D70-A161-46D7-9B2A-F74D470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7213-60F4-4320-8A46-E1D1FCF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高中数学研究把辅导方式与测量阶段分开，便于比较当场表现和独立掌握。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DA284-5CC7-416A-9C99-123FE1D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班级随机分配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8089-115A-4870-A94A-5A55520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按组条件完成练习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63FC-F21F-459D-A8F8-C181089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无生成式AI资源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C7132-4AA9-4DCC-A94E-00C06D9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常规AI答疑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（Base）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7B9ED-57E3-477A-8E8F-B60B7B1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96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教师预设提示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（Tutor）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7E50C-6136-4FC7-A9C1-9151169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293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统一无资源测验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AF54E-E6B1-46DE-8048-D6BDECFA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对照组仍可用课本和笔记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DAD1E-FB7E-4ED7-A66D-F259E520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公开真实研究的设计转述；班级分配，三组资源不同，测验条件一致。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20477-5D14-49DF-AFDE-364CFBA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2025，实验设计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ABB81-DF2B-459A-96D1-C7161E1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90167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53CDE-E37A-466B-8DEB-032042015F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239250" y="4929188"/>
            <a:ext cx="18097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DAB49-73FA-4A6C-AAD5-B4D4A67B8A5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3714750"/>
            <a:ext cx="18097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302AF-45D4-462B-8F50-CCDADAB7E99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4905375"/>
            <a:ext cx="1809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18BB-1475-48B2-8CE1-93ABFB6E279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14750"/>
            <a:ext cx="18097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6757D-D628-40C2-9E60-0F80BF2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78F6-A00D-4760-910A-9154610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一份拟议研究的分配与测量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CD9C-10FB-47C5-9A87-409805C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1FF32-E0EA-443C-BDED-38A6EC8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本科课程教学示例：比较逐步提示与完整解答，以一周后的无AI新题评分为主要结果。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A9CCB-600A-44A4-9C1D-E3C360D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第0天：学习前测量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197C-24DA-4440-955A-F30B186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学生随机1∶1分配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518BA-FB5D-4163-9AFA-EDA1FC8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2B27D-7F78-4C31-84E5-9FA058E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657B-1CB6-4BC8-A987-BB93147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0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主要结果0—100分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CCF6-DF16-427E-A608-67831EF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同类内容与时间规则；补充记录当场表现、用时及额外帮助。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0AF28-09E0-4D33-B5FB-DC9E6B7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教学模拟：50人/组来自第11页假设情景；尚未招募、采集或获批。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16B3A-7A06-4438-AF2E-10AC3FD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00044-BC2F-4AF0-9C0D-72F1033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406341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05BB-117C-48B9-8096-97108ADAC45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53000" y="659606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74B40-5E64-4725-B821-EE9DE340AF0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53000" y="5119688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F4FD-7BC9-4FAD-B0D5-E7E8284C1E5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64331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134EF-9298-436E-8CAB-971C3DF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32C7-37E2-40B7-908B-42A97FA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变量与可能的干扰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1DF0-608E-4E09-A7DA-B5EDA38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123FE-6328-493D-A32E-8EBBB880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方案需要区分研究者改变的条件、实际测量的结果，以及需要控制或记录的其他差异。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8B5C-B02A-4077-ABD1-34B7F97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改变的条件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8DC7-2B5A-4154-9DF5-C550260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提示方式、使用规则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EDD4-9B3A-4A00-A74B-8A9D90F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观察的结果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4DFC5-EB0D-44C8-9EC9-175E93A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新题评分、完成时间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0537-F711-451C-AEEF-A3FC16E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可能的干扰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B6112-938D-4B7A-A2EB-AFB4F05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基础水平、课程内容、额外帮助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1221B-ECB2-4FAD-8506-B36B92D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同一变量在不同问题中可能扮演不同角色，先回到要回答的问题。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A6F4E-6DC5-4037-A002-E6383F79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来源：NIST手册§5.3.2；课程方法说明／教学模拟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3DE2D-82D6-4825-832B-22E484C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49087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C3ACF-97F9-413A-94B0-8085DF1B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908DD-123A-453E-99F0-C0DF6CD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对照条件与一致条件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F0A50-80AA-4AEC-AB81-5BD2FC9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7960C-ECA2-43B8-BFE7-27ED9CC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比较提示方式时，若题目、时间和评分同时改变，就难以解释差异来自哪里。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F59F-078B-4794-BC8D-05EF86E1554A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逐步提示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完整解答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记录偏离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2460-E751-4809-BAB4-F90BB93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教学模拟：差异条件和共同安排分别写清，执行偏离另作记录。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D309-692C-426B-828B-8B5B6C1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D1A3F-807A-44F1-9045-3BE23A4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623641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368BC-0106-4880-97EF-CE74464C6A6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6310313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579DD-D924-4758-BB05-46DD296382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001000" y="5834063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9E1DA-BA22-46F3-8233-88FD9824FFC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63103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925D1-3E28-4869-B059-81F64CD4037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3976688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232B-DF1F-4C18-A8EB-C5DA4BFDC25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3500438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EA44-BD80-4D5F-A9AD-19655A1E4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9766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E0CDE-4248-4296-92F0-0D12C12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8A8D-570D-4095-B6E8-02A4938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随机分配与区组安排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652BE-4E6C-42BC-B9DD-9C5C55B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7AAA-F409-4BB4-8C99-A351587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已知批次差异可在设计中分开处理，再在每个批次内安排不同处理。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9D537-AFE1-4CBB-A0F2-8E9FD12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DBCE2-E748-4F9A-97EC-CA8E843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6CF69-A97C-461A-B3C3-466FEB6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7170-9137-45F1-9CBD-A5DC3DE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6C64-CD4A-40E3-91E9-A6FFA5B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079D5-DA0F-47E0-B062-C39D1C2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A4280-F11F-485E-9818-9CA6B9F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D0B46-DFCD-4B68-A1A2-F9D9191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88124-C37D-4524-A562-4FE868B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教学示意：每天都有两种处理，具体样品数与分配表需按研究另定。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3E719-D7FA-4719-B2B7-B5CD514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2026，区组设计课件；NIST手册§5.3.3.2；课程方法说明／教学模拟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6F5EB-FCCF-4550-BEEE-EBFD6C3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630373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9B1A2-B34B-47D2-A82D-36F6AA54308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86750" y="654843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50B69-9284-42A7-8453-04D6FDC719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3750" y="5119688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C539-AD2D-4B77-85CD-B0EAD5363C7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5072063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BC43-F139-4C30-B022-62DAEB6CB6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5072063"/>
            <a:ext cx="2095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A0A7-2353-4E8B-8B34-5ED4477A498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35956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1566-91FC-4A66-A339-A0F50C3BF6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35956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20985-67E9-4897-8F1D-5782B80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8D4D-A5C7-459A-B2F8-70FF4B1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独立样本与重复读数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618CD-485B-4E49-88CA-C976B8C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905D-9050-4677-A4B4-4E7EB4E4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同一试样读三次，可以检查测量稳定性；它仍然只提供一个独立试样。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A6DF-D2C9-4A87-8ADE-90D744F9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57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独立制备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C0A2-C636-4D96-B5F1-5DB2EDD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BA4D-E404-4C71-ACA1-0E8D183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0CDA4-14A3-4E50-B64B-087CF58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C73D6-C86E-4620-979D-FA1C61E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F466C-41EC-494A-922B-983567E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436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594F8-6972-4B79-B445-DDC668A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4362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72B34-011E-4D24-8303-BFA3F8D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独立试样数：3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4153F-780D-4911-8B08-685738E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总读数：3 × 3 =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EC8F3-9204-4829-9B87-2D3FB23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教学模拟：图中3份独立试样、9次读数；不代表已完成样本量论证。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9DBF8-2A68-45EB-91D1-F052B74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E9E50-1BE3-44D5-9ED3-CB39792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213167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50696-1D3A-483B-88D9-920855D4317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98EB-0E2E-4265-A391-0C9584630C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9990-296F-425F-B85E-CBE1E029F7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D9FD2-CF95-465E-BB08-079A0FA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B7A88-1257-4D44-8775-8ED4C00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编码、盲法与评分偏差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4EC1-1966-47AD-B854-EF35EC3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4D625-80A6-4788-87E6-131677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知道组别可能影响操作或评分。能隐藏的信息和不能隐藏的环节都要在方案里交代。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5AB8-CE52-4ECE-A01E-8A3F40DC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样品或答卷编码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252E5-77BB-4589-8947-46C9132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477D6-C03E-4927-B703-5E8E7B62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独立保存组别表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31B41-85C0-4874-9B4D-CFAD7A4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分析后按规则解码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92472-895E-4047-8A2C-C0330CC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编号不直接显示组别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9A6C2-40D5-4F76-93BC-A8744E8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测量或评分者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尽量不知组别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553B-70D2-4823-9CDB-650A104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限制可访问人员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并留记录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F0716-B9C0-43A3-8FCB-271C436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说明谁在何时知道分组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6D7BB-8C8E-48F0-9310-FEADB17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AD13-2BC0-4797-9863-2D20FCF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编号、隐藏分组和解码由谁负责，应写入方案；盲法无法实施时说明原因。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9BB9F-0ABF-47EC-A251-590351B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可行性受研究任务影响，未能盲的环节也要明确报告。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3DD46-7254-4A16-8A7C-95E3C62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B0537-692F-4B88-8FFF-06EB233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201637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603F-E0C9-415F-806A-6AA14C3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2015-0A08-4461-81D6-6874E24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公开教材示例：三因素的全部组合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CFE4-F975-4329-97BD-AA1C44E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2F8B-499E-472A-B3FD-45D88EA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温度、浓度和催化剂各有两个水平，全部组合共8组。表中y是课件报告的响应。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F59C-8092-435B-8764-7C3D447C771F}"/>
              </a:ext>
            </a:extLst>
          </p:cNvPr>
          <p:cNvGraphicFramePr/>
          <p:nvPr/>
        </p:nvGraphicFramePr>
        <p:xfrm>
          <a:off xmlns:a="http://schemas.openxmlformats.org/drawingml/2006/main" x="762000" y="3028950"/>
          <a:ext xmlns:a="http://schemas.openxmlformats.org/drawingml/2006/main" cx="137160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238500"/>
                <a:gridCol w="3238500"/>
                <a:gridCol w="2857500"/>
                <a:gridCol w="2857500"/>
              </a:tblGrid>
              <a:tr h="501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温度T（°C）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浓度C（%）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催化剂K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响应y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F5DE1-298D-4A22-BE63-8BC27B6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公开教材示例，非本项目实测；y为两次重复均值，原课件未标物理单位。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406DB-14F4-4DA1-B561-54B2F8DC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73D56-F3F5-4EAF-9FFC-59FE7B3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036649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2A796-5D61-4ACE-9682-E0600D8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15C9-696F-4B93-A3A8-0EB50C3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一个因素的效果可能随另一个因素改变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B2E86-8E29-4210-9415-D944DDB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83596-206C-4C68-AF3C-E7D5F57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固定浓度C为20%，温度从160°C到180°C时，催化剂A与B对应的响应增量不同。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A368278-47E1-4EC4-A948-AE9874C5F0A5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8191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7e9199fa6b407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A381-ED4F-4BEC-9C6C-E85CD17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温度变化的响应增量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7AE8-EC47-431C-B36C-626DB91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43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催化剂A：72 − 60 = 12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催化剂B：83 − 52 =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C8CF-6458-4380-87D1-A3D381D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增量差：31 − 12 =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FF329-E69B-4EE7-9A92-E965AC5D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无原始重复读数，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不据此判断统计显著。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0ED5D-8810-414E-8066-71771A1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公开课件数据重绘；仅展示条件增量，未作显著性判断或工艺推广。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FC26-A799-4BB4-A128-4DD1DAB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D4FAA-BA55-4CA6-988E-4028984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886853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2AA5E-4C84-4AF6-B918-831A220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2E532-2D9A-4C89-A366-A6B5491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样本量怎样随目标差异改变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FB2BB-E545-42A2-90B2-C8FF445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F383-D9C3-4230-9150-5E12E5C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教学计算：两组独立、等人数；假设标准差10分，双侧显著性水平0.05，检验功效80%。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22A02F8-9B5E-4BFB-95D4-BFCAE2B58B3C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382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2c687cf2045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0BB4C-B2DC-4582-993B-32CD2BD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差异与波动要有依据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71D6-285C-4713-89CD-3C2CB7F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标准差描述分数的分散。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10分和目标差都是教学假设。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91AA-B6F1-4118-A09C-6D45F7F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EA8D2-D150-4A15-8669-8FE210A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45人/组的适用条件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4865-9BB2-4CA4-951F-CDD8491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只对应本例“差6分”情景。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改为班级分配需重新计算。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09378-0E14-4C19-A1CE-133BA34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功效80%：若设定差异存在且前提成立，重复研究中约80%能检出。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9535-6E74-4E0B-B522-356512F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参数为教学假设；本地R实际计算，未纳入班级相关或实际缺失机制。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A1FD8-3C16-45F9-8A6B-2D9BE3A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来源：Lakens，2022，样本量论证；R stats官方说明；本地计算2026-10-19；课程方法说明／教学模拟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D7B5E-73C7-4377-BF47-2E595F6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112221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38EBB-29B9-4A65-A044-9E75E35F65C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9ECE6-31DD-4C6E-A055-689399D2BE8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45A6-7077-4DA2-B244-51010D9714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0F15D-4A4F-4C20-848C-96DB0B5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0878C-3913-4D03-82CA-88DFD62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测量方案与预先约定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7BB7-649A-4A23-AF99-5E56E32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2A59-1ABF-45F8-8B2F-6AF900A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主要指标、时间点、排除规则和分析办法应在结果出来前写清，并保留修改版本。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B1D4-8BCC-40D5-918D-FE9503B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开始前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BAA1-7B4F-4EA9-BF92-0FA6D28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执行过程中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6C02-B63E-4ECB-A091-A6F682C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数据整理时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0BEC-F0D2-4DF6-8DE5-FFD24C6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解释结果时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877C1-58DE-4FEF-BF41-522DFEC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确定指标、测量与分析规则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E8048-BA5E-4C1E-AD89-EC27F1D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记录偏离及原因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CCD6A-58D1-4556-815C-5A2D420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核对缺失、排除与版本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BF1BC-3755-4F7D-9D2D-16C8D1B2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按原计划和偏离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B8FF-C0D9-4D9B-9F29-E737CC6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E12CD-2BCE-4D85-B82D-67458C7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指标与测量质量先核查，再确定排除及缺失处理，保留计划和修订记录。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0DF36-CC9D-4C13-AB48-A6315E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发现执行问题应留痕修订；原计划、偏离和探索性分析分别说明。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45F24-6E28-499B-A942-B231677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AB293-EC6F-4B06-B9A6-CC9C035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61769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4355-95C8-4F07-8B33-5A90DDA7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1FF31-CA3C-4F30-809A-785D08C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样本计划怎样变成工作量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AA798-F399-4C01-9E50-845C7FD0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A8827-8050-4ED3-9101-2A3C3701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沿用“差6分”的教学情景：每组需45份完整主要结果，再估算招募、测量和评分容量。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B3B42-0A5E-4569-9188-9DF8BB13F0F1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810250"/>
                <a:gridCol w="5048250"/>
              </a:tblGrid>
              <a:tr h="9144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本例计算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仍需确认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完整主要结果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45人/组，合计90人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差6分情景；前提见第11页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招募预留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45÷0.90向上取整＝50人/组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保留率90%为教学假设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测量排程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100人×3时点＝300人次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基线、当场、一周后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评分任务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100份答卷×2名评分者＝200份次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按满额准备，尚未实际评分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8C21-E7BC-4639-8AF2-AFEA298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教学容量测算：人数、人次与评分份次各有含义；90%保留率未经实证验证。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6B09-5FFA-47D6-AF2D-624869F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 stats官方说明；本地计算2026-10-19；课程方法说明／教学模拟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7F63-65E8-45B8-8A3A-495890CD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90105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E591-0FAC-484D-94ED-32092EE4EFE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CC44-02DA-4890-9C05-BE02C9047F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5384C-79A6-45F7-9917-B92A8754501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4929188"/>
            <a:ext cx="21907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514D8-3F2A-48D6-91E4-414BDA653BA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595688"/>
            <a:ext cx="2190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D4CD3-1F5A-4E58-8550-131C4FF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21C5-5EB9-4C42-BABF-065DE05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失败触发条件与备用方案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542D-B5F1-43EE-8C71-A9BDE90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0638-7AD1-4414-B828-6D24F6B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备用方案应说明什么时候切换、保留什么问题，以及改变后还能得出什么结论。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814B-DB2B-498F-AA6D-2E14F7D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关键条件无法满足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F5C0-371B-4C7C-A6A9-15EBB1A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设备或测量不稳定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9E5D-17C3-46A2-A4F2-085407F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暂停采集，校准后复核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030C8-E96A-456F-8F4D-6DA6962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核心数据无法取得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4096D-F8C1-435A-9499-F6362D0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10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收窄问题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024F8-E0AB-4774-A1E1-5AB4E83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教学模拟：切换理由、时间和对结论的影响都应记录。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EC037-5BD4-44CF-B5E1-B86EABF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0F024-534E-4329-921D-CA0E71B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757855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2FA7-CB47-4D4A-A97D-015E5C928FB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30482-5CAB-4B01-BC0A-E9374C461A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913E7-D2DA-4B05-A8D7-7F872CD47D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63343-A49C-464E-9580-653B671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C154-6D2B-4800-899F-88869D0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AI协助检查研究方案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51A40-1FB3-4889-8828-7E54B16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83E65-889A-44DA-B67F-A9EE7CC2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把方案、材料依据和限制一起提供，要求AI定位矛盾与缺项，再由研究者处理。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CD4F-63E2-4A69-A1A3-8E3D98D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问题与现有方案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38929-20FE-44F1-ACE3-BC2F4BF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变量和资源对照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83393-5D9E-4545-BAC8-F156474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矛盾与缺项清单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0EE03-8F6C-476D-AF84-74374BA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修订后的方案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8C352-0875-44E2-BBB7-2B7306C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附原文、设备与授权状态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B7144-AC4B-4428-A263-4C98673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逐项对应对象、指标和方法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C413-6222-4980-A6E4-A3A481B7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返回位置与理由，允许未知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54D15-63A3-449E-B952-04FBC87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保留处理意见及仍缺的证据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7D5B-9B03-4A30-965D-8EF379F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27FB-15BC-4451-8010-B140941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检查实例：同一试样的重复读数，是否被误算成独立样本？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0CE7A-9980-4400-8749-57BE784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流程示意：模型提出检查意见，研究者依据原始材料确认与修改。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40266-EE51-4C86-92CB-834C1A9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5CFB1-A12B-40C3-9B91-E066847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455741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2EC2D-4924-4260-9E41-62240EEDA05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6365-D074-4564-8A8E-5FFB53C524E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C36E0-E3FC-4328-BA46-38937F79F0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F1AA9-A773-4FA2-A5F0-12A43DD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7414F-885B-4381-ABB3-E709E4B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一份可实施方案需要的材料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2028A-FE02-448E-A04C-8A5C7FB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9C38-067C-4659-AD8E-4AD639C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设计说明、测量规则、资源安排和风险处理应能相互对应，未确认事项继续保留。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0EEA-320F-41B7-A02B-5FE5296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研究对象与比较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EE49-6128-4EBF-97F7-E229FCF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对象边界、对照与主要结果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1444-2A09-40E0-8D90-DD44EF7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变量与测量表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BD27A-06B6-4A49-8C5F-A0F2D14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定义、单位、时点和质量要求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F25A1-3FEB-4C3A-98F5-F81A9CE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分配与分析安排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6F088-3DC6-4624-A8E3-112C61F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独立单位、样本依据和缺失处理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D13B8-7B2D-489D-B59D-19DC363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资源、风险和版本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7FB4-9C51-427A-870B-0220C5C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启动条件、备用方案与责任分工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3B31F-DF72-4FBA-B03C-9251CA9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下一节：检查原始数据、运行分析，并把数值与研究问题对应起来。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7C506-5131-46D2-ABBD-9DCA43C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65DA4-8963-4D13-8CE1-ABD8E8C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118615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0C9DB-6021-481A-AD86-3F00F7DAC65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7ABF5-5740-46C9-9F6F-7514EC63F4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EBB2C-8DDA-4A6D-9661-D2C63DE7C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70FF8-B28D-4611-805B-C530932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3BF3-2B6D-464F-A23A-35041E1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0BEBC-2379-492A-B525-13C6D1C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40825-0D0B-4A7B-A1B4-B572D28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F0BC-81EA-4284-AFE1-280A6D4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005EB-FDE3-4738-9843-6827F6F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7BDA-5ED9-4B58-8579-10BBAB89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98139-6E02-4656-90E7-309FE1E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631D5-C3EB-47CF-AAF3-754D786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592DF-814A-472E-A678-4B073F3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5C251-2F2E-4ECA-B6F3-EDF175F8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75FFF-8F0A-44CD-B4F7-18D3AA8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E82C3-B297-4B2D-B1C4-9C06310C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5BEDB-72A9-4C81-9DBD-9CC8450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482E7-0259-45E3-A6D5-9137D8D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967FD-FC6D-4A93-918A-DFA34B2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2BF6A-B2C5-4302-8A2B-4848B560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726718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0FC8-E0F8-4BB2-AD0C-5FD2E49866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C8946-B201-47EC-BA5F-CE0F28F96B8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DD47-8263-4E14-9BEF-A09A7435F3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BC7AC-A400-434B-88C0-FCEE826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76AA3-D731-4F5D-9307-426CB9F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B6075-CEB5-4057-AC37-8B0A003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BA64-EB42-4359-B0B7-D15F44E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2A0A7-043E-4E5C-9F16-D9577C0F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253D5-B07B-45A7-94DE-4EE7D64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D5B49-531B-47A1-B8A9-4EDA0DB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242A-616A-4B2F-B33B-7E7066D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2FD6-0CEE-421A-AB98-3197AA4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C72A5-451A-4ED2-8EBD-480FECC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CB4A5-5536-4113-8DEF-F4D45B9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EED5B-4B8A-4632-92D0-3699CEC0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1DB0B-53D5-4BAE-8C92-6E8730A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35F21-841D-41E4-A23E-911B66E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D1497-F7DA-487F-AD1D-BB13B97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25109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0ED78-CF98-40A5-AB3B-7B01B7A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92F2D-A0BA-47B5-BF1F-C227EDD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FC8B-3DA3-4A9A-B9E0-AB8AE25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B275B-5B60-4A50-A590-EC0E437E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C422-999D-4FFB-A1C7-1C5DF2C9B2F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67BD6-D03D-438A-B222-EC865D5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1EA6C-0E4D-40C3-B058-33FA5FC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6094-003B-4BB4-8FED-BFC13FB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811569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15BA3-E449-4B5B-BBC2-5CB3CB3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69398-2E7E-4BDE-847E-EF120CE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AA478-6033-4E8D-81E4-8AC96F4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8C69-32F3-453D-8340-8C0CE5F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7C6ED-2762-485D-9651-C6EB622E77E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A29F-C4EF-454F-9143-DF122A5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92CF-ADE9-425D-A939-D58ED8A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C055-E8C9-4067-B2BA-A7902F1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73017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941E7-4E54-4922-A6A8-F8B6EDF9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7F264-03C4-442D-971F-12322722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6C4B-E67C-48D2-BD04-35765C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CB140-E51E-4AE9-8A27-238BE06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D6AD28E-CF48-41C3-B810-7F1D0E9ABA0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9e80845d443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8F947-91EA-49B6-A00F-7631C4F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ACB6A-13E9-4C3F-87DD-6D3E63E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875DD-67D8-482F-BE08-0837BD0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F8170-722D-473F-B557-44A4AC0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33F2-BED9-47FB-B0BB-53CB566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017712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948B-9612-4449-A840-39463CBF42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89C4-4644-40EE-843E-C55680D7C2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9FA5B-18D9-41A7-B7ED-AFD1C01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D5F64-6505-4B1B-8991-2713DAD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18FB-F7BE-43F3-AC38-F3674B7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1E01-E287-48B4-AF62-3CA9BFA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2CD6A-AB3D-4F5F-9270-D6E75E5E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2A9D7-9BBD-49E0-AE35-97CD126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F5DEC-6880-444F-8BEC-8AD0E21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161C-8525-452C-A47D-2F1A1D3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C8CE-02CE-49BC-B915-7666892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1A963-9216-4CA3-B1E0-2B370D8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EF571-BE5D-432B-A581-E29C01DE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DEE77-28A3-4923-A477-75E665F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80F70-E161-45A8-AB88-B13AFEE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CFD24-B878-40AC-973C-937FF6D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06217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5CED-E604-4436-9F4E-23FDB624A97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5667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E1797-7BE4-4D5B-A2FB-726AD4FC01B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09875" y="4143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3CA0D-0DA2-42FB-8C32-4CA0DCB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BC94A-1F62-494F-B996-093E7AC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异常标记后，结果怎样变化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50023-F34C-4434-991F-645F5C5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15E9D-37C0-4869-B9F0-033F001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同一份Adelie数据：比较保留全部记录与暂排两个标记值的均值差，原始记录保持不动。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C0E8E-C5C4-425D-9250-CF47BD3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按分布规则标记2条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8C04B-6D14-4680-AA15-A3EF56E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回原数据查原因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B75A-3AC2-46F4-9C8D-E292DA2A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原始记录继续保留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6C9F-4A2E-46B4-97B7-95BCB52FC6D5}"/>
              </a:ext>
            </a:extLst>
          </p:cNvPr>
          <p:cNvGraphicFramePr/>
          <p:nvPr/>
        </p:nvGraphicFramePr>
        <p:xfrm>
          <a:off xmlns:a="http://schemas.openxmlformats.org/drawingml/2006/main" x="6191250" y="3333750"/>
          <a:ext xmlns:a="http://schemas.openxmlformats.org/drawingml/2006/main" cx="8286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905000"/>
                <a:gridCol w="2762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比较口径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雌／雄条数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保留全部完整记录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 / 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4.616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比较时排除2条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 / 72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4.153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B5AF5-84F6-48DA-B96F-4CC44E4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8650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标记行30与131：鳍长172、210毫米。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AF106-E0C3-40FA-A47B-85ADD76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5325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暂排只是一次敏感性比较；未查明错误，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不能将它写成清洗后的“正确答案”。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3F1E6-87BA-429E-A546-D2343CB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真实公开数据的敏感性比较；标记不等于错误认定，原始数据未删除。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D0108-A1EE-415A-9178-CCC314F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§1.3.5.3；palmerpenguins公开数据，本课程二次计算；本地比较与模拟，2026-10-19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BF5D4-D3B1-448E-A739-1DAF7E0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197517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47A1F-D285-46B9-90EC-530062F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A53E1-A0A1-4603-BAC6-C6FAA0C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5C0AB-F6C5-4950-BCC8-D50FDA5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46809-026F-45DC-A5F6-724A48A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437A69-4543-4D24-BAC4-C6D24459975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502de7b1704c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CD21C-D6CF-461D-9373-0B509BE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4078D-6525-4B5F-B4FA-08932F9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4B510-B080-4DCC-886E-6076CC6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A1B99-983B-48F0-943F-AE3946D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0CDA1-E4EB-45C7-A8CE-FD6ABA0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775280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EAD39-9522-4650-BFD5-B99ED727A5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C281-6523-44BB-8E01-D0FBCCFD25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8EBF-E858-4C24-8E8F-576BDD0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902A-7F00-458B-8566-A9BB7CF7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C40F3-E528-459B-985D-D6F39DD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94EE-2DAC-4ABF-9630-65A740F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E95D7-50C0-4275-9476-074F311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BB422-8ECF-4CE2-9094-097769D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1FF2-719E-4BC6-B8BE-127B3B9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479E-579B-4131-ACF0-032C5D6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2EF8F-358D-41E3-8632-5A835BB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C7FAC-E9ED-4B43-B97A-A0FFDCC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BF9A5-E882-415F-B560-814BD92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C6B2E-BBDB-4ADB-96B1-612E95C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E7E1F-332F-4701-A074-C00C199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16668-A382-4707-B9E9-8AFA378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31687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7159C-5899-4194-A002-E0D6E8A31C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C4871-EC9E-4780-AB81-5DB5F42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E12E5-A560-4024-BF49-F8B697A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7FF5-58C4-4C82-8DC9-65F2B8C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93D66-FCBD-40B1-8477-C79B062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62F8E-C436-4D5B-BC27-81471EE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97C24-E509-42A5-A693-1836C90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8C06C-7178-4426-909E-9CDF1224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226C5-0C89-4BE1-A9F7-6D79DD03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1C808-7D05-4C87-9B4A-845CADF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AD3E-89FF-4E20-91D6-B6259FD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8D212-9BA6-4574-8703-4E298D49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DD6C3-7BB0-4B3A-825A-5474579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22048-C1C5-4707-BB91-EFA9C9B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7053C-BAA6-4C88-AEFD-C2ADBA8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E8C04-0D68-45AA-814D-A382930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455937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A2F21-9E88-4E56-942E-F97F738642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B115-0E0D-45A0-8486-2DFD1E5CFA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0E1A9-354A-490F-AAA2-59EF67832C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1137E-F8A3-4FFA-8745-E6F2517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1E103-6B67-4EFE-9BBC-5B959A3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97FB-CC5F-4401-BE5E-CEDDAB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3AC5-28DC-426F-BBA5-05BFC4A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24F54-4438-462C-826A-14FC401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EC466-3DA4-419C-86A0-6639A74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43A6-76BB-43FF-B5DB-FE1B7BB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B7974-97B5-483D-A4C4-0D8BBB7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13465-7033-4109-B0AC-13D5196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D4EA-7844-44AC-A531-0AC4EE7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9E40-9DCB-412C-AFC8-EDC4055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D6690-7A09-4F72-BD1A-BB5A193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A7B0-4367-4150-8C22-099DC2B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397CC-F09B-49E0-93E8-3CB8508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A5DAF-24D1-4E1A-AF67-D68151D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5919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E09DB-8A9F-4176-9849-918DA23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FC49-CB2F-4649-8C81-FD7711C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F2BD-5111-43EE-85CD-15854B9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EA39-2DC0-4525-8842-F50BAE56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E1CFF-B19C-4440-A0CE-D65858FD638A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DB735-F547-40CC-BFE9-0250B3F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ECEC-3C07-46AD-952F-1EBC873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CBB5C-39B3-4B34-B88E-10AD5E3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45EE9-F36D-4CB3-9ED4-22502A1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534F-2DDC-4DD2-A9A3-17FA820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70B0D-E067-40DF-84B5-DF121FF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83233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E572E5-8B57-4F96-B243-9C07CA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21D2-F0F9-4445-9B55-221E686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386B1-AD76-40BE-ABCB-00B9C5E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EDA0-8AD6-49C6-BED4-EE0FD2A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重复模拟中，区间位置会变，真值固定为100；95%说的是这种方法在模型成立时的长期覆盖率。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1F56-E20D-4EFA-B2B8-6A49B0D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第1—10次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98D2-9868-4B14-8088-BEBD520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AF13-CFB1-4A0D-9CC6-30BAA7B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46D17-39E7-4921-BD1F-CFFBD58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14BEE-2112-4F76-A01D-40EB623D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50D8C-ACA3-4AD0-8E29-2A338FE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5AC3-6EBD-4D27-AE22-0B6C147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365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2699B-F1E4-4C16-8D33-975F8F3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FB93-2878-446D-BB1B-38EB203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581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61E53-2ECC-41EE-92C2-A3B6AC46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4ED41-28D0-4164-B367-72283DE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18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B73B8-131F-4E50-A6B3-7FE202F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353B4-4BCB-4955-8DA1-D2114F0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81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40588-C202-495F-A7CB-375D30C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EA550-B8DD-405A-93B5-C106CDC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460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D80C5-FD29-4A61-9B6E-44AFA98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86C6D-06C1-4498-AC0E-F21C7A54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6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D2DD-F80E-4EDF-B7A7-AA6890C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E3C75-9033-4A26-BA58-4727F1F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594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F5D64-FFA6-42F2-A0BB-9AE6499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9C69B-BDD2-433B-9CBC-6E0D38DC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14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F765-A517-4753-8DAC-36C5D2B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818BB-A619-47F7-A80F-58DC73C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379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40B04-8A81-4A7F-ACD0-966331A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34AFF-AC8E-4CEC-AB15-0026223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AA3D4-F1C9-486D-8467-0C60C79F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D15E7-43D7-4EB8-B650-0AD2FF5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3849B-085F-4ADE-8826-E1B544C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D6BAD-3386-49A5-B778-F8463E9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第11—20次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29A6D-A243-4621-9B59-ED1BC3C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5B7DA-B854-4EB6-90B2-9B1209A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467EA-5DC1-4589-A618-88D3017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3E3EB-C957-4926-BFF8-612CF54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99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0841B-1664-47A2-A541-F025D3B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A6BF4-6218-4F62-B4D0-1F0F6D5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022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5D6A0-1682-43B3-B478-B937F50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B53A2F-3A01-466C-88B5-03AF249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522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67398-2DF2-4A69-B7DF-D1D6F72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B26284-BB56-4836-9318-4390E02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199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975F8-7B83-4FFE-89C0-428A74C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DEF10-051F-4B94-84B9-AC0F68C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075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2888AF-28D2-4264-BACE-67B1C50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B6A904-F923-4C20-B650-F7F6D76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187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85C8E6-9518-4558-B570-E019DC2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687CC0-6CA6-4CC1-AB68-F5207FC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8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CBD754-4050-4103-995D-0A46802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E9A9C-E3AB-49BA-8103-8910E582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10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63F3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B6F584-707A-4C32-9B44-59A43DA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3A078E-FC3F-4125-9C78-F711543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586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836E0B-E46F-4829-8C6D-D539E8E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1D872C-92E4-45EF-B01D-79EA69F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795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AEE4F2-C4AA-4B35-BF77-ED06B144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507E9D-9AA6-44DE-AC8D-F62866FC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FBC7A1-056F-4569-8F88-FE985F2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BAA08A-A3E9-4B14-AE4B-21A4983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DDF257-1536-427C-A30B-21105D6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B52733-01C8-4C07-B78C-28622FA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模拟：均值100、已知标准差10；每次25个独立正态观测。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727B2C-33D3-474A-B278-8BBC0B3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连续前20次中，第18次未覆盖；全部1000次中941次覆盖、59次未覆盖。教学模拟，非真实测量。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64D4E8-1E91-473A-A1E2-E794105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F4AA20-9685-4076-8B0B-B13137FA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888861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FB255-9A1A-492F-9C10-AA817EC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4010-D033-4232-A54B-527350F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29452-B320-4CA5-9ED9-0880AF2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CBA7-D8AD-4B67-B700-B947332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D863E4D-8CD9-4120-A9A6-853DCF804F1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aca35aec3449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DF44-DB2A-42B6-B452-986936E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红色：双侧极端事件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1544D-EA9B-4E32-ABFD-C4A33DFE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红色两端概率之和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CD20-F4C9-476B-8C1C-5A032ED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7EF59-895A-474B-A2A6-694906E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01D7-64BD-4D19-84A1-FD99A0B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572174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32BEB-1CDE-4B2B-B496-A34F73975F4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29CC-17A3-4F11-99CB-84B710FB48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E2660-246D-49E6-A4D6-7DFE462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9748-F93B-4BA7-AF01-AAC26DDA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7D76C-D1F2-4F9B-AE4A-8EFF3A8E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D5A30-341F-415F-B2DD-E963051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7A9B-CAFF-4C4B-B1D9-869F2F7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4787A-6506-4C79-A01D-DD58210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2C6DB-E5F6-4E1F-BFBA-44DF8E4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93DD-3D98-4A9B-B20C-17F8CDCE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EF985-CDA4-49AE-8779-4C2B1CE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7F735-6012-453B-8668-5FD28F4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728AC-8390-4885-AA62-362C03D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1F9AD-5440-49B5-BF8E-87B77A14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3F18-10FF-45E2-BA55-E5B814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94B16-202C-4F6F-9C6C-1665A8F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EA53A-B2B6-4816-A81B-9C5494B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5105199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1B3C9-0855-41F3-8BE6-7FC9911F864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D0BA7-7079-40EB-B2B9-18B1E5F3D0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3A470-8115-4D79-A5C4-AD9F3C3DAC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7AAEA-59F7-42B7-9F9E-897CC82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9B16-F814-4457-9239-FA8F3DE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05D6-EA7C-4FAF-91BE-9153017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82D2B-F6D5-444A-B672-A4A7230C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47F32-0C8A-41FE-8D64-42F60A7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D62F4-27B7-461D-A865-AA27A05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C3660-DA57-4EAA-B7CE-195EB6E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0D62-9514-44B0-806B-5CA2ED6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F301-7ABB-488A-A147-30536B5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118DC-05A0-4E8F-BBF5-A2724CC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918BB-9765-4F6C-A1B0-A59FEB3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EF31F-FD79-42CB-A5B6-23A243F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A7E65-E8AD-4EA9-8D08-C8522234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780F8-AC16-4704-AFCB-2D3C06D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ED6F5-782A-4435-8E57-39B259A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21F8E-E313-486B-8623-A1A5F63F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D0A32-F47F-4AB3-8549-236CC08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417932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C758-0C4F-47E1-A602-FDF2DB2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E356-A649-4225-B3D5-81F8D25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78C2-5F9E-4787-9D0A-0C40DAD9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599F-80A6-4BF5-BAB2-737E0BD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4A54255-7220-4372-9DB7-D2ED4F67AA6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3077fe8a743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8DFFD-41EA-434F-B71F-2A20E6F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CEF91-0C5A-4314-A4EE-62C5227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12452-6923-4890-A253-71B2AE0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64A73-DA33-4128-A481-02AF464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6F31-7056-4E79-9B6F-4E0D347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80857314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B1DA6-65EA-4F6D-BFDE-2359E569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A321-3B05-4C73-A211-BCAA263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FDAE5-E39D-410E-8750-106A331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88F44-BFCC-4251-B847-E81377D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89B1EC-5B73-4AB7-8887-BC19A0A777B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64a4935a9e43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60061-B49F-43CB-9BF7-1C8FDBA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ED29F-4FFB-40B2-B2E2-1A50C75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7363-2417-4F2D-BC60-00B7F81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3EF2-0FDE-426F-81DD-CCAB215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D3731-2F5B-4633-8B1B-C70746D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032782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A173-AD7E-4D0E-B3C1-36C457D9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807B-D89D-4D1C-B226-4FE3468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EF59D-0841-437D-B2A3-203A32F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ED06-D378-4B62-9F89-0A3D446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D73D8BC-B1DB-41B2-8436-A7F8118A217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bef7aa78442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866DC-41FB-4153-AED5-FABBEF1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CCB45-4F16-47DE-8F23-6FABF20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B73C4-7838-4102-B348-D66AA78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A8E79-7A18-4968-82BE-F545FDA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A4037-7E70-4A2E-8CC9-F933393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93633093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1798A-E567-4E06-95A7-F28FDDD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FD610-0F8F-4DFC-9D41-8240668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A843-EEBA-4310-8C1A-282DA89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ED391-572C-45C9-AAC5-72A3215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35ED-C768-462C-8085-DA53190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2762A-4F02-4A2B-BD77-B8545A7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07A39-FC6A-424D-B5FD-FE0CB26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B9753-9613-46EA-AF6C-78045F2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89BD8-C3AD-4DB3-B8DB-1415E28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64519-2E2A-4F5C-AD9F-5AB3959E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CEFC4-5E4D-40D1-A107-53D682B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5614156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6FA6-6267-4B7E-96B0-F52E622210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B5064-5FAD-495C-9EB2-0B87239B44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4D918-936A-49EC-8F7F-7A5B3E34C9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0BFC9-4FC1-4FAF-A371-57ABB68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E487-A629-45E8-8BA4-68F0788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Cursor改代码以后，怎样确认结果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EB4BA-7455-4CB5-A43B-8CCB003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9F1F-2C7F-4C4A-AD3A-8D176738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同一份企鹅数据：把鳍长均值差由“雄减雌”改为“雌减雄”，再核对两次输出。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FCE2-4B76-47ED-9A34-018F759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Cursor：编辑代码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06118-48B6-4026-AA51-10033B9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Python：运行脚本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2009-75EB-4E7F-A164-80C5E96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文件：两次输出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8B613-E901-4DD1-9A2B-307362C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复核：回到原数据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495D6-2313-4205-ADD3-AE2D73B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改差值公式和字段名；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查看修改前后的差异。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1CD6E-E7AB-46D4-B4ED-0259D9E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使用同一个解释器，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分别执行两个脚本。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4AC87-1EBA-4F4C-A82E-0E409B7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分开保存CSV和记录；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差值应为相反数。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29AC6-81EC-43F8-9881-59A099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纳入行、两组人数、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均值和SD应不变。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9AD1-37F8-431A-85A7-0A06F2D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5AFBF-C18C-439E-876A-F2DD192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实际Python输出：同一数据、同一146条记录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51BA3-A668-494B-B397-5276B7A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原脚本：雄减雌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B06F3-D57E-4FC3-A3B3-47896AD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修改后：雌减雄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86CBB-021C-41AE-BD82-6DB13B8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每组仍为73条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6362E-1D35-47A6-8949-65F023B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+4.616438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A69F3-034A-4A25-A571-A395DA3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−4.616438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BF616-0F5A-4A97-ADF9-7D1AB01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153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均值与样本SD不变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24AEB-F5FD-4C5F-9E03-546F5002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本例两份Python脚本已在本地运行；Cursor未操作，SPSS未执行。R沿用本地WebR实算记录。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7193-E382-4FFC-982A-396249B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2025 Lecture23，第26页；Cursor Agent与终端文档；本地Python改动与实算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D3F82-BC74-4DF8-BC59-406B5C1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4392159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09929-F3C7-4982-AEBC-A739581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6AAF9-B039-4027-86D2-CDAFB34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Python与R的实际结果核对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A315F-807A-48C8-AB20-BFF2284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A22A3-1588-4E6B-A9E2-4B9201A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软件输出需要对照纳入行、分组、单位和计算定义，界面不同不应改变分析对象。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7DE1F-EFB9-402E-B6C1-1568B529FA0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191000"/>
                <a:gridCol w="4191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纳入数 / 雌雄各n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样本SD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雄减雌均值差 mm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F5DB-38A2-474A-9744-85B7144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逐行核对146条记录，再比数字。SD采用n−1分母，均值差固定为雄性减雌性。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DEF9-D34C-45A7-ABF6-00D43B3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SPSS尚未运行；得到输出后，再核对同样的行号和统计量。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5433-E361-4BDD-B192-606B162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来源：本地Python/R实算与代码；R官方数据输入与SD说明；IBM官方语法索引，未执行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A34EF-44F9-411C-8621-CBAA297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4042163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CBF5-214F-4122-9922-D9DAB8E68E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25EA-899B-4EFA-9606-2DFCD12DEB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D02B-DE5B-4F68-8EC2-8ECE61DD02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2145-BD3D-40EE-888A-CDCCEB2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281C-FAD1-4238-A30D-52E38FA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3B6B9-9B8B-42B7-9F61-2A62886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D4640-CAA3-4673-AEB4-9B59CB1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图需要对应一个读者能回答的问题，并保留作出判断所需的依据。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F96F-A14B-444F-B8C9-37457878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图要回答什么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C437C-5D5A-49D1-8DC4-826F732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F1C84-30EC-4188-B8AD-89F8D61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数值、分布、差异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04D12-42F5-4BCE-BEE9-B971787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FBB6-D9F6-4A9B-9B4D-79FF07A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步骤、依赖、判断条件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417BF-A0FF-4452-81F2-5F5B5AB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AA5E-124C-434E-8118-30B0370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解释假说、待验证关系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2AA9B-7BB9-4AD4-9C36-2A475A8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数据、流程与假说的表达任务不同，来源与证据状态需随图保留。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F2BBE-D1ED-4EAF-AE69-F2C7AB7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D9ADA-7D9F-4854-93BE-13CB409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661790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B827-AABD-4DC6-ACC4-127D4F9B56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AF78-7D3F-485B-8491-0AC62E1429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71D52-F55A-4D91-AB3F-25CDBE49E2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1C777-B231-4397-A71E-E3C2C8F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2FD5-50C4-4ED5-82C2-5366360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研究问题与图型选择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8EFF8-5BA7-4282-861B-A32048A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BFA4-C8AF-401A-8B45-D395AA1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比较分布、观察变量关系、展示时序和说明工作步骤，各有适合的表达方式。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E3688-A2EB-4DF2-9D3D-BE825EB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读者需要比较什么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A4BC-8A8C-4D41-ACF5-3DA5CA7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分布或变量关系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3C3A-21CB-4BCA-96E0-7165A77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频数图、散点图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D5112-C065-4F9E-B3A8-EF1B092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年份或条件变化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7473-565C-4E08-8766-EE70AC1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有明确尺度的趋势图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99C56-3C95-4B84-951E-68C351C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研究步骤与依赖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17ADB-2289-4FEF-8EA3-27FAFB8E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节点、连接与分支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79C07-912B-4A2D-9344-A9A7262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选择依据是要比较什么、数据怎样组织，以及读者需要看清的关系。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8E604-AAFE-4EA6-BBEA-9249D0F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BA5E-AE86-414E-B3F4-228F9AB8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140572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CDB76-0FA8-4E1A-AA98-4BA4CE6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B58E-B143-47A9-A424-E26F21F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均值图与分布图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E476-C6E7-446F-997D-8D5C4FA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14274-1E3B-4298-9637-27623142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相同的两组记录，均值图给出中心位置，分布图补充重叠、跨度和频数。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5FCECE5-0160-4B27-A773-F90E1DD2FCEF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bc957e032f4c8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36D597-8662-47D7-9297-A1ED2BB16254}"/>
              </a:ext>
            </a:extLst>
          </p:cNvPr>
          <p:cNvGraphicFramePr/>
          <p:nvPr/>
        </p:nvGraphicFramePr>
        <p:xfrm>
          <a:off xmlns:a="http://schemas.openxmlformats.org/drawingml/2006/main" x="7524750" y="32385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25237fb1a9471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66DD4-6B92-4C25-AD0A-BE60296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均值：187.79 / 192.41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6103-7786-4A5A-B4F2-B8F4841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同一批数据，补充组间重叠与跨度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124DD-B1BB-4A9B-AE63-FBAC88A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公开观测二次分析。两图使用相同146条记录，图型改变不改变数据。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B1932-2F23-42CF-9CDB-607AE75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8F492-D597-4F34-BBEB-48A4ED5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103811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95B94-1919-4355-81A4-57C2224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8B42-B926-40D9-A24E-B75403E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纵轴范围与柱长比较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0EFA-ADDC-4CAA-A063-7BE301A2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03F69-EB6D-4A4D-A21A-4552D23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同样的均值，柱图从180开始时，两根柱子的高度比会显得更悬殊。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AECB08-481E-492F-B6E7-5AB9465BC4E1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445c784b6403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F2FCC2A-D15C-4776-AFDA-A9323C55C461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f0b5d6839744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C31CB-7AD7-4187-B18C-47FCE28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右图两根柱子的可见高度比，不能作为原始鳍长的比值。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D212-4708-457A-BFD3-373EB9A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两图数据完全相同，差值仍为4.62毫米。右图用于说明截断纵轴的影响。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C17DE-D431-4AE2-B37A-3C2F95B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来源：palmerpenguins公开数据，本课程重绘；UBC课程可视化原则，p.4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E9266-7228-4FA0-878A-B1025C57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197002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AF9E-BA46-4600-9EBF-E4298333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39F3-F6B3-49D3-B70C-DCDEA36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误差线的三种含义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6D190-966F-4A11-804A-7BE3F74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FCE1-F338-4F72-8AF6-259F928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同一组均值旁的线段，可能表示个体分散、均值标准误或均值区间。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D08A-28BB-4CC0-8B42-7383689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示例：雌性73条，均值187.79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D4D71-8731-43C0-91E7-C2594C92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2B7C1-BFFF-4339-9E30-3554949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32AB-0487-4875-BD73-D787260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F1BE4-E092-4338-A136-BF69DE7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31AA4-B7E9-4687-93DB-C42DC3A7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853C8-2173-4C75-8DB7-65A4371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SD：个体分散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CBBCF-AB3E-45A6-8B41-7E5A9C4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04" y="3810000"/>
            <a:ext cx="42634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526F-CFDA-4305-A3CC-AAEDFDB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0F341-4B65-468E-9643-EA0C65C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43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182.20—193.39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A69E4-91DD-41FC-BF68-3AC365D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SE：均值波动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2495D-617D-4A58-9897-31957F0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15" y="5000625"/>
            <a:ext cx="4989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9C8F-C69B-476D-A17E-01381270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BFAC7-A5D1-449E-8FB2-EFB7594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187.14—188.45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28B28-F72B-44FB-B94C-D9CC7E4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均值的重抽样区间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154C9-E7F5-497C-95DE-4D8D1B8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9" y="6191250"/>
            <a:ext cx="9655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4D7B-B83A-4670-B791-764A294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161BD-288A-4E7B-9CAD-F046AFE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186.52—189.05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4098-473C-4AC8-9693-412D7454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各线段定义必须写入图注；区间依赖抽样假设，不能只写“误差线”。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C449-576A-4649-A3BB-27C57E4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来源：palmerpenguins公开数据，本课程重绘；NIST统计手册 §1.3.5.2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A6E58-65D5-4CD0-B37C-F4EA91B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261394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192C9-C7AC-4F72-92DD-B73A71F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AEA5-B72D-48E2-9E0A-34EC992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可独立阅读的数据图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DD12C-1333-4E50-802F-518FA4F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A1AE-0693-4E73-AEF9-938EB44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图题、坐标与单位、分组图例、样本范围和来源，共同限定读者能怎样解释图。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25605C-4243-4890-963D-5E89B5F175CF}"/>
              </a:ext>
            </a:extLst>
          </p:cNvPr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11525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8223208a944f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60C5-AF65-4DA5-B325-8D05BC5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19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喙长（mm）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43377-A14C-488E-89E2-690B672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鳍长（mm）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D15C-A7BB-46BC-877B-F86DD32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Adelie完整记录146条。每点一条观测；未作因果解释或绘制拟合线。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6C2B-067A-491A-B860-6CA81B5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5C10D-223D-40A7-959E-80BA3B6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779556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BD919-82F6-4FC8-A6AC-7D125971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F3416-B897-49BD-8411-4964EEE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图注中的对象、符号与方法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75D86-128D-452A-9044-9320556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0EB27-2AFA-40F8-BE3E-4379A0D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图注应让读者脱离正文，仍能认出研究对象、样本范围、符号含义和计算方式。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6200B-97D9-4B09-9506-4D18908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图1　Adelie企鹅喙长与鳍长的观测关系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A151-6597-4CD5-8713-608E876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—2009年公开记录中，保留性别、喙长与鳍长均完整的146条Adelie观测，雌雄各73条。每点表示一条观测，蓝色圆点表示雌性，绿色方点表示雄性。两轴单位均为毫米，图中未绘制拟合线。数据来自palmerpenguins公开简化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09BC4-ECF4-4FA9-8BE7-EB0D1E9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9923-53E0-4EF0-856C-07C171E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对象与样本范围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63DAE-5FE1-4884-99D7-01D87BF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点、颜色与单位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3DF1-707B-4BED-B060-C7C7252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计算方式与来源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C7DF-5EDB-4106-A871-4AC4A465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图注示例中的数字、符号及来源均与配套图一致。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C1262-8113-40C8-99CB-DD71B10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One，图注与图像要求；palmerpenguins公开数据，本课程重绘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0665-5694-45AF-AA3A-4CABAA7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2480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4779D-5EBA-4138-B691-69FFD0A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BAB1-5B40-41C0-ADA4-10E8A4FB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多面板图的阅读顺序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E57D9-8420-42B2-9F00-8F0099A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1F33-EC22-4560-A3B2-F11F829E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一张组合图可以用A呈现分布、用B检查年份组成，两个面板分别回答一个问题。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7BBCD0F-5FC6-4FE0-A39A-02898B1D137D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f81bca8b6a4afa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2C99532-1F33-4D1F-A066-83595BCC39E9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7fe553525848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0AB9-EFCF-4ECB-93A8-8916474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E69DE-F471-4910-A98B-7FA8214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390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纵轴：毫米；每年每组n为22、25、26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3765B-1EEA-400C-9145-F2F3969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A：鳍长分布；B：各年组均值。面板单位不同，分组颜色一致。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124F3-B3D0-48E4-BE3B-78F9C73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来源：palmerpenguins公开数据，本课程重绘；PLOS One，图注与图像要求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C52DD-3C98-414A-9790-E34A495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095527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57C5-E791-46BF-912E-2748334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E236B-6B3A-40C3-9270-94F1BFE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颜色的类别与数量含义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160F8-B35A-48B7-9E3F-030048A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4EAA9-112C-46E3-8F64-A6FB984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类别可用不同色相区分，数值高低需要有顺序的色阶，正负差异需要明确中心。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7CA4-F700-47EA-8F14-851DAA6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类别：甲、乙、丙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9DCC1-1B85-4E2F-AC5C-1465F7F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41ECC-6F02-40A6-9343-17A22FF7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0DF67-178E-408D-A612-AE4FED4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0740-C747-474E-9528-6DCDB9D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580D4-BBA0-438F-85C0-22E1F93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EBB64-79DD-4B6C-92CA-73C5960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27CA-B3BC-4556-9949-C9D76CA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顺序：低、中、高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98F9F-265F-4BAC-9E00-24D95F0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5F8F9-7320-47D9-ADBB-748FB18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918C6-51E3-4510-BD2A-463B792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CC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45AAD-38D7-4A97-839C-A1217BA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88320-7687-4B53-9559-7D99231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2CA9D-8CC3-427D-B9C9-970E8EC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79261-BE65-4216-9EA2-109DE3D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方向：负、零、正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9940C-7BC5-4A13-A3D2-3313DA5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12C7F-AA9E-4154-9DC2-A3BA3254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68C47-2120-4918-9259-212BEF9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60418-6F6D-4B91-ADC1-1AFCC183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A4203-4014-4AE4-97E1-F5D32E7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C79FE-67E9-4E23-87BB-EAF5667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AF8B7-4ACE-4DA4-9944-002EA0C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色块与甲乙丙、自设正负数均为教学示意，不是研究结果。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17801-6F34-4808-81F1-081B7EB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来源：UBC课程颜色课件，pp.7/21；课程自编教学示例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1B301-5549-4763-98F4-5049781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0302447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58C7A-AC15-4F5E-8DC9-E4E92362238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5ABA6-CD8A-4A1B-BC8A-F70658D1C02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274BD-22A7-428C-9C1C-BFDD3FC836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A3F1D-9DB7-4D2F-A9BD-0E83577F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A2F3-6205-44FD-9903-059A6B44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AI协助绘图的具体输入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1783-AD00-47C6-97E6-72261DBE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72F9-3488-46BE-B37A-48F23B5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提供数据、字段含义、问题和限制后，要求AI给出可运行脚本、图和图注。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A78F4-D157-483A-A375-3147085C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CSV与字段说明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75AB-63DD-4BE1-B6D9-B4D52ED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绘图要求与代码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CC38A-1B16-4650-91E2-6019805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实际图与图注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0A21E-4DBF-4BF3-8589-8FFD877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源数据复核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BDEF9-D40B-4039-A902-DF2CA69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对象、单位与缺失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2A592-BACE-449D-8AE7-C974532B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图型、尺度和限制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208A-745C-4314-B636-8A16AB32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保留可编辑版本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FE26C-7B79-47B3-831A-821F386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点数、数值和标签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534DB-0603-4FC1-921F-0CFB3648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E8AAD-8587-4DF4-BE26-59E7F60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提示示例：保留全部观测，不连线、不加拟合，输出图注和数据来源。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1C912-DEB0-478E-9280-B4A27C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本地原生图已生成；AI写出绘图建议与实际运行结果分别核对。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A1667-8C39-48EB-9D9F-BDE5DB5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AE7E6-A980-4F5E-BED9-2771A9A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6214531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5E49C-7F8C-4282-B0DF-BB71EA68E1D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588ED-E96A-4474-A563-BA26EBB309C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3E2C5-5D1E-4A22-86DB-B7BD3F909D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D10D-7A34-4C80-B044-F5CEB1EF4F5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30D4C-73C1-42A6-8D73-2B0ABB7B119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6B4E6-C3B8-4DE6-BDBA-7CDFDD67C8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1B8B1-685E-4B99-B375-277226E601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3B213-6AEF-4280-BE59-10A7510E7CA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E6854-03B2-4DBA-AEDD-09692A7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204B-9C9E-49A7-A235-117792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9691D-8D92-4BE7-BDC8-8F9CAD3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44BF2-2805-4EF6-A465-F0D829FC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题目、分配与过程记录分别留存；一周后按原组别测量无AI新题表现，再按预定方案比较。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0178-AE31-4FC0-89D2-71B4584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68CC-C0FA-4F77-8A40-8855F03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0A3A-9456-4F49-893E-A8B00AF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ED95B-2106-47D3-BA90-FEED5A3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BEAD9-43DB-4771-9E31-EAF4BA6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2E07-F911-445F-890C-0890AF5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622E0-1062-4237-B784-4321A62B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5460-E8EB-4107-A277-FD11C83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765C3-2023-46C3-B4B5-8FAAE66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A8B60-066E-4FCF-A955-847F962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教学方案，尚未实施。分配单位、样本依据、授权与评分规则均需另行确认。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3EE14-4D66-4CB0-843A-70E1D47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03C66-9934-4560-A124-1CC5F2D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275762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ABC35-BABB-4B2C-810E-EFC13F3E3164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2857500" y="4238625"/>
            <a:ext cx="3333750" cy="24050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1B402-E503-4662-A856-460763187F7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0962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B961B-1A3F-4FF0-B5ED-0B762DE9FC7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001250" y="378618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90642-BFEA-4679-9261-01CD0E0CF5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78618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A45AA-AFB0-4994-9D96-3C1316A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9B81-F854-479D-8038-6DE0677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启动材料核对与返工回路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72EA-C8E8-420C-BEAF-83B380B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975BF-127C-47E3-B7A0-B1E849B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判断分支要写清核对哪些材料；未确认时返回修订，补齐后再查。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4200-B6BB-4375-97A6-1AAF7CE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预试材料与检查记录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39DCA-3359-4EB7-A5DA-703361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启动条件已核对？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8AF65-E2B8-46A1-BC1D-454E918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3375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按已定方案实施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D7227-ACA1-489B-BBAC-5EBCF3E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补材料／修订版本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8F4D-BE8E-4386-A993-50F59D5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1415C-94B1-49FD-A216-A095601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2ECDA-0291-49AC-B3BF-576AB4B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修订后再查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B4A81-B5F0-426A-92F6-33078E9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核对材料：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评分规则与试评记录、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分配单位及样本依据、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招募与数据权限。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0DB5B-A06F-401A-BF36-9A48211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返回箭头：补齐材料后重新核对；未确认的条件继续保留。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1DEBF-FB23-4AFE-85A9-68A7B3C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教学拟议回路，尚未实施；图中的“已确认”分支不代表本项目已经满足条件。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3FD17-0E59-4BC7-882F-03A75BA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AF7F8-E647-4524-84EE-895FBB4F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768334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6CEC-8C6F-4A57-AB39-6B212466B5C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4905375"/>
            <a:ext cx="1524000" cy="1738313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5766C-9336-4E6C-87AE-FE9358A008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90938"/>
            <a:ext cx="1524000" cy="1214438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0A77D-E584-41DD-8F14-378BA40DDD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4905375"/>
            <a:ext cx="20955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946BF-C72E-4ABA-ADED-32FF04E076D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690938"/>
            <a:ext cx="2095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2D225-89A5-408E-B190-B65468C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528A5-0582-4BD9-A8B0-EFC7C13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并行研究任务与汇合依据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F557-F6CB-485A-A90F-F04FBC7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A2963-F415-4295-BB44-35CA181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并行分支要有各自输入和输出，汇合时说明要对照哪些证据。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A506-5E29-408C-81CC-10AD6A7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研究问题与假说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907F5-EE2F-4514-9B9C-A8D8652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C274D-8C94-4D48-8592-E3BF8B2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统一新题测验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9B050-AF6E-4E34-BD79-79C768B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对照证据并解释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5549F-624F-4A13-8A2E-CA7131C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形成可核查的编码记录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E2E7-6526-4A81-ADA3-DB2438F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形成可复核的评分结果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CFDD0-4A1A-4FEF-83DA-1578762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教学示意。两条证据路径可能一致，也可能相互矛盾，需如实解释。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3B514-66BF-49B8-BEC7-D4C9ED8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0F1E2-33B8-45E5-8787-51A1192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75588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5E659-90F3-4411-93A6-B9C630FCB37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526732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2A0B2-E86F-4D6B-81F0-B62842B6CA9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192000" y="388620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59712-6B37-4E20-91BE-03A31722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2FC1-BBD0-4200-8BBD-897342E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机制示意的完整任务与假说范围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D704D-500D-4B72-8656-6910A4E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53F0-B4C8-4876-9A6C-ED3B895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对象、布局和箭头含义写入任务，图中保留“待验证”的状态。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EB882-8F17-4485-BFF3-AE6B5BA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336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关系核对图（可编辑）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7CAFE-2E41-441B-8491-8B02AE5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GPT Image任务示例（未执行）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F0EE1-323B-4496-A907-3670191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524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绘制一张供高校教师讲解的概念示意图，主题是“分步提示可能怎样影响独立解题”。白底，蓝绿配色，三个区域依次表示分步提示、作答中的尝试与修正、无AI的新题测验。区域间只用两条虚线箭头，图例写明“待验证关系”。不要添加成绩、提升百分比、实验照片或文献。图注写“教学假说示意，尚未取得机制证据”。中文标签须清楚可读，保留足够空间供后期编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BB696-30EF-48FD-B4B5-EEF0F04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1974-70DA-4EE2-8DDA-A17A427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尝试与修正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180ED-34BC-48E8-8155-602BF32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DDEB-C574-4E31-A43F-0903865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048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虚线：待验证关系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4595C-313B-4FBB-B53D-DC7AFDA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其他解释仍需核对：既有水平、练习时间、题目难度和实施差异。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2017-7017-4447-B78F-3456845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任务示例，未执行。原稿DALL·E 2/3 API已于2026-05-12下线。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221C6-AA50-4924-A46D-D7B27ED5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来源：UBC课程节点关系，p.2；OpenAI图像指南，任务与编辑；OpenAI下线记录，2026-05-12；课程自编教学示例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62F8C-D2B4-4C92-A909-46ACD5AC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644570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6DEE-5C3C-4250-B6F1-6AABB1F364B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8137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CE03D-FDBD-4436-99F0-2A82D17FE1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38137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5CFB8-5B47-487A-A1C4-ABD76EECD5F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8137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5F516-F617-46F6-BE5C-9CE0DF26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7FAE1-2E07-4C52-92C2-7CCA40A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数据图与路线图的编辑源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6CA7-72D3-4815-BB09-8222517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3C7E-A716-424A-A159-7827756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保留数据、脚本和原生图表，路线另存节点与连接，后续改稿才能追溯修改。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D269-6FC7-47D1-AC1C-712025B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1EAD0-0E32-4004-ADD9-AB4D4A8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CSV、脚本、计算结果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2909-7CA1-4783-89A2-296B6BF8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原生图表与图注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466A-EEEB-4C7F-B8AF-7274BC7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PPT对象与嵌入工作簿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53AD2-56CA-46A4-98BC-16E2EAC6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路线节点与连接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E385E-8F1D-47E0-B32A-9B35DDF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draw.io与route.json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603C4-6A0A-4798-959F-845929B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PDF / SVG / 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A8FD2-97BC-4C09-B869-6E8C152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预览、排版与矢量导出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68D41-C87D-4031-8F4E-77BD0C8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配套文件是可编辑教学成果；未声称已经通过特定期刊的投稿验收。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27578-270E-4668-979B-67784109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48101-C29C-4115-A27E-59F8137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226332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45E3E-6149-4E92-BB39-208381BDE60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2192000" y="5429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1BA4-3AC9-417B-A681-5ECBA536594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4000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4A3C8-C0BD-48F0-A9C8-3C13EAC8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8A6A3-F926-44AD-A974-E45002B9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Midjourney提示与示意图复核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F21EB-B9A7-4B30-9981-AA4AA01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266E-605C-4185-B39A-7E74906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图像工具先接收清楚的画面描述，教师再逐项检查对象、标签和关系。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27A1B-A3CD-4C67-B0A9-EF87C10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可复制的画面描述（未执行）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515E-152C-40DA-ACC7-C3EC405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Flat academic concept illustration, three simple panels left to right: a worksheet with stepped hints, a student's solution revisions, a fresh problem sheet. Thin dashed arrows between adjacent panels, white background, muted blue and green, ample empty space for labels, landscape composition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3A77-6A68-4F1D-B804-C4D012FF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中文含义：分步提示题单、作答修订、新题试卷，依次排列，以虚线连接。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F944-EEAD-45FE-91E6-82980C9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16:9只规定宽高比；中文标签、图注和编辑源另行核对。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B603C-70AB-4EAB-959A-D735D6C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检查对象与箭头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7BC0-1379-4631-9D3F-3597C26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核对文字与符号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09E95-F472-4E5D-998D-362AFE6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保留可编辑定稿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E5625-5984-4124-81FC-7B0C552A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390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删去虚构成绩，标明假说范围。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5A5CE-95EA-4127-8E75-C92D5A6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Midjourney提示示例，未执行；Nano Banana未接入。右侧为人工复核流程。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98DFA-6D3C-42E8-A886-77E7FC6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来源：Midjourney提示与宽高比文档；OpenAI图像指南，任务与编辑；课程自编教学示例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D452-B6A4-4706-B1E5-E45036F8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2061688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59F25-0A69-4303-A5E1-B081D2BBB9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9203-4D3F-46BB-A1BF-5E6E127D08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3918-1A15-45A5-8C77-DB84669CFB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37FE5-852C-4D44-99B8-88826B9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066B-416C-4B9F-8AE8-4A325E1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B57B5-20D6-4A68-9CA0-A1C3C2F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6395-1AEA-4D2B-BB49-68D26D1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本节把研究材料组织成段落，再追踪投稿判断、修改动作和回复依据。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6ED8-E533-4570-B35E-986E53A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材料与论证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72E7-1C9D-4796-90C7-F985DED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段落与图表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78011-CA24-478A-B003-913C161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E7498-1A30-4D61-9989-18F8600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修订与回复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0766-23C5-47B0-8167-DE120C1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每个判断对应依据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2A296-655F-4887-BDD7-8CCC5D81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CD7C8-DB95-47ED-BB0E-0D2DCE0A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核对范围与要求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0EF1-19F4-402D-9031-2BC5857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记录动作和位置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5966-847C-4BF4-94A5-99D1CA46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29B38-D71B-47B4-80B2-ABC610D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写作示例、模拟审稿与实际文件修改分别说明。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A8E8C-D34C-45C6-99E3-3D5516C3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17139-230B-4832-B406-38CEE70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333545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465EA-EE40-4276-8668-22D6260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244A3-D066-4E9D-BFD7-FBD7F602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主张与证据的对应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D2D3-5B17-42BA-9139-634AB5C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FE27-D88D-4BF5-A9EF-B7A4FC94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同一份数据，可以支持完整记录中的均值差异，却不足以证明因果机制。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32900-4ECF-4B49-9BAA-BB37AD7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C857D-5B0D-43EF-B282-3F080A1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344条原始记录 → Adelie 152条 → 完整记录146条，雌雄各73条。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E6D4A-DABE-4AD0-B26C-55635C8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6FB84-6687-49C6-A3A7-47435B4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可报告的结果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A9D5-1368-4ACB-856D-2DC718F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在这些完整记录中，雄性平均鳍长比雌性高4.62 mm。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9C06-33AD-4E32-AC4F-A95B14D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41A8-6818-4E87-B2FE-A067035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需要更多证据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6ECBA-834D-4660-829D-109B4866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“性别决定鳍长”“适用于所有企鹅”涉及因果或总体外推，当前分析不能支持。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26DC8-2DF6-465F-BA57-DE12D28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45A9-2972-4D21-8D5A-B396500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公开数据二次教学分析，不作为新科研成果。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BB887-7366-4233-950B-D39AA7E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来源：palmerpenguins公开数据及课程二次计算；课程教学示例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B50E6-82D4-40CE-94FC-35A101B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97160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0B479-1F50-4D8F-9DAB-B95FB1D2BF5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0" y="61531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0F6C-F155-435B-9495-5C6D6F227F2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48000" y="50292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7BF3-4A9B-4886-8C26-10D3ED6DFFB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39052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0A256-3A78-4594-97F9-938878D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EE587-B837-478F-9472-96A62240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常见论文结构与读者问题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7C1A-F881-46F3-BCED-16BA36F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7222D-2F6E-40D0-BC7D-CAF044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引言解释问题，方法交代做法，结果报告发现，讨论说明解释和限制。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0E1D-8183-4380-BA65-C8AC849E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062F-FFCA-42B5-BBBE-C3FFD3A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为什么研究这个问题？已有研究留下什么具体问题？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CD98A-0773-4D5A-9E59-44E2034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9CC99-47DD-4C54-AFD7-E32E453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数据从哪里来？怎样筛选、测量和分析？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D9952-84A9-4FCB-BF66-F93C67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D2A21-C460-455B-8375-EFC3014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比较得到什么？图表、数字和不确定性怎样对应？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1AD37-DA66-4C8A-8729-F9678539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99CC-CABE-4114-A6F3-CA722BC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结果如何解释？哪些条件限制解释和推广？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11C3-0571-47E7-BE6F-50A5915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结构服务于研究问题，目标期刊和学科惯例决定具体安排。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CBCC3-7A36-46D8-80F6-FF6A838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187B1-85DD-4656-B0B7-9B87F0D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586486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E71AC-5283-4CCC-BE28-ECBAB27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6771-5BB8-47E5-984E-D651F95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一段结果文字的内部结构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A206-64F9-4758-8A34-2655840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29230-3A02-4D7D-8F6C-B95B475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先说明比较对象，再给出数字与单位，最后补足读者需要的条件。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FE97-815D-457C-BE1F-BFF81E80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课程结果段落：对象 → 数字 → 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1034A-878A-4354-B78C-1390E1A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纳入146条Adelie完整记录，雌雄各73条。雄性平均鳍长为192.41 mm，雌性为187.79 mm，均值差为4.62 mm。该差异描述本次纳入记录中的组间比较，未作因果推断。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7B135-7E7E-4211-925D-959C75E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 / 每组73条：与方法中的纳入条件对应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4F8B-2ECB-4527-9311-CA1F544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192.41 / 187.79 / 4.62：与计算记录及图对应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A0EDC-4FAD-4B2D-A4C1-DBA254F9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“本次纳入记录”：限定描述适用的范围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B5F4-58BD-4316-9102-412FDE0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以下为课程自编结果段落，数字来自实际计算。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C45D9-00A3-4AD3-A2D4-FBFE23B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0465-05AE-428D-8BE5-5BD9293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855044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F83A-5294-4826-8B25-6586949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1A8C8-4377-4780-B02E-E0E1455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摘要中的结果与解释范围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7C76-6054-406B-9C12-8F3781F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B0BC-D2D3-4ACC-8DEE-061E562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摘要交代目的、做法和主要结果，材料中的限制随改写保留。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EF9B2-A4B8-48EF-8D17-4E204F0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中文讲解稿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979F7-A9BC-4259-925E-C3DD591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用公开企鹅数据演示组间比较的报告。筛选Adelie并保留性别和鳍长完整的146条记录，雌雄各73条。雄性平均鳍长192.41毫米，雌性187.79毫米，差值4.62毫米。组内有放回重抽样10000次，差值百分位区间为2.68至6.58毫米。该区间依赖记录独立等条件。缺失机制、巢内依赖和目标总体未核实，结果限于纳入记录，不作因果解释。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001F1A2-174D-499D-820D-A27F1BF2E174}"/>
              </a:ext>
            </a:extLst>
          </p:cNvPr>
          <p:cNvGraphicFramePr/>
          <p:nvPr/>
        </p:nvGraphicFramePr>
        <p:xfrm>
          <a:off xmlns:a="http://schemas.openxmlformats.org/drawingml/2006/main" x="9525000" y="3286125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2b39409ca45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88770-EFFD-4B06-95F0-6C3CCF9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右图仅示均值；不能据柱高判断显著性。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10F13-6C06-4E12-922A-E6A5D9C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中文讲解稿；英文改稿与核对随包提供。本例未投稿，不主张新发现。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4CCD0-0F84-4E54-8630-7E6AFDC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来源：哥廷根大学2026原始写作课件；PLOS One，Language与Abstract条目；课程教学示例 / 模拟审稿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5B1EF-E1F2-4C91-866D-7AFC015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90181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5DEBA-A677-4A77-94A9-098DCFA520A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524250" y="61245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F4E99-C915-42A9-ACB4-91576E3D4BA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95625" y="500062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8E430-E2B8-4473-9336-185E5A1767E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67000" y="38766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C5F90-1167-40C5-83D4-CB1A3545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3E75-2755-4F64-9B95-425FCC2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引言中的已有研究与具体问题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51D28-9EC7-4A55-8CCE-066FB6A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1DD3-40DC-484A-8690-11A9E3A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引言需要说明研究背景和当前问题，并用已读文献限定自己真正要回答的内容。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D331B-6498-43E3-A32B-12E626F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7A0BD-827A-4BDB-B32F-77DE000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性别与形态差异是企鹅生态研究的一个问题。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BDAF-453D-47DE-88B0-B9039AEF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07EB-6616-4F15-8CE4-BBD3333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Gorman等（2014）研究南极企鹅群落的性别形态差异。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F3DD4-3E0C-482A-A901-615FF45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5C15B-AA3D-479E-A5D9-6697378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这份公开数据中的Adelie完整记录，雌雄鳍长相差多少？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D83FE-800B-48A0-823F-31C9E5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674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F6705-7405-4E77-86DC-89CF172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演示描述性比较及论文表达，不据此主张研究空白。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B298-D510-4C2B-9394-C736142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本例演示引言组织，不把重复计算包装成研究空白。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4583-502C-4A7A-AB59-29640DB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CommLab，引言写作；Gorman等，2014，原始研究；课程教学示例 / 模拟审稿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5B9A9-19FC-4BEC-BB62-FA7BB22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681086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C6596-339C-4FD0-8749-F6B79E77EAC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764AB-DD06-4EEE-9A50-629FDB0904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A4282-FF0F-44F3-8123-DDF306F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508B-180D-4BF9-9B22-517F35F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方法段落中的可复核信息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8AF8F-F533-498F-AC89-4131AEFA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90418-D00C-4D2B-AA59-E3A7678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数据来源、纳入条件、处理规则和分析参数，需要与实际执行一致。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6A122-6011-4725-87EB-8021732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原始公开表 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83EE6-1A78-4CD6-911E-AA0A925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7C713-AA54-457E-9E14-3B69867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 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AD49B-234A-40B5-BA38-B5DE7D7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限定研究对象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2AEF9-E2B9-47DC-9842-13BF52D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排除6条缺失，不插补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C8A88-5AE6-487C-925D-7E6B7A4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方法段落节选 [M1]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12036-D718-4A63-B54B-627140D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数据来自palmerpenguins公开简化表。筛选Adelie记录后，保留性别和鳍长均完整的观测，共146条；雌雄各73条。排除6条记录，未对缺失值作插补。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98749-7098-4A11-90BC-94C55FF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完整分析参数另见[M2]：雄减雌、分组重抽样10,000次、种子及分位数方法。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0CC56-BF23-423F-9EBE-F1888C0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实际过滤记录和计算输出支持本页方法描述，未新增实验。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75D4-0993-48B8-BA7F-F5AC32C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模拟审稿；palmerpenguins公开数据及课程二次计算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AB85E-4B92-4910-B72C-1109668C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886987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77D3D-1809-4BDD-A6F1-9E1CB6A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BCB7-0984-4A9F-8EE7-6703C5B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图与结果段落的对应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DCF9F-A245-4B2A-ACB8-119465A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5741-FAEA-4312-AA3B-9EC1C0C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正文概括图中能支持的发现，并给出对象、方向、单位和必要数字。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0C6EAE-5D49-4552-BA32-1D4FE1A6DA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9732d7fc7476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36D5-700C-4524-9250-2D1E6E5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结果段落 [R1]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1AB2-EDE7-41D2-87D1-8FFDC5E4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雄性平均鳍长比雌性高4.62 mm。两组的分布有重叠。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均值差与个体差异是两个层面：不能仅凭性别推断某个体的鳍长。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31CFD-DCA9-4195-93E1-DE723AD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图与文字来自相同146条记录，组间重叠不影响均值差的如实报告。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BF650-1605-4A95-B2E0-94C7D9C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6069-A091-4093-8FA2-86B52B0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144298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CE0AF-55FB-49DE-ADB0-8A7D8CB6A4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95875"/>
            <a:ext cx="2000250" cy="1443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802C5-2053-4989-A74B-8A7CFDFF22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48250" y="5043488"/>
            <a:ext cx="20002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3B87-1FF0-40D5-8BBB-E23D0746C83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7986A-49C7-4B16-AFA8-A6993AC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13D16-94EF-42C6-821D-B3493C4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讨论中的解释与替代解释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DBFD-129B-4A3A-ABB5-8348DBD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238A-C4D1-4DD5-8C07-49588C0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讨论把结果放回研究问题，同时交代数据和设计尚不能排除的解释。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6B74-E86D-4A09-8742-B56415B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完整记录中的均值差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雄性 − 雌性 = 4.62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F7F3-0081-460B-AF7B-CB59217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44D7A-85DC-4160-A47F-C5EAA57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年份、岛屿与缺失，是否影响所见差异？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AC668-7507-4922-9D75-C40F667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观测依赖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42596-4350-45AC-96E5-065FFC3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巢内或年份相关性是否影响不确定性？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A87AF-FBCA-4F07-AADF-19BD6CC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341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3E4FD-38ED-47C0-A175-7C23BE5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341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没有实验设计，当前不能确认因果机制。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B69B0-6659-4200-978C-E5B636F2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区分当前观察、条件解释与尚待验证的工作。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9EF80-4DE2-4482-9C14-86E9E4A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CommLab，讨论写作；课程教学示例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0B231-51F7-44A3-8C60-6E78552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24770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1BCDA-41A3-4A64-A6AA-5A63840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ED941-2697-41B8-B2F1-B03A544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Humanizer修改中的证据边界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9D5D-FF15-455D-9512-153A8AB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6829-9420-4F59-8E66-688E31B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删去空泛判断时，补上已有的具体信息；缺少依据的结论则收回到材料范围。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EC52-59DB-481A-9BCE-41348FA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D98F-33F6-4C70-9937-E0562CD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雄性鳍长显著优于雌性，证明性别决定鳍长，结果具有广泛推广价值。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6B1F0-F9F4-4138-B907-AAC0AD5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50086-B880-4096-972E-DA82466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修订：保留数字，收回未经支持的判断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29B2A-AC2A-4338-8194-FF79BC54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在146条Adelie完整记录中，雄性平均鳍长比雌性高4.62 mm。此比较描述所纳入记录中的组间差异，不能据此判断因果关系。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C9C5-C933-4072-97C2-5813065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红色原文为故意设置问题的教学模拟，不能引用为研究结论。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3E416-F0DF-4D2F-983A-4CAF0B0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011C3-2CE2-4969-90CF-2B6AAE1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4781729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6A41-6757-4138-9A01-A3E22481AB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F9D0D-A289-4A74-9AF0-FB5A21BC51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BD74C-B74A-4517-B54C-A45199C3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83040-3B37-44A2-BE5D-0CF34C3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引文存在与主张得到支持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73B2-786B-4A54-A02F-216C5D9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B010C-60F9-4630-BEB8-96EED181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核对参考文献时，既要确认文献真实存在，也要读原文判断它支持哪一句。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E8A4-33FB-4C97-894A-51750A7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确认文献身份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3D777-1110-427B-8ECB-C196DA0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阅读相关原文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5747C-BEEC-4427-B5D5-67607A0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判断支持范围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91524-9D8E-4296-99D7-6C1AA57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作者、题名、年份、DOI互相核对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8FC64-392C-40A9-AE4E-ED50430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回到方法、结果与讨论，找到具体依据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14C5B-82DB-4E16-A529-3B8A9D3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给相应句子引用；不把自己的计算归给原文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1BC0C-1DF4-4AA4-8C1E-295A3C6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真实原文：Gorman、Williams与Fraser，2014，PLOS ONE 9(3): e90081。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5B69E-67D6-4248-88E5-5588C2E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本课4.62 mm为二次计算。它不应写成“原研究报告了4.62 mm”。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064B9-5749-4B13-BFF5-EE9A559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示例DOI：10.1371/journal.pone.0090081；课程计算另列来源。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E12F-6CBF-45B0-95CD-17AFA72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来源：Gorman等，2014，原始研究；课程教学示例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E7428-B042-4673-A64C-AB80CEA7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4703910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DCF66-383B-49F7-91D0-143F991267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A045-220B-42DF-9361-496A88B7FE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E88F7-5801-4F42-9E53-9CACF50F32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5C83C-86A7-463F-BB6E-0B94DC6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B5B6-77A9-494D-89F5-A2E226F8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AI分段协作的输入与输出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26E6-46B3-4322-9991-506889A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12BA-32D9-43B4-AD4A-7C8EE00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向AI提供事实材料和写作任务，并要求把缺失信息、使用依据和修改理由一并返回。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6878F-A37A-40A8-8461-CD4F1B5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研究事实与资料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FD21-2492-4AEF-BEE4-F7AA730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分段写作任务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56665-F401-46A7-BF90-579BDE6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草稿与依据位置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52A96-5EC9-425C-B8AB-F05903E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复核与修订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3E252-C7E0-4ED5-BC02-D2EB190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方法、结果及限制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0FB48-8DAD-4E8B-88A8-73EFF371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明确段落要回答什么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2437-E6C8-46B8-AB93-DD108CD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未知内容单独列出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AFCBA-57D1-4301-874F-DFF03BE3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逐句比对原始材料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0B646-1E41-43F8-BEEE-E7366CA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写作任务示例：只依据附带计算记录写方法与结果。保留数字、单位和条件；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未知事项列出；每段注明材料位置，返回修改理由。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69A3-7A4B-41CE-A4F9-2982582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保留工具用途与核查记录；AI使用的披露要求按目标期刊核对。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54E0A-8E12-4022-8189-A8BA6EA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模拟审稿；ICMJE，作者使用AI的说明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66C9F-8777-418F-81C5-BD9A09A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356114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66A9A-E691-4C2E-A448-843C6D501FC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382500" y="52197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9482-54FB-4193-879D-F78D341533A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38250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7AC81-1DE0-40B0-A654-6861AA9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11781-1E3A-44DE-BBAE-66D14CB8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按期刊要求改写摘要的任务示例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EB856-AA2A-48A9-BDFE-4C751AA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F76B-1484-4C32-824D-AA4E35BB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把官方条款写入具体任务，改稿后分别核对格式、数字与结论。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639F-1F6D-4534-B689-D63751BD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完整改写任务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714F-85BC-45CA-A441-4525759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00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请按所附PLOS One作者要求，将[A1]改写为不超过300个英文词的摘要，不放引文，尽量避免缩写。说明本教学例子的目的、公开数据和筛选方法、主要结果及其解释范围。保留146条、每组73条、两组均值、4.62毫米差值、10000次重抽样及2.68至6.58毫米区间。明确区间的独立性假设和未核实条件，不添加新发现、P值、采样或因果结论。另交中文释义、逐句事实依据、词数及尚未满足的要求；措辞简洁，不把语言修改说成达到发表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62A45-967F-4E30-8092-41DF245C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期刊条款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B971-0336-4A11-9318-05E1F4C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原摘要与计算记录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6CFD7-CC48-451D-B84C-E4D2CC8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改稿与逐项核对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C741-321B-4AD7-A898-C5FFBC0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7D1F6-73C6-462B-9DE4-9EF22F9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事实、单位和范围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A9DB-5BB8-4A2C-AB81-B227A35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≤300个英文词，不等于300个汉字。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1CA1A-8EFD-46F5-A7D2-CA45E85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仅演示摘要改写；研究贡献、全文报告规范和投稿适格性仍需另行审查。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20078-6498-42AB-BCF4-207E757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One，Language与Abstract条目；PLOS One，发表标准；课程教学示例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68DB2-AD1C-483A-8DDA-BEAAE3C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1887324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2774C-5BFF-49B3-82CC-923F72D38A2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EFF4-C4EF-47D8-B859-701190EEF60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9530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9AA0F-EE6F-4A0D-A6E1-03835E9FEEB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8CFB6-1D49-436F-ADCC-32CFED4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FAF2-ACEE-4D4A-B30D-48117E9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投稿文件中的信息一致性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8B4F-D7F6-42B1-B4AC-ECDAE00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327C9-E09C-4F9C-9221-7A2FB04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提交前逐项核对相同数字与研究范围，作者信息和声明由作者确认。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7CB8-91AC-488C-AE28-C9D693A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主稿与图表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146条；雄减雌4.62毫米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4B270-43A6-4EDD-B5A0-9F0F7A8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 152条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4EAB-DE2B-4180-A632-8D67959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投稿信与系统字段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作者、贡献和声明待确认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4C0CE-2D3F-4F0A-ADA8-CD3E479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817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相同数字逐项比对，未知声明留待作者确认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B1B85-EF0D-4C56-86B6-A1F3656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官方要求作为案例；具体文件清单按目标期刊核对。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16F81-4480-4B06-A792-14D0E3A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One，投稿指南；课程教学示例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1664-C3FD-4155-8E15-68B1ED2C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036385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76546-927C-45BC-B780-BAE19624F1B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2858750" y="4191000"/>
            <a:ext cx="1733550" cy="27146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90113-8B51-4CE7-B3FA-106DB37F576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070B4-E7FB-41C3-91B3-8B3209E8909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F303-CB07-4971-8AEF-4D4791B65D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75893-C696-4A3E-B9A4-A6C692F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786C-2125-45EA-908B-0AB3937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编辑初筛与外部评审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42936-1145-46E2-AB67-75F9196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45DED-C872-4A5E-A1AA-3D701EB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期刊先检查材料和适配，再决定是否邀请外部评审，最后由编辑形成决定。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136B-1BB7-4B54-9503-C533767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材料初检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F4A0B-3BAE-4DED-8E7E-88610C15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2DD0-027C-47C1-91F5-573182E0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外部评审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5857D-44AA-406C-822A-40DAE25A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DAF85-E589-4E70-B393-078B5E53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文件与声明完整性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11ADD-3E78-4DCA-B051-B8AA437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范围、标准与适配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149DF-4A02-44C5-B169-0F27376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方法、证据与解释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CC274-CBFC-4A5E-9A5A-D373E7F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B0CD-8BC5-421F-AB6B-9CFCA58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作者修订与逐条回复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21E86-BDFF-4649-9AA6-F358432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编辑可决定接受、修订或拒稿。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AFF4F-7D09-46F8-8862-578B29B7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修订后重新提交，编辑继续评估；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具体环节按目标期刊规定。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5FB03-5660-4085-9856-EE562C8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本页为官方流程转述，没有实际稿件状态或执行截图。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9716C-2B12-47BE-94B8-ADBB8D9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9067A-AE08-4482-B5C0-5196657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7142573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B582B-2085-4A8B-92F2-9B814C8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8108-46E1-426D-88AB-6B8061C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审稿意见的分类与修改动作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FD19B-C6C7-4030-86B8-97E3FE6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3839-5D13-4382-95E3-68A603D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先判断意见需要补说明、重分析、新研究还是讨论范围，再安排回应。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7F941-A303-45E4-AC77-E4D2060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R1.1：缺少方法细节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E45A-D96E-4B82-BBB9-56FD021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补数据来源、筛选和缺失处理 → 已修改[M1]。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C32C-B99C-49A9-82A8-970426A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82E39-43ED-48DA-A0B1-993F16B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R1.2：因果结论过强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38706-96E3-4D64-A674-DC9A2BF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收回因果与机制表述，说明范围 → 已修改[R1][D1]。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4C314-DC90-445B-8AFD-BA23DCC3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FC3E-803C-4DDD-93D6-E104CDF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R2.1：要求独立采样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4BC28-15B5-46E8-B304-C01C247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需要新增研究 → 本轮未完成，在[L1]说明限制。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77E8E-668F-4C42-BA2A-91EDA8C3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CAA60-4381-481C-BB4C-5CA5C7D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教学模拟审稿意见，实际文件改动可查，新增研究没有发生。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2A93E-D47D-4D38-BEB7-D90CE99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663BD-4781-47D1-A5B2-1B6B5C4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587705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9E630-BF62-44D5-A94B-B814E4F81D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71B6D-93FC-495B-B52E-78536DBBDD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C304D-CFA9-47BA-A200-BE056D9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C4526-0993-4715-BB50-7655F7F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回复示例：补充方法说明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30B3F-4B16-4CD1-BA01-886BB57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34C5A-C8C1-4CAA-9DD2-15D0C9E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把意见中缺少的信息写入方法，读者便能核对样本量怎样确定。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EADEF-B326-4C21-8F66-0A81A4D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R1.1：来源、缺失与样本量如何交代？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9BFF8-CB86-4A42-A2F4-AE6C9F6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公开原始表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08CA-6147-468D-8DE7-4983A6C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AEAF9-018B-4DDE-A0AF-42F8FD8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性别与鳍长完整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146条，雌雄各73条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94F4-9F74-4CB4-AAD1-85C419B9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81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筛选研究对象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C375D-0EF4-45F3-8109-F43C464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816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4B2B-B9C4-4F7A-A194-D8D8635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84ED-3F01-4713-952A-D0C9DA0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 [M1]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3201-5DBD-4C3A-AC04-07C7794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86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写明来源、纳入条件、排除记录及物理行号。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48903-92C7-43C2-A327-CBF5CA7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 R1.1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48D7E-AFF6-45D3-AC01-80D93664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953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指向[M1]和计算记录，让读者核对146条从何而来。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2271C-29EC-44E6-925B-C93221B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模拟意见R1.1；正文[M1]与回复矩阵有实际对应。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3569-93CC-49BC-839A-1854D1A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63D5C-8C0D-4078-96A1-1DC2A3E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734286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4E402-7620-4A5D-AB03-FC2E31F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E3E58-D8C5-4D42-91FF-2F88286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回复示例：收回因果结论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FB57-E142-4659-8BD3-18894E3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3538-DBBE-46F2-A528-BFCB7B5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当现有设计不支持因果解释时，修改结果与讨论的范围，并如实说明没有新增验证。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445C4-59D0-4CEC-84CF-8E587A2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29B1B-1BC7-4527-B2CE-794AF08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观察性比较无法支持“性别决定鳍长”，请修改因果结论。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52287-0041-4888-B330-85B5A13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110C-7A2B-4050-B036-1D57779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[R1][D1]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39D3E-A3CA-4001-84EB-8C62D0E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删除“证明决定”等表述；保留4.62 mm描述，说明组成、缺失和独立性限制。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7E3B5-1E5F-4428-9AD7-851C84D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0BB68-C37D-4353-8EFB-9E57945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32919-C9A2-4255-BB9A-6041D2A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已收回因果与机制结论，并限定为纳入记录中的描述性比较；未增加机制验证。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09B7A-7C3E-4AF4-ABD6-4E62B7D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A770B-D666-4DAE-87F0-43F2E42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模拟意见R1.2；实际修订在[R1]与[D1]，不声称已验证机制。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33E57-40ED-4D18-BC53-F84360B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B550B-0A80-48D7-8C4D-DDCF8E4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0016509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00CE0-779C-4980-990C-05685BE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9E48-639D-4D2B-BC6C-51F5067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回复示例：尚未完成的补充研究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1CFBD-2142-4DB9-8543-22D0A36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32245-7C28-48A7-AA8D-FEC32781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无法完成建议中的独立采样时，说明缺口及其对结论的影响，不能用未来计划充当结果。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BA05-BE2E-401F-AD50-BC4D788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3E40-5C5F-4207-9506-1CE1D49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请增加独立样本，并检验巢内相关性后再讨论推广。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58190-2EA7-4DC8-84EE-7C34928A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022CC-488C-490A-972A-4104227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 [L1]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637B-4F41-47D0-A315-DB7F3FB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本轮未新增采样，也未完成巢内相关性检验。该缺口保留在限制部分。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C9695-44C2-49ED-9227-066E77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CE12E-FDCE-4564-92F4-D883354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4F741-8F4F-4054-A559-EF46EF8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这项补充研究尚未完成。当前结果限于本次纳入记录，不能用其支持更广范围的结论。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48257-B19E-4BD8-9050-98D0A8D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D7317-3308-4F15-B14E-A49E384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模拟意见R2.1；[L1]保留未完成状态，不虚构实验或分析。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69E20-CDC1-4A29-B9C3-757B1173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BF350-4E05-473F-9E86-6A86797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0201321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1DAB-B371-4179-8102-2A8A51E9BA2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38100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BFC50-CC17-463E-B7A8-FB81CC4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77CB-B4D6-438D-9A75-D1779C4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回复、标记稿与清稿的版本对应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FFE2B-54C7-4269-8C35-B37FE76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0408C-29F0-4109-A158-2E797AD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同一条意见在回复、标记稿和清稿中使用相同编号，方便逐项查找。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1C02-03C8-45DB-A8BE-D044EA3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逐条审稿回复.docx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R1.2：已收回因果结论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A7087-D026-4B6D-B130-D011ED2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647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修订稿_改动标记.docx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红色删除；绿色新增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897B-B02E-4A9C-9165-ECCAB292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 [R1] 证明性别决定鳍长。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202F4-84DE-4BF3-8F6A-272C9DE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 [R1] 在完整记录中，雄性平均鳍长比雌性高4.62毫米。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DED61-D6FF-425B-98E4-BD11ECB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5C43B-2B4C-468D-AC35-2FA4173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修订稿_清稿.docx 保留修订后文字。[D1]说明限制，[L1]保留未完成研究。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E125F-5433-474D-AE08-F8732DF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三份Word可编辑；标记稿使用彩色增删标记，未启用Word修订模式。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F9DB3-6EFF-46C5-8C23-EB65D03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F23A1-4BE2-4CD3-A9EE-FE66400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6324412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AB53D-24E7-4074-9E8E-48520BD234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4929188"/>
            <a:ext cx="190500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8B5D2-2335-4CB8-BEE2-47AABC186D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4929188"/>
            <a:ext cx="1905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6730E-41DF-4CFA-943C-40912252BB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667250" y="3524250"/>
            <a:ext cx="1905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DC6F3-F7CC-49F0-B2BA-CDB127F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D15F-ADA1-42D9-8F3B-0538DEF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拒稿后的修改与重投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4F052-8001-4D19-BB3B-1B060687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D38B9-29C5-40C5-8B66-9A49F6D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根据决定理由判断是内容适配、证据不足还是重大事实分歧，再决定修改方向。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E16A-EE98-4B5A-8BF0-3D12766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阅读编辑决定和理由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48824-4564-4611-8B1B-BB61AD4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范围不符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71CBA-18DE-454C-98F8-6DE95EC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重新判断目标期刊和文章类型。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7CB8D-F180-41EC-95CA-9B147FC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证据或方法不足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1FD9B-21ED-4016-952A-78F800B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补研究或收窄结论，再评估稿件。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389EE-C61A-4326-A79C-A797DBA5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重大事实争议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17F4-BF3F-40D8-B33D-04B6FFE2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按期刊程序，用材料说明申诉依据。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FB5B1-C675-430C-8042-F9EC160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重投前核对上一流程已结束，并重新检查目标刊要求。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7AEE6-7804-4246-BD1D-83A4BCE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A6DE6-DCF3-43D8-B886-195AAB5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3435083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E0628-E8B2-435C-8AC2-355C2ED39C3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B6D1-64B6-43BE-90CD-E8A3080ED6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680BD-9C39-4CF6-B5A2-DC232664A90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743-BEFF-4A30-B18C-F22D3F7D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81F4-C9C5-49F9-9A5E-7330678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可复核的写作与返修材料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D272-19C6-458C-9F76-B140E86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F254-1DF5-4C27-BA40-811BDA1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研究材料、当前稿、修改记录和逐条回复，应能指向同一组事实。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EC320-C314-41DE-9706-0B5A458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来源与计算证据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3317-0F98-43D7-9BB3-1CBEF15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当前稿与段落锚点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08A4-E2CB-4236-87E6-677F020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修改与回复记录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99A0-36C5-477C-9705-1380FF7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提交前版本复核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6393-67DE-4FC4-B5E8-D251E3E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核对数字与单位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957D-1F7B-43E3-8EBD-4A8489F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正文、图表对应材料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4908E-DF97-4C1A-81D8-2546BBE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Word清稿与增删标记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324AF-8006-4D6D-80E2-63C94F5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回复定位并保留缺口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E275F-E036-4872-9A33-50DBE10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E92B2-28D3-402F-A7DE-42A4AD37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下一节：基金申报与Grant Agent。当前写作示例未投稿。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5E546-4E41-4ED2-A820-9212C42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61F6E-2B92-49C1-941A-E36E663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9078908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44C65-390D-409C-B5CE-BB55E29A02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A3953-06EB-4E88-8F5D-235B58764A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B3F26-C83B-483E-BCFF-9EEA097A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C5143-8F53-4D32-B1D6-F4ABA4E1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基金申报与Grant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9DA0-6BCD-445D-9954-8E5D2195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64289-96C3-4197-9A2E-80EF4F5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申请书需要把值得研究的问题、可信的方案和申请人的工作积累连起来。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869D0-76EE-49E6-861D-9C38C50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为什么值得研究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6D524-DE75-406B-9FBA-FF023B23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准备怎样研究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A4AD2-FD28-4BBC-99A3-64E69A33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凭什么能完成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6E790-7024-4383-9329-ACF5F63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已有证据和仍未知的问题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6E38-C9D1-419D-8F0C-A703124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可检验的方案与预期认识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1ECA4-AFDC-41CE-8E85-529D7C1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真实前期工作和实施条件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A323F-4FE3-41FF-9177-0C001FA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本节贯穿示例：分步提示与大学生独立解题。后半节查看实际本地文件流程。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6EBA0-508C-4A85-A951-17BB92D1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研究设计、文件生成与正式申报，分别核对依据和状态。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32BEE-ADC7-45AD-A918-737B7B3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2026原始课件；国自然2026申请书改版说明；课程教学模拟，未实施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4CC46-FAB6-4726-9C59-3137A7E4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7884232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49D7C-4CFD-4292-BAC2-6D302841049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4976813"/>
            <a:ext cx="1905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F1E74-428A-48B8-BA04-4A44E43949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4976813"/>
            <a:ext cx="1905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E8B33-1A50-4565-9D19-F7412220834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548063"/>
            <a:ext cx="1905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522CD-B2BF-4764-9C3E-7814C770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C681A-804E-48DB-9CE1-A94B25E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不同资助项目的要求来源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4DD40-75ED-4D61-8A16-D0FC448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C3F77-6FB7-46FF-B1BD-C0E3D31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同一个研究设想，必须按所申报项目的当期指南重新检查。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E34B4-F5CF-48B9-89F4-E8BEAFC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拟开展的研究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96D89-D28E-45B7-8003-E300F6A2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国家自然科学基金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57CDC-6198-4926-87F1-0ED28C0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核对项目类型、研究属性与当年申请要求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2600E-7502-40C1-B24C-468A9A70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省部级及地方项目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6E39C-4FFD-49FA-AAAD-E436C1C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回到对应部门当期指南，逐条核对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DBC5F-0350-4BA3-B4F2-883B3AB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校内与其他资助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6D4C6-45E3-419D-81D1-5BB5A6E6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以发布方文件和正式模板为准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74DE4-9F3C-4E7D-ACCC-B9A2AAAB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研究主题相似，不能据此沿用另一项目的资格、预算或期限。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02BB-4399-4814-AD1B-6EED075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21E5D-0090-4080-8B28-BC0A37A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1991613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3E689-EB63-40AF-AAF1-F7720AD5ADF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54578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0D600-154B-4066-ABF3-C734D7E5E2F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4048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F3BF3-08CF-425F-8C88-6E5E848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261B-09B7-4F9E-BD88-EE4C969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2026年国自然正文结构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6C697-2FF0-4484-BD08-5017D6A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25D09-F366-42F0-ADC4-3DAAFDE6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面上项目与青年科学基金项目（C类）的正文调整为三个部分。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A9658-9791-43C2-A0F8-D0DC136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B7DCE-53CA-463E-ACAD-6C98B94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为什么开展这项研究？研究价值是什么？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BB985-F451-486B-83FC-A6E26B8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C364F-1835-4706-BA79-B8F5DB6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按研究逻辑安排工作，说明怎样回答问题。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9B75B-C120-45D6-89E2-986A15E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55D31-FB70-4090-82A2-4A656CD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展示前期积累及其与本项目的关系。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C4F7D-C2EA-460B-88B1-F18EAB2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正文原则上不超过30页，适用于面上项目与青年科学基金项目（C类）。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780EE-EB76-4BC1-BEC7-670B015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正式填写须从科学基金网络信息系统下载当年最新版。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6C22D-B677-43A5-93F8-CC41F31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CA62B-9187-4203-8792-8A368BC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15433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9BC46-77A4-49BC-B6B9-1057D5E3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12A8F-BD4F-4A9C-BD7D-56A12CC3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国自然申请中的AI使用要求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F5AB0-AA5D-4927-A308-5C191EED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1819D-06BB-4FAA-A6F9-3C5A130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AI参与资料整理时，申请人仍须核实信息、声明使用情况并按规定标识。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3FC9D-D528-4FC0-8EDE-E0C86E6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资料与引用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AA7F7-EE55-494D-A48A-7848ABC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AI辅助跟踪动态、整理文献时，申请人逐项核实信息与文献真实性、准确性。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34BC0-577D-423F-8DCE-A84221E9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6A8BE-AEF6-45F9-9C2B-E6E02E3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A32C-1C2C-4137-8701-DD0A638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全面如实声明AI使用情况，并按规定对相关内容作出标识。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EF6E7-E725-43FA-B2E8-C854E849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C4616-C55D-4981-8869-F00C0E4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申请书正文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1AD08-D544-4195-AD62-CC27D2C6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不得使用生成式AI直接生成的申请书，也不得使用未经核实的生成内容。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08E17-771A-4B86-9A42-08DF7192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7EADC-EB84-4B92-AFB0-75A25D4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本节AI协助编写的研究设计和Word仅作教学演示，不作国自然申请书使用。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8789E-730E-4F27-8A78-ADA03C8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2B840-C7DB-44AD-B6B1-D8002AC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19596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50835-93DF-44FD-8437-4A137407574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4D5FB-00FF-4109-BFB5-92637FD854A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60FA6-C6CF-4AFE-A877-315870937C6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E0231-6291-42E6-BBBC-4D5AEB32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D9706-8A45-437E-BCDA-0E4370CC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指南要求与申请书位置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A71BA-143C-445E-B33E-307BF66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82459-C626-4413-9944-1627651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每条要求都要对应材料、正文位置和仍需补齐的事项。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8794E-9960-4FBC-848E-43381D3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官方原文与条款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EAD11-712C-4A36-9590-B53AAB78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41663-1EA8-4CE4-8C05-694E441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对应材料和位置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63FD-5C88-492B-A0CC-9CF2357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列明缺口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A64D8-3C8E-4249-8C4A-11CE1629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保存文件日期和来源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6D2A4-8F2A-4866-8F96-44E3796C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区别正文结构、资格与附件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A293F-684B-4626-BE9B-E5537968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哪些事实由谁提供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21D25-A3B3-4B1C-8C88-64EB776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未取得或未核实的事项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1FB22-C607-4CDE-BC4F-8898869D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示例：最新版模板 → 从系统下载 → 保留原件 → 核对章节和最终排版。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DA90F-69DA-4FE6-AFE3-BDBDEDB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本节另有自编guide.json，只控制课堂文件演示，不能替代官方指南。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1F15F-A5A0-4804-B503-DABEA09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公开要求的提取记录，与本地模拟指南分别保存。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FB74E-BEA0-4E32-9978-B6CB34E0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4E260-A8D6-4EC1-ACBB-445EF30B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265540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69C00-057A-4F12-97E1-7C4379A8D32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4953000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1F20D-0CED-44A2-B8B4-AD2905D0E1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4953000"/>
            <a:ext cx="20002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92DB-4669-45B4-8368-8A8AD65EA3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48063"/>
            <a:ext cx="200025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E3678-9A35-4ACF-8A61-AE043E9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BF60-3558-46B4-9A43-66C359E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申报前的材料盘点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D6183-439F-4F47-BDCD-6C9B820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DEF60-8BF4-45DC-B2EC-5416497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已有文献、研究者工作和拟开展的研究，需要分别登记。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DB9B3-1C60-4ED6-806B-1867952C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材料登记与用途核对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7375-A909-451D-949A-59066313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2C55-28A4-4171-BC65-47AF43C3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支持研究现状与方法选择，注明阅读范围。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5D311-C844-417B-8A09-95FE07F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申请人已有工作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1BEA9-80A4-46F5-81EB-9397D096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核对论文贡献、数据记录与相关工作积累。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C3E0A-1ADB-4D86-9B04-B64EDF9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DE111-F4CE-40A8-8DD0-38142AEF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写明研究设想、待办条件和未验证关系。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B49D4-73EE-4CBB-BD07-B3B7273C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缺少材料时，保留问题及其影响，不用通用措辞补成团队成果。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33B80-1970-4A52-B371-CDEB211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CF705-D7E0-4F24-837C-F4EE2D3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6604986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4CB5D-830F-48B7-8D01-F8D25002593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80476-CCCC-406A-ACCA-32ADFC7ACC4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52425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AAED9-1577-4871-A888-12AAF1D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3E88-313A-4F6C-90E8-FBE2C1A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贯穿示例与待回答的问题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2C5DB-5D19-4757-8B72-DC3B99A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898D3-DFE5-4C9E-964B-82CDFF2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分步提示是否影响大学生离开AI后的独立解题表现？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0EE1A-FCE6-4A94-9557-8623146C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同一门大学入门统计课程，同一模型、题目与练习时间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FF0BE-BECF-4493-8365-0F6A3FF7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允许直接获得解答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62D9D-3041-4EF6-AB88-71429E6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先展示思路，再给下一步线索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BA84B-F065-4AAA-8CBD-6B291BCD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主要观察：一周后无AI新题的独立作答表现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100A3-18D5-4573-B4FE-45AEAD0B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课程自编研究设想，尚未实施，也未证明适合某个基金类别。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DB80C-9EC5-4731-97BF-82301A2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DF789-C204-4C0B-AF7A-CDE37FB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2131502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F32A-15B8-4CC6-939C-D386C6E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4AE3-36A3-4D99-8F1F-9746A759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立项依据中的文献与本例问题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1754-07F8-4271-9AEC-BCA692A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4BA52-4596-4974-90E3-14D7E519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已有研究的对象、干预和测量，可以帮助限定本例准备追问的内容。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CEE54-9D3D-464A-B26B-BFEDBDD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公开研究：高中数学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99A6A-3D7D-4605-9738-F0E03821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Bastani等（PNAS，2025）比较不同AI辅导条件，并另设无辅助测验。研究设计把工具使用阶段与独立作答阶段分别观察。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4B888-D8C1-4592-B0DC-243047F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本例拟追问：大学统计课程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01F1B-E09A-436F-9179-C9C5AE1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在相同模型和任务下，先写思路再获得分步提示，是否改变独立解题表现？需继续检索同类研究，判断具体差异。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9C0C5-BF2F-4BD8-9DEB-1FEEF44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81152-7261-41D2-85D5-16ADC2C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高中研究的设计启发可以借鉴；大学场景中的效果与创新性仍需证据。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463DF-23B0-4800-B845-169930A5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真实文献提供背景。本例的大学情境和提示比较仍是待验证设想。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16C5-2DD1-4727-9EDB-484AF61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来源：Bastani等2025研究设计；本例另拟；课程教学模拟，未实施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5582D-C1D9-40AD-8A0A-0F32DB2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0205351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37B3B-7B82-42EE-AAA7-7FCD6294213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76500" y="54578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78DA7-146D-4D39-85B1-3FA4E95687E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76500" y="39528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3F747-4201-4055-8975-E476C87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27193-BA5E-4ED0-AF6D-9BE9A65B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科学问题、目标与研究内容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52AF2-F82F-4E8A-9B4D-FE70352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3790B-85BE-4AC8-847A-C2556F3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问题说明未知关系，目标说明准备弄清什么，研究内容安排取得证据的工作。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6AF1-CAC3-4B98-A74E-527064F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FF4F5-8209-40F8-9E61-C25206C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D17F7-3063-46E3-BBBF-8FF3999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DC633-05B1-4B1A-9074-4696D5C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提示方式与离开AI后的独立解题，有怎样的关系？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7CB09-7574-4E03-AA15-B1A630A0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比较两种条件下的独立测验表现，检查作答过程。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F5623-AD1C-41C5-B27F-39954DD8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484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预试题目和评分，实施比较，记录过程，联合解释。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D8D30-B019-4817-A123-6D2923EB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概念用于组织思路，正文按研究自身逻辑展开。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63514-0909-459B-8144-0C51C10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来源：国自然2026申请书改版说明；课程教学模拟，未实施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8BE13-925E-4831-B5DC-A83AC511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5409524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925D8-3684-4D22-B354-09FA7F6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06E3F-4B70-4A47-8F74-9FAC80B3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研究内容与可检验结果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0F2A5-7B91-4A03-8054-046DDCD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C4C33-A510-4356-A96C-D2037E57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每项研究内容需要说明观察什么、怎样判断，以及得不到预期结果时仍能回答什么。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E3A0D-FC9E-41E0-B50A-DF97B555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D88E4-1CFC-4141-969C-86F59BC2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检查题目难度与评分规则，形成可复查的材料和修订记录。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7DF1B-BC89-4FEE-B8DF-FCB43FC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D08B5-C4E8-4046-ABBA-28CA1E2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辅导条件比较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44BA8-BAD4-45B9-B48F-B233C08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统一测量，记录两组过程及无AI新题成绩，报告差异与不确定性。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A9204-7F4F-4F4E-8474-24F32B5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1B152-1488-40D4-97B3-9905014F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过程与结果解释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3C141-3612-4322-991E-BD4FB03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比较尝试、求助和修正记录。未出现预期差异时，也如实分析设计与适用范围。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11F2A-18A6-4B69-8D1B-6F1C402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0677C-1E9E-42BE-9CAB-D9F08CDC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研究计划中的产物是预期安排，不能写成已经取得的结果。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1DBF4-5DC8-4B13-9245-50E7EFF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7CC18-55E2-4DF9-BDCB-88A7DDFC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3188193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A13CD-B134-4EB7-BC85-6144B484E5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43975-93D2-4EE9-BF7E-12E1785EF88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F1A16-14C2-4B00-9105-7C281BA2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C8DCA-0615-4EE7-95E2-A49891CC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研究假说与其他可能解释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34AE-0B88-4C8C-A16B-B8AAE27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D47CB-05EB-49CF-B5DB-E90E58F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提示方式、独立尝试与后续测验之间的关系，需要通过设计和数据检验。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AF480-2AB8-4C9A-981E-0FDC9413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6C01C-EBD3-49FB-9CE9-754E4D10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独立尝试与修正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B824A-EE83-428D-AE17-C939DCC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F41A6-B816-47F6-97F0-13C2D0D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记录实际提供的提示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6BA99-6B6A-4CC2-9C4A-EA02B4B7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保留步骤和修改过程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39D9F-B8C4-4B8A-85B6-05A3E9D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采用统一测验与评分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B86E-C852-43E3-AD64-44C76CAE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其他可能解释：既有水平、学习投入、题目难度、教师实施及组间交流。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4004E-E25D-4F14-AAA1-5821808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虚线为待检验关系；既有水平和实施差异等因素需另行考虑。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51F5D-34D1-4742-B745-6AA6EEB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56D3D-45B9-4757-B8E8-23E1C1D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1316844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42DD5-F0A1-4E9F-8DD7-0DFD56EF150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5000625"/>
            <a:ext cx="1333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5FD88-5EFF-470A-AD3F-4818D33B5A7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67125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E968A-8EC2-44B3-9F24-602DFE758C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4929188"/>
            <a:ext cx="171450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51F13-2374-42F9-BC43-5E71F43545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667125"/>
            <a:ext cx="1714500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CA2B1-149B-40B9-8EA3-FC0F4FA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7748B-0129-4843-BABF-93320146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比较设计与测量安排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45A3B-B578-4062-87F3-BF9FEE91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7A9FB-D202-4AD3-9439-1BA4241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两组使用同一模型、题目和练习时长，一周后按统一规则评价无AI新题作答。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4FF8-29B4-4502-BA75-BDA3A54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核对准入与分配方案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9A797-5294-4E99-A34F-7D2689F6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DEBC-EB3D-4EA7-93D6-064F3AD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C5E40-2D5C-4497-B586-B4AF35B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A30E1-21E6-4581-B172-D15F832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保留实际求助与作答记录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8D4BA-81C4-45D2-A545-41E47EA2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评分规则与分析方案预先确定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8771-50EF-4867-85C3-39B63E83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研究设计教学示意。样本量、分配方式、伦理与授权仍待核定。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6312F-228D-4ADD-8AED-9D46914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CBD8D-4966-4A47-9D10-214AAAC7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1023672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83FAB-7226-42FB-81C3-D26C1F5C0A3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C59C0-C77E-4895-8CA2-52A268C7CF3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2AFB6-C0FD-4775-862E-A3E4BF7F5A8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B64A6-FC1C-43D6-BF17-2FA52D128A9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8FD1-F4E9-48B1-BEE7-AD26ACD4E9F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D1F00-32CC-4742-9715-FA8FD9452AA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04002-A284-4B94-A106-A2088AE51E6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5470D-B501-465B-AC8A-007884E00FF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060D6-B2E7-4EAF-9FAC-7AF0928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ED9EB-D102-4038-9756-9CC7124A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比较实施与一周后测量的技术路线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58357-E594-45C9-B292-7211920F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EC292-0917-4711-9E4A-D562855E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两种条件分别保留过程记录，再用同一测量时点和评分规则比较。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17AC4-A236-4BDC-8A0E-1316E962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EE7E9-B54F-45E5-BF59-B055CA89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FE14-93F4-4BDE-AB8F-67D38B5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3DC5-C941-44D0-AAE3-713FD61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6DEE-1F96-42C1-8E5B-432B640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8E0B9-2DDD-46E2-8D82-137D19F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81331-3046-4619-9309-63CD0D4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D48BB-C999-4547-98AA-BFCB9E5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71966-8E84-4A00-ADF3-7AAB348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990CF-CFDB-4604-86FD-92249AF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教学拟议，未实施。预试、分配、测量质量及启动条件仍待核定。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B1950-B6E3-4119-8690-F7B619C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0AD80-5BBF-452F-B522-2DD29FF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03938573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69B77-5E01-4273-B505-4E31655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BA02-E677-49E4-95A1-B3ED592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创新点的比较依据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DAE14-7B37-4581-98A4-F60371B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744E1-03DC-4993-AACB-0B0C9679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创新论证需要明确：与哪些已有工作比较，增加了哪项可检验认识。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1C335-4243-4142-91E2-DF9CBBF1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已有工作覆盖什么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A4420-4332-41D3-A788-C3C2BEF8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不同AI辅导设计、练习阶段与无辅助测验，已有公开研究涉及。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C5B2D-A697-49EC-B681-E47ED2D0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3D215-D000-4EF0-8F4D-DB07F0D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本例准备比较什么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5CDD8-EB74-43D1-93FE-C986FECE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大学统计课程中的具体提示方式，以及过程记录与独立表现的对应。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D6E63-72C9-442A-9F83-C8C7CEE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BF487-DFCA-451F-8906-F7E6899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创新论证仍需什么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F060D-7165-43E0-8CE5-DDB72B6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检索相关大学研究，说明具体未解问题及其价值，再判断是否形成新认识。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E3EFC-D769-4993-96D9-E44303A1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A59C7-9F1D-4601-A522-18F12F0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当前只给出创新论证的比较方式，创新性仍待文献与专家核对。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BF5DF-0644-495A-926F-54C684DA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2026原始课件；Bastani等2025研究设计；本例另拟；课程教学模拟，未实施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633B1-6784-4FD1-AB3E-800D9EE9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0698109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795C7-D18A-4A40-B15F-AB9AC05D3DB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84B5D-D947-4BF0-9083-1A88B4D9A3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97D5B-FAF6-4FF2-A301-7D8CADBF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3CBFA-A849-4644-9A24-0D6CB68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研究基础与实施条件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7667-B4B3-4F84-8FF3-0472EEEE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C0F0F-3FD1-40C8-BA34-6F644FCC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申请人的已有工作，需要与本项目的关键任务逐项对应。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333AB-AF0A-40BC-B047-BE333D0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CA7E0-A431-40EE-A983-8321C8E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已有工作与贡献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57352-678F-4A81-ADAE-3F5917C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条件证明与缺口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B3DAF-7445-4335-B71B-1810729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例如题目设计、实施和分析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D247D-67E4-491D-8734-BB6197E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提供相关论文、数据、工具及本人贡献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F02C0-2949-4F78-BC6B-6BDEABD5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核对准入、设备、合作和时间安排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5F5B-11F3-4719-A10B-2C1807F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本例实际状态：没有申请人前期成果、课程准入证明或合作承诺。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659A-3843-4861-A4A4-B41286D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公开文献支持研究背景，申请人研究基础仍需真实材料。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A15B0-DC6E-4680-A055-6C19D85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本例未提供申请人真实研究基础，不能据此判断具备申报条件。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50144-426F-4205-A8F4-24312FE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F127B-881E-4CC3-A9AF-3994806C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440872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2E340-FCD7-4103-A735-BC17574A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AFA56-3023-4B7D-9DFC-715EC330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风险与替代方案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E34C8-F59B-4BF0-B035-02EEC8E0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6E8E3-9243-4A28-BF09-1D4D3D7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替代路径应说明触发条件、调整动作，以及调整后还能支持什么结论。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5D4B-3B6D-4873-9003-CD5373A4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提示规则不稳定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C3C9C-1397-446B-80D2-30F610A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触发：预试未达到预定要求。动作：修订提示和材料，再做预试核对。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048EC-B18C-4CFB-850B-8D27E52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CF0C-A4D1-45C1-A117-067CF9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退出或记录缺失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87A9B-CC3E-493E-9DEC-B9B76CC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记录发生原因，按预先方案处理，报告缺失及其对解释的影响。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74DD1-B35F-4A43-9C51-B6469BA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792DC-98FD-4B0D-B007-96C92789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无法按计划分组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2BF0A-417D-4643-B33C-8AC19BFF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先评估调整目标与设计的可行性。改为观察性研究时，重新限定因果解释。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FE765-05C3-467C-8E6D-04AA943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A76BD-2183-4A16-8785-3A3C436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备用方案改变设计时，结论的适用范围也随之调整。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2CF6E-56F7-46A0-9175-54682D2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6395B-9628-456F-B67B-806803F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9609317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E11BE-D841-4592-8FF3-BBDAB0E462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BAF32-CB15-494B-A511-1E0162472FB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D7AF6-12D6-4D87-B1AF-5AEDE35F7DD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77646-3A30-4916-8881-9CCA531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1DEEF-5ABE-44E7-9117-ED8D0E6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研究进度与任务依赖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55B30-246B-449D-A45A-BD41347D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AAA81-A16A-4352-BCF9-BD5F8BD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时间安排要给材料核对、预试、实施和解释留出实际位置。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D2E44-AF46-43AA-B8B0-010E8A5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1—3月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38255-985B-4ECA-9436-FD1E7E91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4—5月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CBA5-A097-4B1D-8A2B-E5B5620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6—9月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DEA7C-7BDA-4EE7-B320-6298BFDA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10—12月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0629A-E06E-4D13-B135-B2BF1BB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文献、材料、伦理与授权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DB3E7-B695-4263-BB32-FFED8B2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题目、评分与规则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DAE43-5C79-461F-9A00-157494C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实际辅导与独立测验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A6321-08B7-4621-B2B1-1288962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报告差异、限制与版本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89BB7-5A1F-4685-80FA-1103EEC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材料与准入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AA1A8-A41C-4731-9B42-FC28E41D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预试与修订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99144-FD01-40EB-B23B-4C54F22C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实施与测量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55BFA-4144-4F0D-8209-3796D4F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分析与归档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19C84-6C1F-47C5-8DF2-94538BE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进度依赖前置条件。伦理或预试未通过时，后续实施顺延并记录原因。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9212B-AB2B-46EA-945C-0AE67B3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12个月仅用于课程示例，不是2026国自然项目期限。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9F3B6-6EF3-42B9-93C5-5ECE5D19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46D58-6FDE-4EA7-BA35-959980BD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76983019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86E6C-4898-429B-9375-898A715405B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45801-54E7-40B1-A25C-C8EA5062FC9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70882-F7A6-4AAC-8440-9422DD1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6B259-750C-4770-AAA9-135C79C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研究任务与经费依据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804E0-9ADE-42F1-B5E8-2F1B2B3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A796-2EE7-4AFA-ABDD-327E34DE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先识别研究需要的资源，再按对应类别和单位要求说明成本。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57E6A-E6E9-4CEF-91FA-B600143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DED22-50B1-4E1B-AD79-40284DA2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38617-514E-4B1E-BA04-4564907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费用依据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396C0-F1A7-48E1-B094-1D34FB6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需要哪些人员、材料与计算条件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A62F8-189F-4585-A171-C66CA1C8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按实施次数、工作量与使用时长估算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5A03D-5162-4D87-A956-38281D7C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核对报价、费用归属和当期规定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8D8F1-4C6F-406A-A2FF-40069A6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2026国自然案例：青年A、B、C类等实行包干制，申请时无需编制预算；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其余项目按规定实行预算制，结合实际研究需要编报。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CE438-F43E-4F19-859A-7AD1E358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预算方式按所申报类别核对，不把示例测算当作官方额度。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F8515-6346-43BE-9CDF-97E15F9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2FDC4-9C43-42E5-A14A-6E4B8E6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41469909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00830-2ADD-4721-BE9A-36B38E2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830A4-A885-45B7-8E0D-2ED74B64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摘要与正文的相互对应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FE179-DD5C-42FB-AF0C-4B2C0114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CAD6A-9E17-432E-997D-5355835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摘要集中说明具体问题、主要做法和准备获得的认识，信息与正文一致。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867D-2DCC-4D83-9196-2546624E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完整段落示例：问题、做法与准备回答的内容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2977-48F2-4654-B3C7-0356CE1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拟比较大学入门统计课程中两种AI辅导方式与独立解题表现的关系。在模型、题目和练习时间一致的条件下，设置完整解答与分步提示条件，记录学习者的尝试、求助与修正过程，并在一周后使用无AI新题测验评价独立作答。结合过程记录与测验结果，判断两种条件的差异及其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88EE-FBE1-47D8-A9EE-306F263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“拟比较”“设置”“评价”描述研究安排；这里没有承诺提升幅度或写入前期成果。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7AE02-C445-46BF-BF9A-93C17288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课程自编摘要示例，不是可直接提交的基金申请摘要。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D3E85-0C96-42B1-8796-108828F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BE53B-368B-41BA-8F8D-7315B430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65627268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A5185-3BDD-4893-AA3F-C549F27C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DE27C-C978-482D-9BF1-729217F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申报材料中的Humanizer修订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EFC5D-8551-4A7F-B35B-22764CE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9FB3B-C448-4F63-826B-4A96F9C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空泛的研究意义可以改成具体问题、比较方式和可回答的范围。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4E653-EB45-46C6-98A9-E6D8F851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1BCC4-9BE7-4C9F-9D6D-59B20E9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本项目将构建国际领先的智能教学体系，全面揭示学习规律，大幅提升人才培养质量。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B971C-FCC4-414A-AD53-7BDBBE8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BBF9-94BF-4D2F-8828-1731675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修订：具体到比较对象与测量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05EC6-E2FC-4FB7-B094-38BFF2C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本例拟比较完整解答与分步提示两种辅导方式，用一周后无AI新题测验观察独立解题表现，并分析作答过程与结果的对应。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6F68F-95EA-4B7C-A6E7-B88F84D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两段均为教学模拟；修订不增加任何前期成果或效果数字。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F9B8A-201E-41BA-A67A-B2821215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9A48D-52CE-4203-B92B-3A3C87F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4018949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784B4-C51A-479C-AC68-51179DD5D09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4FE1B-5080-4E5D-B96D-53740440F3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A9261-D337-4E5A-9FD8-0627D964E0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E9550-D5D6-4B67-94E1-51478D1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7E458-ABE1-443B-9B36-76B656CB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Grant Agent的工作流与Harness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0E50-C5BB-4565-9C5E-8793871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02460-9B82-4CDF-A31D-60C9974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运行记录把输入版本、核对动作、输出文件和未解决问题连在一起。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FFA6D-2056-4EA3-9E9D-CFE1DCF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9E8C5-1500-44A3-992D-066A0AD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23A24-3F2B-4BE5-A806-CEAEF93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内容与路线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C9293-EABE-45B6-A2CC-148A1AA1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核对与Word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4FE8B-24A6-45CB-8097-C2733C3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保留原件，提取具体要求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D9ADF-634A-45C8-83C4-62EC9DE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登记事实、来源与缺口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EFC20-3CAF-42B6-A45A-9AD14CC4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按研究逻辑组织段落和步骤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75BA-9BFC-4650-B654-A87722F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逐项检查并保留版本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00192-9083-49B9-ABFD-69FEA64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C1C49-C4F3-4E38-B836-9A2B9EA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Harness：保存输入版本、步骤状态、来源定位与失败原因的运行规则。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7375C-2A58-4A2D-8176-D677434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框架图说明整体工作。本次本地执行范围在后页单独列出。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3BB3E-CE8A-4A58-8AC6-54C40E64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A05D9-A44C-49E8-A851-C1878FA4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85610314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256B1-84D3-4093-9CEA-166C9FD8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8F607-C78C-411F-9378-794B033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要求、章节与产物的实际映射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4C6A9-62F4-4A3C-A102-364715CB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EE84F-C96D-4D14-BECC-D1F1EE6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教学指南中的每条要求，都能在映射文件中找到目标、产物和检查方式。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43AC0-BA59-4C0C-8816-C4A2FD2AE8E0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638175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模拟要求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对应研究目标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实际产物与检查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问题与假说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明确待检验关系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问题说明与过程记录；检查变量对应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比较与测量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形成测量方案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分组、测验与分析安排；保留待核定事项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来源与缺口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保留事实状态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来源账本与Word；检查定位和问题清单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246A3-E91D-4F41-BAC8-FEA42D6A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TEACH-SECTION10-01为课程模拟指南；映射检查不等于科学评审。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A7744-257C-49CE-A149-94C60A16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9A1FE-8C5C-40C0-8118-9D2FB5E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8544568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902EF-806B-4E77-A5D8-AF9A9D4780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6DD5-DFBA-43B9-8E8F-72C58F999CC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58FAC-29F5-4027-831D-61716ECAFD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7E4F5-13E0-4592-842D-F6A17449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39ABE-0011-458C-AE0A-6C1D555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本地执行记录与文件输出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A9800-5F84-49D7-B248-D4D3E43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1AF43-60CE-4EC6-A746-056C682E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本次实际读取JSON和Word模板，完成结构核对、填充并写出草稿。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6637-176A-467A-80CA-A803406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891F4-6CC5-4665-9FEA-46C5F42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结构核对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4C965-5CCE-4DE1-951A-08198F2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填入与附图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EF84B-EAE6-4916-BFEB-B7397A22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草稿写出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B3318-713F-4D84-B60F-02EC0A60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guide.json / grant.json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D5CDF-0B24-4B24-ABDF-BB18894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检查章节、来源标识与映射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12816-3474-49CC-B571-AD2116F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现成段落与两幅路线图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D77A0-0073-4003-BB25-D1EF034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Word、来源账本与问题清单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CBB04-2092-4109-B970-0117F1A7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实际状态：草稿已写出，仍待研究者核对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6008D-9FFF-4AF7-9127-4CF0771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外部模型调用：无。科学有效性核验：未执行。输入、模板、指南与Word均可核对文件版本。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BE5FC-947B-4AF7-8716-E128BC5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真实本地运行，无外部模型调用；输入段落已由课程编写。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5D332-4411-4A8A-9BE0-275FA7F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77DF0-8700-4270-885D-C2B39F5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38381905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5A703-CAD8-4CFF-9EDB-9781DFB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19976-39C9-4AF6-ADC0-E5348CA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异常材料的实际拦截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CD94A-E60E-4982-A2CB-378BEAC1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BD53E-6E50-4B93-B9D5-9AD3787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指南章节不一致、未知来源、模板缺章和未经签核的最终导出，均有真实失败记录。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31C4C-46CA-40FB-AC4A-7C0F8AD8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指南与章节不一致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5098F-BEA0-4622-B384-B53A4AD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检出章节名与指南不一致，停止写出Word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41B0F-0023-4099-9EFC-CB57A43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871AE-95F3-4089-A6B6-C3267A0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引用未登记来源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5E024-E07A-4876-8692-2C5694C8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来源标识未登记，停止写出Word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3BC60-6F8F-4B16-AD71-2EC06E3E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4AF79-63C4-4691-A7D6-AF30B73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模板缺少必需章节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23C2A-FA44-459D-B923-ED9F2BB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未找到研究内容的填充位置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5C895-F48D-4A3B-81A3-469A41B2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3FDCF-25B2-4336-9F37-3329B53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未经签核请求最终导出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9712A-8E6A-4EBE-B67F-8E6020ED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最终导出被拒绝，未生成正式稿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5DA45-A722-416A-A04F-22952D2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9A36F-A40D-4B68-B6D7-853DD34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4项异常已实际触发拦截；覆盖范围以具体检查规则为限。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7DA83-0A40-48FA-A346-D23FE8F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5C37F-9319-40CE-B80B-CE84C91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8373697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AA5D2-AA3C-4CD0-ABEB-7DA33C99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C0DE-D045-478E-9665-CAA51ECB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生成后的Word及其使用范围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36591-E576-48B9-8164-D081E6D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9070E-5E82-4D57-8F19-B90F38E1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Word包含研究段落、来源与未决问题，并附同一版本的技术路线和返工图。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8258A-205C-4605-9BF4-E9BB33D4B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f5fe83a6b46d1"/>
          <a:stretch xmlns:a="http://schemas.openxmlformats.org/drawingml/2006/main"/>
        </p:blipFill>
        <p:spPr>
          <a:xfrm xmlns:a="http://schemas.openxmlformats.org/drawingml/2006/main">
            <a:off x="929770" y="3000375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9306F-07DA-446D-987D-51F3CD84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实际Word第一页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691B6-4BDC-4D46-97C9-3ACA316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可编辑正文与独立记录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D20FB-E6BC-4BAA-8595-BE5FB22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正文：立项依据、研究内容、研究基础。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附图：比较与后续测量、材料核对与返工。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来源和问题：登记材料位置，保留尚缺的基础、设计条件和创新依据。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3CBB-C945-4171-94C6-2DC1D90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模板为课程自编，非官方申请书模板。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084D5-9E8C-4130-8D23-7B6D730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页面预览来自本地DOCX实际渲染；完整Word与来源账本随包保留。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F40F9-46C9-4D8F-83D3-C04FEE4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DECEE-FCB8-4FB5-8DFF-6DC844E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01451314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EC0D6-3C30-42BD-ACEB-652FC649A13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14337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C6015-1C68-48AC-8CFC-BB26EDFC3C6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14337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2E4F5-6733-414C-B5A2-A39F39F1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40021-D99F-4C16-9370-E0D4835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提交前的完整性与研究者判断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60059-DF1D-454C-B5B8-5C2960A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4F62B-A05F-4F47-AA3F-7070888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正式申报要核对当年要求、真实研究材料和最终排版，再由申请人与单位履行职责。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F2710-9918-4CB0-B837-1BF55717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当年官方要求与模板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E0C59-1BA5-4E8B-A09D-5D1561B3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真实材料与研究者论证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10AF2-8CDC-49F7-A7A7-799515CB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核对事实、引用、贡献、伦理与使用声明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1ACB5-E229-431F-B79F-5C0A789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申请人与单位按职责核对最终版本，按正式系统流程提交。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3343A-0AB7-4B54-B6CA-69F1141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下一节：专利挖掘与技术交底。本节产物仍为教学材料。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EB5AD-86F3-46BD-A52D-20BD86A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AF114-0DAE-4AD0-9259-9A8C860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02429696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1C38A-354A-4703-8D22-72F053244A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59F8D-3C8F-4397-9631-D5D9923E5B0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82543-24F7-49CA-9126-1772EF56A34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8CB2F-C5A5-4F9B-8A3A-2769451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02D0-47D4-4A23-8483-2F0F549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3840-42B9-4FEF-B96E-25AAF4A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683F-A2AA-4AF4-8CC8-454617A6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先把技术方案讲清楚，再与公开技术逐项比较，形成能继续讨论的交底材料。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3B5DE-36C7-40DA-8101-FEB8F70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真实技术材料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4DB46-C39A-498C-A24B-AE43C203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具体方案与细节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372DB-B8A2-4A3D-AE01-7684C13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9E9B2-550E-49FD-8FF4-23DD0C5B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交底与待补事项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619DD-76FC-4E3A-81AB-E78F2EB8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研究记录、结构和过程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817B2-36C0-4A34-BEC1-D342F73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部件、步骤、参数与异常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C82F6-1665-40F5-91EC-CF8E314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按技术特征读原文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5D1D0-7B20-4582-9303-CDBEB537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来源、缺口与进一步追问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0559F-1C90-463E-8C5F-EF2FCF6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贯穿案例：实验室离心机的不平衡检测与传感数据检查。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F51D4-02C1-4EAB-893F-FD4CE076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公开专利用于分析，课程设想未实施、未形成可专利性结论。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01598-84C7-428F-A66A-35112069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来源：WIPO 2025原始PPT；专利法第2、6、22、24、26、64条；教学假设方案，未实施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ADB0-D4E4-473F-A2AC-EEBC345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85618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74226-1A72-4BEA-93C4-1B4C97AF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55A62-F6C0-405B-8B4C-0E89121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技术方案与交底材料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38223-B027-42A5-821A-6E18B38B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AD061-3D40-4DC2-B41A-C61267DB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科学发现、具体技术方案和专利权利要求，承担不同的表达任务。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99F5-5CFB-4445-B9CE-C33B47F5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822C4-B36F-4C5B-B2DF-98B00CC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报告观察或认识。能否形成专利对象，需要看具体技术方案。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A1A6-D329-442E-A93F-5946854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A053F-6FD0-4EAD-B995-1BD762F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6D9C8-3CED-4420-9A49-2C4A5156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说明解决什么技术问题，用哪些部件或步骤，怎样实施，有什么依据。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8DB04-A037-4DAE-A9FB-C9A8FF7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319B6-9B1F-4958-8514-D456E82F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D4786-98BA-4F96-9961-6634A12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发明和实用新型须具备新颖性、创造性、实用性，说明书与权利要求有法定要求。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3111C-0FC4-4440-8139-60F7576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9FFC-E93C-485E-8F6E-11367E5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交底材料记录事实、细节和证据；申请文件与保护范围另作专业核对。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986C6-E899-4410-B513-A671AAAA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F9096-ED31-4E2D-BB88-B658E3F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7870622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2ED38-2D96-4621-B579-2E22DC3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47A1D-EE89-4731-ACB7-E607EC79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公开专利原文中的技术结构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FF27-E202-4C56-A426-83880749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4CB95-9CFD-451F-8407-E381426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从摘要、说明书、权利要求和附图相互核对，才能理解公开方案。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343ED-9A2F-4D80-9E67-B6C9F5F85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62bb7361046ba"/>
          <a:stretch xmlns:a="http://schemas.openxmlformats.org/drawingml/2006/main"/>
        </p:blipFill>
        <p:spPr>
          <a:xfrm xmlns:a="http://schemas.openxmlformats.org/drawingml/2006/main">
            <a:off x="1580696" y="2952750"/>
            <a:ext cx="41728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A9F3D-3032-4C35-AB54-E562BA9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EP4636367A1  图2（原页局部）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0EEB5-DABE-40BA-82E9-5A42FCBB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中文阅读定位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31ABE-B5D3-49B1-A0F9-D076374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图2：样品处理、驱动、传感器和处理器。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权1：至少两个自由度的数据，例如不同方向的加速度或角速度。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权3、4：用训练模型识别模式，可先计算均值、能量等特征。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权11：按识别的运行状态停止设备。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5AEE6-F09E-487F-950B-01EED7A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左图为EPO公开原文第17页图2，右侧为中文阅读定位。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183BF-2862-4C33-8DEA-B6CB180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DD192-A25C-468E-BB8B-AB9EB07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0011203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3A5DD-ED3A-400F-9A1E-CCEA3F7B72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9BDC4-AFFA-44BA-8A2B-B7FEFCC9AF6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01467-0342-4840-8414-519A4C2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69687-DFC8-459D-8C71-0A4C926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技术特征驱动的检索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9EFF8-9B30-4C72-B1C4-3AB39501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22629-C52C-43A8-A15F-31B525AC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检索词围绕设备、检测对象和控制动作展开，再扩展分类号与同族线索。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0D8F-7C5E-4562-A168-F3C720B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0904C-E2BB-4E87-B451-BDE82320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0E37D-9FF0-45F3-A99B-C3E2B37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原文与分类扩展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10F9B-258C-4B85-A722-35CF36F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离心机 / 不平衡检测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0B3F5-A983-4E28-BFF9-756693C1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centrifuge + imbalance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sensor + controller +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D800-C18D-4FF1-8070-476B010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核对公开日与定位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扩展B04B9/14等线索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3D151-34D4-4CC0-AEB4-204EC812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本次已读：US7255669B2、EP4636367A1。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14348-4F1E-42D5-AFD5-54DA144C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未完成全部数据库、同族、引证和法律状态核查，检索记录保留这些范围。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571E6-21C8-48A8-B2B8-55363A8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保存实际检索式、日期、命中文献与阅读范围，不把两个命中称为查新完成。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7E049-AC61-41AF-977A-BB165BD4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3A3F1-91B7-48C1-9116-BF155982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0547588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42E52-C9C2-46DC-8D29-B457A372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28818-E1BD-4C4B-A095-45C490AB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公开技术特征的逐项对照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51A07-6956-45E8-B587-790728A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FE388-FD01-41D4-B955-0AB028A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逐项记录已读技术限定，并区分独立权利要求与从属权利要求增加的条件。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50CA8-D26F-45FD-85BA-1AC394FC9BE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1047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比较位置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US7255669B2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EP4636367A1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基础结构与输入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权15：机架、阻尼支撑、驱动与转动件；超幅振动造成接触冲击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权1：至少两个自由度数据；识别振动模式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模型或规则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权15：阈值随转速变化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权3引用前项，加训练模型；权4引用3，加特征表示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权15：检测输出超过阈值时停止驱动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权11：引用前述任一项，加按运行状态停止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DA760-A98E-404B-8BEA-F16CF6A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比较用于识别已有内容。实际新颖性等判断仍需完整方案、日期与更广检索。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C9AD-F1D9-48E8-8E62-D78B341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27E9F-31D1-4FB1-90AC-24197B7F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8870384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CA906-3BFE-4D15-887F-D6D5E3E732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24438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EBA9F-F559-41A1-8E90-C89263345D8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02443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C19B-3D55-4C70-9D65-C23FBEB8D1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FC00B-D18D-4028-A409-AD0EC6D9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99CC8-8DD5-4CB7-B903-721C7852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发明挖掘中的具体追问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513F-AC8E-4BA9-A35A-0E7E99C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97FE8-4323-4DF6-9E49-1608494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“加上传感器和AI”仍需继续拆成部件、数据路径、判断条件和效果依据。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0E84A-56A3-4988-8F26-70455A7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待讨论设想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传感数据有效性检查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69D7-2573-48A4-9834-2DD2F46D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安装与数据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DD0CA-0404-42EF-80A3-FB4AE29D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安装在哪？时间标记怎样产生？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7DF1-61AB-47EB-8C6E-1C10904E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判断与异常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2B931-B1EA-4628-8D02-946B9131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怎样判丢帧、饱和，依据是什么？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25BB7-D6D9-40F7-87E5-41C8B19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控制与证据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1ECA6-EB84-4637-B1AA-CD076E4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怎样请求处理、恢复，效果怎样验证？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A1D58-A315-4F79-BE74-605E127B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本例未找到经核实的区别特征，问题清单用于继续收集技术事实。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CE4AF-12FD-49B3-AB01-DEDDCAC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来源：教学假设方案，未实施；专利法第2、6、22、24、26、64条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9DF73-43AA-441F-9077-4E14FE3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1194456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47E38-9A58-42FD-83C0-A534FB11EBEA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5CA74-DEAE-4691-AFAA-9ABD39E550A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57864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F0187-C046-41F4-82C4-E84F99036FE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62062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A1CA4-74CF-420E-BE35-E6F39265E96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7237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F544B-DEAA-4BE7-B967-9C2613D613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36909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FFEFE-6172-4F60-BF56-766A81555B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36909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BB825-9121-4079-BA6F-71EB423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DD77-04DF-4715-96AE-1F38534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教学方案的结构与异常分支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06312-DACC-4089-B66D-B065F4B6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B9B39-10EA-4443-8B29-4EDF5F0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数据有效时识别状态，数据异常时记录故障，再按经验证规则处理控制请求。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CEBFE-8543-4D30-A709-BBCBC49D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S1 传感数据与时间标记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B794-809F-45A6-9732-3ED048B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S2 数据有效？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BC2C-408C-449C-9556-76F4820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S3 识别运行状态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8B2DF-12F9-4BE0-8156-2EDB2ECB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S4 记录传感故障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C5E39-D22D-4798-85B8-742916CE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形成控制处理请求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EC23F-24E6-4C50-970C-7C955D1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953250"/>
            <a:ext cx="3714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处理与恢复规则待验证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11829-A61F-4582-B751-7FF27F96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C58B4-36EF-4240-9533-71B2CBF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CB7FA-7C7C-4D7F-813D-CDE8241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数据异常时保留故障记录。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请求的内容、接收接口和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设备动作仍需设计与试验。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F791C-75B9-4CFB-857F-22A75FA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课程假设方案，无样机、无控制验证，也未证明区别于已有技术。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A8D7C-87C1-42BF-9E70-2FE2B99F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C2D5F-615D-4CEB-ADD4-D190DAD3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3233743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772AD-C8A4-4312-B0FF-756A953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CFF68-C5AF-48C0-AA14-982A1913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实施说明中的可复现细节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E9EB4-F87B-4DF1-BA62-1924BC3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30409-CBDD-4B40-AC93-42620DD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实施例需要交代怎样实现，各项参数及异常处理都有技术依据。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337B-CD42-4527-9249-C583C7F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课程实施说明节选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62269-5766-4640-B2FD-C8ADAC60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1读取振动数据及时间标记。S2检查数据是否满足预定有效性条件。数据有效时，S3进入运行状态识别；数据异常时，S4记录传感故障。两条路径均形成控制处理请求。控制单元如何响应和恢复，仍需设备设计与试验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204F0-8ACB-4DC8-ABA1-42C276B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68613-F563-4295-A519-1B2D5C37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尚缺：安装位置、采样率、时间窗口、故障门槛、接口及制动与恢复细节。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07500-A879-4D80-BEE5-D20DB17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完整段落与待补参数随交底材料保存，当前不足以制造或控制真实设备。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0FCB8-87E9-436C-8FC4-2089A1F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DE299-81C6-4F84-932C-E3F48BD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6116580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EE8D1-BF2C-4B2F-B7C0-0F45E02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633A2-3FF3-46B8-B8CD-0214D12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技术效果与证据对应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76C96-ECCD-47F8-9796-88E7212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64684-152F-47EA-9CEF-D359F5D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效果表述应有对应结构、对照条件和原始记录支持。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B7D4-EEEA-4162-9449-CABCCF32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333EF-4824-4144-8A26-0A7F68F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数据有效性检查、异常记录与控制请求，分别对应哪些具体部件或步骤？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D958D-F818-493F-B1D4-E8888D2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44C5B-6331-4A2C-B1B8-1460786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DC852-CC47-4CAF-9D32-7CF781E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对照什么方案，记录哪些误报、漏报与处理延迟，保留哪些原始数据？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E0128-3A6B-4C80-B57A-B7B467F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640C6-D21A-4F99-98ED-1071051D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A34DD-75FF-4835-B2D5-19645FC7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没有样机或台架试验，不填写准确率、响应时间或提升比例。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BF2CB-5306-4E8E-8CCB-D9371EA8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3DAA7-461E-4BD9-B00F-2A04C60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本例无性能结果，不填准确率、响应时间或提升百分比。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A9F69-3A80-4DAA-9ACE-EB96D1A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5BE91-3AA0-4A05-AC6D-99313DF5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9806867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9FD7-A2AF-4ABD-B8D2-07EDDFEFA4C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8B4BA-2789-4A35-B875-FA1DB939A42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8F982-70D3-4C52-A23F-DDF60970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B689F-0ED3-44DC-9547-BFED73E5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权利要求的引用关系与图文支持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1EA8D-E5C2-4914-AC12-981DD9A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BC5D-5E63-47A4-B308-A6D8D76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从属权利要求保留所引用项的条件，再增加限定；阅读时须一起核对。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037C6-7A2C-4BD1-95DC-B4D88DC5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权利要求1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多自由度数据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识别振动模式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05CD5-7DA6-4B3F-B2A8-4B7DB8C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权利要求3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引用前项，再加训练模型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5AE75-F900-4513-845B-983868A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权利要求4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引用3，再加特征表示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58B10-C357-45BD-9EED-159C9A5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图只画权3引用权1的路径。权3也可引用权2，本图未画全部组合。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FDEC5-4240-4EEA-98B1-0A8448A5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D4E01-A85F-4EAE-961A-8F046E9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权利要求11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AEB16-7117-44A2-A864-AAFC909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865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引用前述任一项，再增加按运行状态停止。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各引用组合的条件应分别阅读。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EE8A0-09ED-4766-A16C-E0BB575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拟写特征应在说明书和附图找到支持；本例未起草正式权利要求。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8C650-F59C-475C-B437-F4C8F69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真实EP文献的引用关系节选；未画全部组合，不作保护范围或专利性结论。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343F5-4FDD-4A0D-A0A7-21B9A7AD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来源：EP4636367A1，EPO公开原文；专利法第2、6、22、24、26、64条；WIPO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F7B17-5ED8-446D-8647-F8B5B7F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889054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9DD63-C0FE-4E38-8F72-BEBEB5683E2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E1EB6-7D98-4F6C-925D-BB844D64134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1A94C-3EB3-4A72-85A9-955A05B966D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353E7-0D80-4B77-9B64-C6463EBB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36FEC-D81C-4DF1-B638-F46CF982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Patent Agent的实际材料流程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2552-B79B-44EA-A817-361807F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E3C88-91FB-4ECF-B1ED-E257194B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公开原文阅读、教学材料整理与本地文件执行分别留证，交底书保留未决问题。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F9051-5264-4E83-B6EE-72F55EF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公开资料检索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B224F-CCCD-4BFE-82AB-20FBCCB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技术对照与追问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88B9E-35D7-4BF0-A776-3C5A32A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文件结构检查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D2E9C-B1B1-4B04-9B93-F09B125B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75E83-43FA-497D-A054-AC4918E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本轮Codex实际读原文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3655F-6584-43BF-8327-9C4F60C8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课程编写对照及设想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D1F9A-2C31-424F-93E2-0EDF632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本地读取已编写输入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93877-BE93-46E9-BB68-A0D7999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附流程图，保留来源与版本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B92E6-1390-4D18-9436-82D1D0E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实际结果：Word教学草稿已写出，仍待技术事实补充与研究者核对。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5A925-A704-42B6-828B-FFFE9B1E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本地填充脚本没有调用外部模型，没有完成查全、专利性或侵权判断。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467C5-9D5A-4590-94A2-C2E842F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公开检索与文件执行分别留证；Word仍为教学草稿，不代表查新或法律审查完成。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7BDCE-920B-4447-9BE6-A14EBFD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来源：实际文件执行记录，无模型调用；教学假设方案，未实施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D4B25-C794-4DCD-A451-42A19FE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0237672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3614C-8AB7-4E34-BA7E-7966B38DBFF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23862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9A763-CADE-4293-8820-90B365559A6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23862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9E93D-E8EE-4C69-A870-12268CA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53EE5-20C3-456C-98E5-90FB615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公开前的材料与权属核对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D37B2-5528-4148-8548-DEBA7F37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51534-9CC2-473F-9A73-2187783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论文、报告、演示和申请的安排，需要结合单位流程、贡献与既往公开记录一起核对。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693F9-1166-4E03-9C8E-47978D6E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技术事实与完整细节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EE037-DFE9-4533-92E3-FE9B131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贡献、合同与公开记录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DB754-6D27-497E-BADE-27AC74D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单位成果转化部门与专业人员核对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7A309-1766-4F54-B690-A625839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公开前核对申请安排。法定例外有适用条件，不能当作普遍宽限期。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E78A3-EFB0-49B5-8928-E5EED3D7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本节未提交申请或对外披露真实未公开发明；下一节为项目执行与结题。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6C12-3C22-4AE6-8561-0D5B453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EE716-24A7-4779-BA91-46EF722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1394994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D943E-E4ED-48F9-B70F-888EE91652A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DE47B-181A-47DC-8928-643D42759DC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4771A-FD41-4414-AB2E-E64C27635E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9400B-783A-4DFC-A7C3-BAA20109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4587F-2A88-4AB8-B53F-9AFBD1FE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E9D8-876F-4AE6-A8B0-7D9FE21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073A3-189D-45D6-927A-776036E0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25FD-734D-468E-8625-8DEC747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430C-D8B6-4F38-819C-4B4BBDF2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89B26-E515-48F9-93AF-27C2A4E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6934-D46A-43F2-9F65-ADE3BE1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55C63-96D0-4450-BD1E-2921F1B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120C6-03E6-4D2B-BE33-152C82CC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数据、方法、偏差和处理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18FE5-953D-4AD6-8764-287D305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20B0B-7F5F-44E1-8F29-1CFC049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7E8BD-18F9-470D-9E17-1757C21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10EC0-84CC-4EBC-A2F4-3393805E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A7570-C4A1-4F38-951E-5355AA6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063F0-7B87-45BF-BC2D-D911F2C6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7973894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DEC14-70B2-4653-B1C4-D87FFCC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EC7EA-7613-4D9C-81F0-6CE787B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D655A-A6B6-441C-A897-B066203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8B094-6E86-42DB-8984-51D8EC2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903A1-502F-4A6F-BD42-F3AB9FA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2A1A8-F7FC-4A27-9E2F-769FB9D2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402C-DE3C-42F9-B1B7-6BEAA36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F7BEC-A1A5-463B-8693-1D246C8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9BF48-5C13-467B-BE96-25A2840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47DC2-37E0-4890-82AA-E688CA6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2EA6F-4C37-4967-9B37-4F2661B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C2937-5579-4BF4-AC1F-5048956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DEE6F-9BD8-44F8-BE5B-FB620746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79BE0-E111-4676-9BCC-C22B4AA3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6E853-4F9A-421A-837C-BAFB1B02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CCA6B-41CA-4EA1-BB16-486E91AC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5541603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65B5A-F386-4B82-86C0-CC9E08DE584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6BA4D-7F18-4045-BDB3-5FEA7DB5574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26A86-BA5C-4BAA-9B03-2D3FDD9859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4CE02-23EE-4232-94AA-8862E08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E2D59-E8C7-4B87-806C-8E4614C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8CCEE-E548-4E93-9BA2-CF39FB3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D44F8-5EA8-4CCC-BD95-D28EBD3F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D1F7B-6FDA-461A-9982-BD8FF7A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73119-2C04-4883-A92A-E021EF3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28E0-5566-42E3-8676-303842BE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61FD5-01AE-4238-863A-A0607AC6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77D75-FBE3-43A9-8571-9E50EB3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13E33-7594-4414-A2FF-E50DA439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DA1BE-DF4B-406D-BDFD-050C95D2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C10B4-7997-4CE9-8038-CA5CED4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34E88-95BA-43A1-A8C5-06C3722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F52D9-080E-4E98-BDF5-7F2320E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3B645-D847-4961-9C19-34D43B01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41F14-C44C-4DFD-A1C0-C5EA0F3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F5326-DE45-4F25-BF9C-C753E26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0778482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45DE8-B798-4F4D-95BF-AC04766E6E4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4A9C4-497B-431A-A9B4-D56206FCAFC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3F4F2-6522-4FFD-AA3B-421E1ED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B5FB9-AB14-421B-BBBA-7FB4BD31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63CE1-733A-442D-A69D-35C5EBB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22A17-0234-4A3F-BCCC-1AAA890A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9428D-7345-45A9-9C44-97F834FF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9DD9-4BC0-44B6-9CF1-F09CBB1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1438A-4A98-411B-BB56-EC538DF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93643-6702-4BEF-8BBC-65DC024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8EE30-AAB7-4994-B94B-DF6D5E1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4A58D-3768-41FA-993B-76253A70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2A4E9-4C9A-49EA-A4AE-844EB08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F8F72-F0D6-46E8-AF61-058B6806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4752C-AA3A-4CB4-B12B-8A2BDE0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BF181-0009-4B31-B2AE-AC83ADD7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170B6-7C30-40C2-8FAF-263989F9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6050838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58083-A981-4B2D-8AB2-17F0072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2B6DF-5074-4434-8D45-5E1EF6FE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80297-7FA4-4348-BDDA-8CCD653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0D516-27B8-4883-A3E5-4BDB669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每项任务对应到实际附件和具体字段，证据表保留材料已核与待补的区别。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69200-F871-4B3B-9AD0-EDA5DA6E02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A02来源、A03原始CSV、A05纳入表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A04程序、A06计算结果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A03列名缺个体与抽样字段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A08记录待补，当前未判为完成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7937-8C2A-40DA-A8A1-7B28093E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08588-BD49-497D-8F4C-19F6FCA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4C64C-8C61-4008-82A8-5FC05383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1220266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F98AB-4323-42C5-86E1-9F0BD3E9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C851E-C161-426B-AA87-7F90B2A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411F3-103D-4EC6-A3A9-EACFD46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AFDEC-3137-4369-99F4-CF27B1D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A39AF08-4706-4639-BED5-F96272A2C944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49ee703df943e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306B3-0BA5-42C9-A782-5BA9D3CB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D950E-5E2E-429F-9747-CEED3E8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03C1-16E1-460C-8F6D-0889794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7CA1E-0894-4CB5-A888-569152C6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F926D-A8DD-40C9-BF55-82503F8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9019075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1334E-CED4-4D3E-97BF-7CFA686736B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47775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C0A6C-BC68-4A91-8871-85C9A47243F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2F8B2-09BF-4247-8C6F-A0F40C147F2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52826-EADA-4C4A-8E09-2095B1C2CEC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70020-118F-4537-B317-A09505D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671DE-3E80-49E1-860A-3ECBA7CB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文件完整、数字正确以后，还要核对什么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E5F4D-62A8-48CD-B616-AD5470B1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7C8DE-166D-4DD8-BF4C-F72DA196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来源和均值已经核对，仍需查看个体标识与采样记录，才能判断分析假设是否适用。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38FCF-7468-4F61-9A9D-880C304A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核对来源与文件版本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54D9A-BE69-41B6-9C91-132152E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复算筛选与分组均值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4CE0A-64A6-4EC7-8A61-3C6B946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继续查个体与采样依据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0C2A1-ACF5-492D-9855-0CFDB26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M1、M2：材料已核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E0EB3-2541-4709-BC31-B9384C2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M3：仍待补资料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EDF6-2057-4849-B8F9-B68C81AB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附件A02、A03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来源、许可及原文件哈希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F5723-EE7E-429A-B457-93BAF7B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附件A04至A06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146条记录、分组数与差值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AD4CD-7E21-427F-BB10-9A40B3E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附件A08登记缺口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不能凭正确均值确认独立性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18E0C-7AED-497D-B3B7-80C27DEA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当前结论限于所选记录的描述，个体重复、采样依赖和分析假设仍待核。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482F5-D405-46B4-878F-A8A280A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CAC09-F735-4A88-85CA-458E6A50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3459672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4E285-A550-45D3-BDC7-988A58733B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5429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F9088-1B7E-4549-AE5D-CE0A2CF9284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4048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0C09-1D5B-42BB-9BE7-9A0C7076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3EAF5-4F5C-4FF5-B4BF-2066732E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软件成果的版本、贡献与登记材料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EBF63-F24A-4C08-B1C9-1A67A935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456CB-413A-4D11-95C8-9DB18988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台账先记录实际软件和运行证据，再核对本人贡献、权属及登记材料。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E45DE-D56A-413B-8D84-1CC92261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固定教学代码快照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F4282-28BE-41CD-9906-852039D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运行同一份公开CSV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FB726-DACD-4AEB-929A-614CA689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整理材料并保留缺口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A7544-A13E-410F-A388-082F8699D16D}"/>
              </a:ext>
            </a:extLst>
          </p:cNvPr>
          <p:cNvGraphicFramePr/>
          <p:nvPr/>
        </p:nvGraphicFramePr>
        <p:xfrm>
          <a:off xmlns:a="http://schemas.openxmlformats.org/drawingml/2006/main" x="6191250" y="3143250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9055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SW01当前证据与状态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版本定位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2026-10-19教学快照；哈希随包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实际运行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344条输入，146条纳入，雌雄各73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本人贡献及权属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实际人员、职责和归属尚未确认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所需材料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申请表、程序及文档、相关证明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登记状态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未申请；无登记号或证书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897F3-20D8-414A-9B89-9E99E3B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经费与资产另按项目要求核对，软件台账不代替财务审核。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C2DFE-86D2-4DBA-89F0-BFC4C21D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自编教学台账：软件已运行，贡献与权属未确认，未申请登记。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58A19-9216-4707-9222-A1C03F38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pp.97–98/102/104；国家版权局，软件登记办法第9至11条；软件教学快照、实际输出与待补材料；NSFC 2026通告，二、五部分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ACF7C-4FD3-48F8-B4A6-C9B3244E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2159228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7E3F7-F6F5-4F02-80F9-4AAE6FED0AE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B5246-688C-440B-BB77-3D896B2793C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FC9D-0B84-4DFD-AB48-E8BFB308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2A62B-5D87-4860-91FE-643219B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781AB-DDFF-48EF-A774-2340BAB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51DE4-DE94-4E95-89E3-2ECD6D6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本地程序读取任务要求和CSV，保存146条纳入记录、计算结果、9项附件目录及核对Word。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7181-D0BB-4683-98A4-96200DA95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8094ab0c4460a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1F42A-3152-4662-BEDA-67B7E65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C1B3B-97F8-4E5B-BABA-8AA0706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A3EC4-440E-4855-AE78-9C1D96E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12F77-AEE1-4FC9-BD8A-6DC9614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Word、证据表与9项附件目录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EAFA8-3922-4318-B2C0-53C7E65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附件逐项记录路径与哈希。2项已核，1项待补。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1834E-C891-454F-9A4D-9D07D27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C3DB1-020C-412C-AE48-2876D81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3EB03-9C66-4CDE-A35A-3A4AC6C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000566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6E83B-5F0F-4E22-AF02-03166E63E08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492B6-A1D5-4301-A408-9678F6EC0F4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78A72-A901-4179-BDBD-3A59088CC8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016E8-7637-4C97-B12E-FB3ECFF997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57FBD-FB93-47CD-A8F4-E338F4E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F6C42-F5A4-49F6-8459-4AA2B1E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FF967-882C-4DB3-8151-99DA975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4EEC0-3F9E-4B7B-B0AE-E61C54C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817FA-F26D-4BE0-82C5-62113B65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DEA5D-3BCC-45B6-9D62-EBB2F7B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D04AD-EAEC-4ABD-802C-65649E1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F54CD-1508-4E98-92E4-008180D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467D5-61C8-4251-820C-21C93A1A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A72E1-AE97-4C60-828F-D6C62003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E60AF-7CC9-4D5A-B4EB-D8F1D79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CDB44-4C90-4827-AE3E-D37300E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064F6-E4D8-433D-A445-B92BF41E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3BD4B-27DF-45F2-9A56-0E23FBF8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1556856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65C1-6257-4471-A2B0-50B9785F5B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5000625"/>
            <a:ext cx="20955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A3D2-55D0-4D8E-A1EA-A8B7F6A507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5000625"/>
            <a:ext cx="20955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2E5A0-CCEA-4E13-B04A-6D15FF78A85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810250" y="3548063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C3573-97F3-4D4F-831F-DDE034B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50D30-A2F5-4992-AAC3-A00D24E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74503-B962-4718-8D7B-57A5FF8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9DEA-2783-4581-ADC6-799CC30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同一项研究面对不同读者，需要调整背景和讲解顺序，同时保持事实与限定一致。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3682-FA9F-42F7-92FB-B5DC5FC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同一组已核对的研究事实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537D-E248-42E1-A4C4-C340A6D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1170C-36E8-452F-A8BE-A339869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数据、方法与解释范围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C61D8-4B0A-4D39-8597-0D1F1D0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B012-1A06-43FC-877B-5F37FE6D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完成情况、证据与缺口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BC68C-88B6-4963-9A25-AD021DF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普通读者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9591A-F063-4A7B-A882-6545BD3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比较了什么，能说明什么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69C77-59E4-4535-B4D0-3732ACB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贯穿案例为公开企鹅数据的二次计算，三个版本均为自编教学表达。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DF663-CC27-4389-80F6-A0FCA0C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来源：佛罗里达大学2025原始课件；AI编写教学示例，未发布；palmerpenguins公开数据，课程二次计算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4C005-AA9B-49B5-8955-51BA8A7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6995064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1CA8C-5729-432B-BF51-F962A4035F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473A-0023-464A-864D-4A3C4A12F7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34DE-280C-425D-848C-2BBEC21854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95A66-D8EF-440A-90DB-55F7353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5195E-15BB-49DF-BFF9-28D8909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科研报告中的问题与证据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4FF47-8B97-4191-AC33-E419499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F75B6-27EB-4A03-A322-92B95D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从明确问题进入数据和方法，再解释主要结果、适用范围与仍待回答的问题。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5E56-9031-45C8-AA1D-95F51A7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A7A98-D7FF-4665-9A52-C1C8082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01EA-8208-431B-AD4B-686A4EE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读出结果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5C24-8ADD-42CF-B992-FC5BAF5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2CCCD-F283-4EC1-8C08-1C92181F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Adelie雌雄鳍长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平均和分布有何不同？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6C39-4B17-42BA-B9D8-222C47B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公开344条记录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筛得146条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雌雄各73条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FE75-D400-41F7-AB9F-15A7D23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雄减雌4.62毫米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雌21条，雄24条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B13AF-DA48-48CB-BCCD-A352A58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仅作描述统计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采样依赖尚待核对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未作因果识别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CD73-0EC1-48B1-A2A4-EC9E600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背景服务于听懂问题；细节、完整统计和补充图留在可查阅的材料中。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02B5C-26FE-4E1C-B682-9AB0C81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本例只比较所选记录的分组差异，尚未核对采样依赖，不作因果解释。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89866-296A-4EA1-BAC4-7235400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来源：佛罗里达大学2025原始课件；palmerpenguins公开数据，课程二次计算；AI编写教学示例，未发布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2498A-AF4D-4D55-B4DA-60F2532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3133243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62278-E84C-4880-A152-3A8E47A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E252-5861-405E-A239-8B19C4B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科学图中的条件、过程与来源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2F1F-8749-433B-B5F4-DDB4DA8D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20DB-FDD2-4B83-9FAE-C605410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图中的分支和连接应帮助读者理解过程，关键条件与图源需要随图保留。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B6D74-AD38-4A0A-B20D-27645324A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085a8da74b9f"/>
          <a:stretch xmlns:a="http://schemas.openxmlformats.org/drawingml/2006/main"/>
        </p:blipFill>
        <p:spPr>
          <a:xfrm xmlns:a="http://schemas.openxmlformats.org/drawingml/2006/main">
            <a:off x="983742" y="3048000"/>
            <a:ext cx="812901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CA18-7321-42F9-B87C-3DF59DF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6DDFF-37EE-4A7F-8319-54C6745B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分支写明条件，说明何时适用。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60B6-5FD6-4A9E-886B-973B317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C267D-43B8-4492-9C98-EDBC1E8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连接与颜色帮助读者追踪变化。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99F0-A1D4-4AA5-8487-88849D1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E8566-B612-40B0-AD0C-EAB4DDD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作者和年份随图保留，便于回查。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960E-5408-4CFC-8D92-B75018A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左图为UF2025课件第23页原图，用于讲图示范，不是本课程的观测或模拟结果。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AEBB3-5213-4B5C-B605-AFACDAB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013AB-C899-4374-8AC3-16F5923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722464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427EA-C617-4584-99B8-1BE2FB8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0E18B-8D3B-44A4-B7B9-E306404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结果图怎样支持现场解释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9B580-63B8-499B-A36D-6BDDE29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0D7F-8602-4630-8E2D-0E202F2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比较均值时同时展示分布，让听众看到组内变化与两组重叠。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E7F22C-4DD3-4584-A17A-61F538894AC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525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916a75089c42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6296-0C84-4309-A0D6-354503A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90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怎样解释这张图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2CF3-DB17-4E16-A835-EE6AAA1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横轴：每档5毫米。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190至195毫米这一档：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雌性21条，雄性24条。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均值差4.62毫米，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分布仍有重叠。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DF880-3B63-4248-9F30-693C6DB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分箱宽5 mm，两组各73条记录；图由公开CSV实算，无游泳性能或因果结论。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7662D-E274-4230-A4BF-1B95A8E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3D2AB-B91E-4C93-8915-9D114132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7527705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C87C4-D8E9-467F-8C60-809BE09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688C-3797-4C4C-91F1-B022205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同一结果的三种读者版本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24A3B-5662-4782-8048-A38F48F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1928-2B2F-4CC4-AAA1-7D74324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改变的是解释重点，分析对象、数字、单位和证据范围应保持一致。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D4223-ADE1-4E93-8687-22096A331BF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1083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同一事实的不同表达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同行汇报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对palmerpenguins公开数据的146条Adelie记录作描述统计，雌雄各73条。雄性平均鳍长比雌性高4.62 mm。筛选条件、分组结果和程序随材料保存，个体重复与采样依赖尚待核对。该差值描述所选记录，不作因果解释。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项目评审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已完成公开数据筛选和均值复算，保留146条Adelie记录，雌雄各73条，雄性平均鳍长比雌性高4.62 mm。原始CSV、来源记录、程序和结果可逐项核对。个体标识与抽样依据仍需补查，当前未确认总体外推范围。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本次比较使用公开资料中的146条Adelie企鹅记录，雌雄各73条。雄性的鳍状翼平均比雌性长4.62 mm，也就是不到半厘米。平均有差别，不表示每只雄性都比雌性长；这次比较也没有测量游泳快慢。数据由原研究项目采集，本课程只作二次计算。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A16C-D07B-43F2-8C28-2994D7F9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完整段落随Word与Markdown保存，均为教学稿，未代表原作者或项目负责人对外发布。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C7A4B-62EE-4E6F-BE7B-3B6D95E9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0049-9BE8-409F-AC07-01759301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8858195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0401-0E41-4645-9C03-89E5CD46DA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95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44F42-B6F4-4475-BD6A-19F4382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77CB-4206-4A26-8379-A46E2E66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Humanizer修订中的事实核对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346C-F5B7-4AA5-A71D-5B1CE13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2892C-0FC6-4014-95E3-68BE052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删去空泛评价后，句子还需要准确说明对象、实际发现及其解释范围。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5375-6107-46B3-B228-D7A30B2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待改表达（教学反例）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78B0-0F6D-4C08-95DF-FBE1427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根据实际复算修订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CC06-750D-45AD-85E7-5DA481F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本研究取得显著突破，揭示了性别决定鳍长的内在机制。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E011-5A7C-464A-BF2F-BA147B7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在公开数据的所选146条Adelie记录中，雌雄各73条，雄性平均鳍长比雌性高4.62 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该差值描述所选记录，未说明因果机制。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0CC9E-994E-4567-BC9B-77709245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删去无依据的评价，补回数据来源、样本数、单位、比较方向与限定。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C7C26-C814-4ED1-8FFD-0CC1A1E7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左侧为自编错误表达，右侧据实际复算修订；自然表达不能补出缺失的研究证据。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60C92-777F-4B7A-9641-C0A03AE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7A9BB-B182-47C9-B33D-D6E2A65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3335432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F035E-EA6E-4B5D-B96A-0863396B738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001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6CC8-E660-478F-8C4E-E9CFDE7A834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38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34F1-E914-49EB-916A-2549B2F084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738563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F3AB6-13F8-46AF-801F-861ECC9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633DE-A384-47D9-BC8D-9380542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研究者身份与成果入口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089ED-D890-4A1E-9031-0A73EFC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C0F8C-E86D-420E-A480-8092BF8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ORCID用于持续标识研究者，成果条目和个人主页则帮助读者找到具体工作。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A9362-EB54-4EF7-970A-561E6CD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ORCID：持续的研究者标识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E7902-9C45-47DA-B156-CAE7C82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DOI或稳定链接：具体成果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C27A-2560-47AD-B2DB-DFE4490A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单位或个人主页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8F2F-B2E7-4970-8B2A-96F315F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ResearchGate研究条目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881F-911F-44C8-8B17-87F8398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核对本人贡献与作者关联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1193A-5687-4A39-94C2-66CB31E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研究方向、贡献与联系方式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链接到可公开的具体成果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5D071-5FFE-40D9-B03A-2BFD4E9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核对条目归属、分享版本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和内容可见范围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A8B46-9AB3-4220-9C81-227FAAB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关系图用于说明用途，不是实际账号界面；本轮未登录、认领成果或修改平台资料。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B79E5-0842-4CE3-AE46-AAF184B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来源：ORCID官方研究者说明；ORCID官方成果关联说明；ResearchGate官方帮助；DOI基金会官方说明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2B416-B7F3-4425-AEF8-1FB912C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6834260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6A8BC-10C3-452C-B45E-4270186F67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7458F-1A7C-4FAF-81BA-E86AFC75F6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E6ED-471A-4F31-8559-2CFF83D007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116FF-586E-475F-8226-07230F6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4FA70-29FA-4291-9134-E55BBD4C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公开版本与传播渠道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8337-9F6C-49AA-BF74-2F1E8FB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3EBCB-552D-42B0-ACEC-1131637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先核对可以公开的内容和版本，再让介绍文字指向论文、数据或报告的稳定入口。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36B9D-F5E6-4E9E-9791-8247A10A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公开内容与版本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AE0F2-96AA-447C-B145-84AE45B8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成果的稳定入口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0079-A923-4534-918C-8CC16E4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面向读者的介绍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46F4-2F14-42DA-B0A9-BE5D463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反馈与更正记录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8083-9A23-4C26-BC2E-C212D0A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核对署名、许可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及未公开信息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D9C79-CD6D-41DE-BCD9-6ACF7D0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论文、数据或报告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链接到对应版本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7A150-6256-429D-90C0-98C0499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按读者补充背景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同时保留来源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28E2-6235-4A44-A328-B35DAE8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保存具体问题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与实际更正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1F249-81D4-4B67-84F7-6552247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预印本、接受稿与出版版本的分享规则可能不同，上传前核对许可。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A35A5-568F-4406-B10E-7BB33E9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论文、专利、报告、学术PPT与科普稿分别核对公开权限，本节未执行任何对外发布。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1136B-F0FC-49F6-BFBE-EF4377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来源：ResearchGate官方版权说明；ResearchGate官方帮助；AI编写教学示例，未发布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AFFFA-7286-4CDA-8A0B-73A7A7B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8001720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9C01-2379-4B58-BE55-A043BABEC01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92BF1-4014-428D-886C-3D3165181C5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E3C4D-9FF2-4060-B260-A4595A6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A5473-D652-4A61-BC73-2BE8536C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可编辑表达示例与核对记录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A624-E454-456F-B7DC-361D87A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D367-A6DE-4C63-BD75-FA3F2CC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三个读者版本、表达修订与分布图讲稿已写入Word，数字定位和实际复算结果一起保存。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8321-4345-4F4C-98FA-F36D93E89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bd3b1e8cf4430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D22C-F057-4C22-BCE8-4829215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7C1C-F657-4BA6-8756-0F70643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公开CSV与原始来源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2AFA-B32F-48EB-8756-0C23CF2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实际复算与锁定字段核对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23BA-576C-4222-8C51-525898E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三个读者版本、修订与讲图稿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94311-6AB6-439E-B410-EC56F07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Word与Markdown可编辑，事实、来源和文件版本随包保留。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489A6-753A-478E-A0FD-5AC06AF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本地脚本完成复算、字段匹配与现成文字整理，没有调用外部模型或自动发布。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F044A-85B1-40C3-831E-7421007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96003-2B5E-45F1-85FB-72BDA503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7004523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01E28-C009-4695-B590-EB67882F559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2B860-D986-4F50-88E1-18C6FB8CE59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A48EB-9D38-4729-8A01-EB2324B13D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9DD1B-E13A-4EFE-848A-AAC982A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E0859-B9CC-4FCB-99DB-F507C0A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围绕公开材料的三个月传播安排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F4CC-91FA-4360-BB8B-0D56726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DC0D-649C-4255-9AB7-ABAE0731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每次增加一项读者需要的信息，同时保留来源、版本和解释范围。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07F0E-7B51-4635-A24E-5DB5483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5980-E9D9-491A-9B2C-DC6FCBB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29D23-5CBD-4296-B103-4CAB2F9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限制答疑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AE0E4-C51D-4A2D-AE5E-6D996B8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第3月末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8F97E-7D91-4E93-8DC1-FDCD418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解释4.62毫米差异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附公开数据与教学标识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57736-2B61-42DB-953A-4700D72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 / 152 / 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记录筛选与排除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代码、单位与版本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748B-2835-478D-B622-6A411DAC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说明未测游泳性能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区分预设与实际问题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5F191-1DCB-45E1-8022-F91E97F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复核链接与复算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保留旧版及原因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再排下一季度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8B34B-6CE7-4DB4-AF11-AE9E549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每次介绍对应可追查的材料，新增发现需要新的研究依据。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44B61-4745-47A1-9DC1-B82EA0E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反馈分别留证：访问统计、具体问题、后续使用。没有测量时写“未测量”。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548E4-560A-445C-A7EB-11FF710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教学安排，四份草稿尚未发布；没有访问、引用或采纳实测数据。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98BEB-B35D-4AE5-BAC1-4080486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来源：佛罗里达大学2025原始课件；UKRI，读者、倾听与评价指导；自编三个月教学安排，未发布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712CA-8392-4E7A-8FCB-E8046CE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687572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EBA5-8F38-433D-8B0B-7EF054DCCC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72625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29677-5897-475D-923C-AFF2D98D5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67250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8CFC6-05F8-44FB-AD64-1D96F14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4948-7A87-40BA-8C7E-46CAD48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本地与云端Agent实际演示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15EA-DAA8-46F8-960D-1FA5C4A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C6A0-2F3C-4958-BD22-3E64F05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以教学申报材料为例，沿着输入、执行记录和结果文件，查看每一步究竟完成了什么。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F6B1-0E29-4DC1-85C7-1A9C2FD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本地文件演示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ACFC-09C4-437D-95F3-0E5DF9B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CF40-34F6-4E88-AB11-91AB380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文件检查与填充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734B-596C-4136-ABC7-AE9AE78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4234-2BAF-4D0C-AE17-A6AC31F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当前输入已经准备好，程序按规则处理，输出可下载、可检查。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7577-F4C7-4AC2-ABDF-8F44ED8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云端工作流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4366-2E6B-4A66-863E-03EE753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151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接入模型与检索后，仍要逐步保存来源、节点结果和文件版本。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71D20-6D5F-4D3C-A39A-B3B06D51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本地固定材料流程已重跑；云端健康接口可用，登录返回401，未创建模型任务。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97B72-C5C9-4F77-BB0E-0FF0284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6682-D3AC-4C84-BC04-74D1872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289908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11B12-D95F-4E74-985B-E4DE95D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D6A4-FD1D-47A9-B55A-8BCBA81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Agent的动作与环境反馈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64F26-3A82-410B-96CC-4B37509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C265F-70D1-40DE-A45D-82D1FFE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模型给出下一步动作后，系统还要执行动作、读取结果，并据此决定后续步骤。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4DE36-B172-44E4-8DBC-BBA01571E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d482716942ad"/>
          <a:stretch xmlns:a="http://schemas.openxmlformats.org/drawingml/2006/main"/>
        </p:blipFill>
        <p:spPr>
          <a:xfrm xmlns:a="http://schemas.openxmlformats.org/drawingml/2006/main">
            <a:off x="995870" y="3143250"/>
            <a:ext cx="829525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530B-A46F-43E0-BFFE-DE5F8BD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603A3-D73A-4E1C-85A5-3C0F492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当前环境、任务与此前动作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589C0-B025-4B8B-BA9E-468BBE24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9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F1B2-2A1F-48AF-A32C-38669B4A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选择对象，并给出具体操作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C9F9C-7FD2-4993-8605-26A05AB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38D97-78CB-4551-A22E-46F8DB1F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执行之后再次读取环境与结果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A3665-E8CA-4F75-B87C-FE8FCAD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原课件用于解释输入与动作关系；本项目没有实现图中的Mind2Web系统。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B60CF-CF68-4E50-A018-98D898D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AB5BD-8704-4C6F-AC0D-6950D74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011281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088E4-CEDA-4249-AA8F-F62B45AD380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D1BD9-B269-4027-B1BE-F811D2F306A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EFA1B-A396-4821-B066-9B53E23B943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13C7-54C1-4A96-BC0F-8A2ABC7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9DCF2-0D9D-4B41-9C03-4292C2F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申报演示的三份输入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EDA2-CA46-4E09-A413-60871C7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9CF2D-E2E2-443E-AC9A-06C6DD1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这次输入是教学指南、已有研究设想和Word模板，三者各有不同用途。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13705-1A0B-4C5F-8F90-8D807DE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12个月内形成可复算流程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评价召回与耗时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9420-4907-47B5-8CF1-47F5FDD9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研究目标与方案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六节已有文字与来源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尚缺的真实研究基础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DFAD-40D5-4089-82CD-4242792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立项依据、研究目标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研究内容、技术路线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考核指标与研究基础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A104-0714-4543-98AC-D4499A7F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9532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核对三者一致后，按模板整理草稿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D04B-157B-4158-8237-2CC6FA0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指南编号TEACH-GRANT-01为课程自编，不能当作当年官方基金指南。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DF70C-0F08-4E1C-8E63-59E94077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357C-DFBA-4EC2-AC92-8A2CF014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1994214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8476-232D-4A2C-9956-1F48D5E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8ADC-073A-4C9F-B6D4-7887ECF8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本地页面到Word的实际操作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C50E-AD3E-434F-A352-84B0A40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5135-0EEB-434A-B7A6-BCDADCC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点击“生成申报草稿”后，页面实际调用本地文件程序，并提供可下载的Word。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72A5-1138-455F-98FB-87E953E79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a2a9d92094287"/>
          <a:stretch xmlns:a="http://schemas.openxmlformats.org/drawingml/2006/main"/>
        </p:blipFill>
        <p:spPr>
          <a:xfrm xmlns:a="http://schemas.openxmlformats.org/drawingml/2006/main">
            <a:off x="1822092" y="3000375"/>
            <a:ext cx="397581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4BEE-5948-4807-B5E7-F7B6F8C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75A00-10E3-4B78-A3AC-10EE51D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程序读取已准备的指南和模板。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86C3-0D3D-4F3D-BFC2-3D122CE5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858AB-2701-4784-9C97-27BFC4F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把给定内容写入Word。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DAD0C-ADE9-46B8-A5BF-28177761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755C7-2C8F-491E-9B0D-926787B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198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文末保留来源和未决问题。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DF8C-0480-48BB-BAAB-35A1A3C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这是本轮实际页面截图；固定材料流程没有调用外部模型。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B05DE-01BC-41BC-9037-AE17C3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5C7ED-380D-4035-AC4C-70C0AF5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74915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F61CD-B8CF-4DE6-B988-B74D7DB31FA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D542-9B6F-440B-847F-DE52DBB420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6109E-7793-4B41-B2F1-5C79685030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3BD21-8689-48C8-81DA-FE92000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C81F3-CB47-4170-BBB4-CC4BB4F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本次运行经过的四个环节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D9D5-8054-46AC-9917-3F980CB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23E6-6E65-4B12-BA20-36151AFF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运行记录说明程序做了哪些检查；研究方案中的技术路线另有自己的内容。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5C939-02B7-451D-A423-99E7389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A4E30-F369-49D9-B07F-E9595BB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0C270-92A2-463D-96CF-F251DC1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保留审阅状态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C5E9F-D44A-4F8A-BDB2-1B5248A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写入Word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F8F3E-6EE2-42FE-B049-A0827EB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intake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读取材料和模板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85E9B-6B7E-43BA-8D9B-57900015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检查指南、来源与章节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F6114-9398-4E1F-967A-DAAA208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outline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仍需研究者审阅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C6DFF-7906-4278-AF1A-01EA232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输出草稿文件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12F9A-D851-4BD9-B352-5145D68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拟研究的技术路线另存于 route.mmd：材料准入 → 参考答案 → 固定比较 → 错误分析 → 人工复核 → 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9FA39-EB46-4E2B-A447-9D372F7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运行事件与研究技术路线分开读，避免把流程完成误解为科研完成。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800B6-CB2E-4C8E-BC27-4CB05FE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F24CA-CA52-42E1-AB65-63E887B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989946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C701-93CD-49DF-8208-16AAFF9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E0FE7-C56D-4AC7-B69C-37B564CF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指南要求与产物的对应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CAC8E-2F5F-4B58-9D00-C5EF930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C351A-B717-4C1A-9C12-DA9E37B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把每条指南要求连到研究目标、交付材料和检验办法，便于检查遗漏。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86D8-9784-43E6-8FAF-2D717AEC039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905250"/>
                <a:gridCol w="5524500"/>
              </a:tblGrid>
              <a:tr h="11072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交付与检验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R1：12个月内形成可复算流程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G1：建立可复算筛选流程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代码、依赖、输入与日志；由另一研究者按说明复跑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R2：评价召回与耗时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G2：独立评价召回与耗时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逐条筛选记录与统计报告；任务和参考答案固定，报告漏检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R3：产物可复用，保留人工判断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G3：保留人工审核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Word、来源账本与审核记录；批准须对应输入和模板版本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5B28-A093-4DCA-9720-BA2461E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映射检查能发现缺项；是否科学可行仍需读具体内容。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DFE97-7A14-4DF6-99BD-401ABB2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12DE-E494-424E-80EA-CB609C9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9753195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5FCA5-3924-40F4-98F9-CB61279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3C125-3D07-41F0-9C2D-2C72655F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Word草稿与尚缺的证据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D626B-A79E-430A-9100-427EDE0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4E4F3-821C-4094-A628-22DADD7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文件已经生成；团队基础、真实查新和研究者签核仍列在问题清单中。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0C9F-3490-45DD-AA74-B38031A90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fcbedea284aff"/>
          <a:stretch xmlns:a="http://schemas.openxmlformats.org/drawingml/2006/main"/>
        </p:blipFill>
        <p:spPr>
          <a:xfrm xmlns:a="http://schemas.openxmlformats.org/drawingml/2006/main">
            <a:off x="1358395" y="3048000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80F41-ADCF-42EF-85CA-73DD190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实际问题清单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C070-B1C5-484D-A580-1996891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A74E4-D993-4EE4-B920-5856F8B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没有提供申请人的真实团队成果。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37E74-AF36-4046-B99E-2F719E4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查新与可行性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E00FB-AC92-4CB3-BDCA-EB49375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62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尚未完成真实文献查新及科学审查。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E418-1B48-4611-97FD-07B4582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29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研究者签核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CC1B9-6088-4C91-8D67-75DBAB7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05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没有签核当前输入和模板版本。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CE397-DD43-441B-90FC-A75871F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教学文字来自给定材料；没有补写团队成果、实验结果或真实签核。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609A5-1BB5-4473-AACF-669C756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CEAE-399E-4B1B-8A19-1C63C44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49271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2652-ABD0-41EA-817B-285C99DA2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48250"/>
            <a:ext cx="3238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F1682-0F40-4A28-A226-00567AD88B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667125"/>
            <a:ext cx="323850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9562B-2835-4FBC-8B3E-782F8B5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FC923-384F-4C43-8664-1154894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本地与Worker中的同源Skill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14E43-06C5-4014-AAD5-26A467C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52A20-CD76-48EC-9A45-097FAC0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24份基础Skill的指令内容已逐份比较，云端健康接口报告的包指纹也与本地一致。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AFDB0-5BD3-4994-9C93-C71B273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University-Skills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24份基础指令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0D8F-033B-4A81-8C6F-D65979A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本地Codex安装目录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11CB-5F60-433A-8F4B-879E539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48375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Worker的Skill包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90B44-143B-4B62-A9AD-18F68E5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逐份比较完整内容和SHA256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69B80-DDD7-4D10-85C8-1CDF92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统一换行后，24份内容一致。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云端报告的包指纹与本地锁文件一致。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11E8-EDDB-473F-8353-B69849E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Skill说明“按什么要求做”；执行器决定“能调用哪些工具”。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E5978-D649-4E55-BCA7-19A41E4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相同指令便于统一要求；工具、模型与运行结果仍需分别检查。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F1F93-76BC-4E06-9375-900BA10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来源：OpenAI官方Skill说明；本地24份指令核对；本轮HTTPS健康200、登录401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277E0-E27F-440A-A173-4B25F54B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2521784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6122-40B6-4A3C-AFE8-C30AC8ED8334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62000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1CA6C-B53D-4281-B05A-7BE736B08A7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B9FED-0EAF-4373-AC97-9813FD2FC68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6C7E7-459C-4863-A4EA-6FA263907D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81F60-F1B0-42A9-81D8-02586B1B8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AE9F8-E28D-4502-8EE6-F77CED9B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12C2-A5CF-482C-974C-0EC4BF3F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Harness怎样管理一次任务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B069-31BA-433F-A79B-E6ECF04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792B5-D1C6-46E9-9214-E067084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Harness是任务周围的执行管理：提供工具，保存过程，并处理失败和继续运行。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2A512-728F-49F4-9A42-A187DA48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34B64-0B1A-42CB-BFF3-43A5414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当前步骤：模型或规则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1B536-97A6-441C-AD5A-418AF94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5885-4EF0-4F54-BAAF-4038CCAD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保存结果和版本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3934-78E3-4050-90E0-38B7D14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检查并继续或重试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29895-C637-46BA-AD56-42BF423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任务执行管理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90203-B9E2-4725-A5B1-5514C7A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工具返回了什么？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文件是否真的存在？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失败发生在哪一步？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4D978-ECF9-4CA7-8CA9-1BBE977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记录包含输入、输出与版本；程序完成状态仍需与科研结论分开。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CA856-4443-4A4E-9A7A-B471BFD6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399E2-0A34-4DE1-8A6D-8226FDA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221474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F43AA-0143-454E-A3DF-88A028E100E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858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0E8A0-1634-4DA2-AB86-2DD33BB173A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38150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A501-2C99-4334-8AD5-C0A7F976184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59C1F-5D1E-47BA-BF77-10C2B03850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A92E4-9A8E-4FD6-8701-AE91B4E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4648-0E50-4960-B759-A67A1E5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Cloudflare承载的工作流结构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D3524-97DB-476A-8417-94996A1B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598E5-753C-4E6C-8464-F4DE363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浏览器提交任务，Worker接收请求；持久任务对象保存节点，按步骤调用模型或导出文件。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78241-F988-4154-9796-4EE16C4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填写材料、查看进度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6FA2F-694B-4647-9013-5B37324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 Worker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接收和检查请求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A39E3-1079-4815-AF78-F180098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持久任务对象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保存节点、输入和输出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0B1B6-F373-427F-8788-875C800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DeepSeek deepseek-flash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1861D-01FF-4A50-8040-8BAE1E62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文件导出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Word或Markdown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B2423-F45A-40A6-9A9E-5E38A9D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后台alarm按步骤继续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页面读取已经保存的进度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B87-8958-4B3D-9C20-D1E65BD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模型负责生成文字；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项目代码检查并导出。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B8C79-8DB9-4EBD-A818-ADD1C4E7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这里是依据代码绘制的结构图；不是云端任务执行截图。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05C2C-ECF5-46B8-BB39-5C80A11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B8B82-8E54-4C4A-BFB1-B9114B4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3551616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568EC-0BDC-4FF6-8619-0B0F037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43BDD-6A55-42C9-9871-E71E880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云端本轮核验到哪一步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6FD60-C7AC-4EF2-83E8-3BE09D5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9398-B588-4423-AE87-BA466DE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健康接口返回200并报告DeepSeek配置；项目登录请求返回401，本轮未能创建云端模型任务。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4909-6DA5-4A7C-BBA3-29E1378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本轮实际请求及其含义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FBE4-7954-42BC-BB0C-5ED2621A6AEB}"/>
              </a:ext>
            </a:extLst>
          </p:cNvPr>
          <p:cNvGraphicFramePr/>
          <p:nvPr/>
        </p:nvGraphicFramePr>
        <p:xfrm>
          <a:off xmlns:a="http://schemas.openxmlformats.org/drawingml/2006/main" x="762000" y="3810000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实际检查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返回结果及可证明的范围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公开健康接口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HTTPS返回200，服务可响应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当前模型配置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deepseek-flash已配置；MiniMax停用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持久化绑定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绑定存在；当前未验证任务恢复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项目登录请求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HTTPS返回401，未获得登录会话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本轮模型任务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未创建、未调用；不据健康响应认定跑通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2E0B-79B4-4C54-AB8B-0F97217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200对应服务健康响应，401对应登录未通过；两项均保存原始状态与核验时间。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6B4D-CBAB-4F43-9B82-B4ABC48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来源：本轮HTTPS健康200、登录401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AF22B-381F-4EFF-979E-7F306A4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0696670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F96FC-001E-48A9-9679-88A0CF468E2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E9422-3E57-4BA8-97EE-5B1EB8A1BF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DE525-DE96-4A28-B5F3-A621038AE9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86202-4179-419B-9546-347E153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52EB-B69E-4C03-BC20-A57C38F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一次提交后的后台执行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66EC7-57DB-4446-904D-77C4B00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D3D4F-7232-4042-9640-3514D00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网页负责展示状态，后台按节点保存结果，再继续下一步；刷新页面无需逐节点确认。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84AB-EE4F-493E-97D6-3A019C9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902B2-64EF-4E60-98C9-5A53668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逐节点执行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E149-9498-40F8-84E6-38E84E7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保存当前结果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D512C-D95D-4DB5-B282-66E99E7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DF917-FD7B-46AE-9119-C8D77DF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网页创建任务后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读取后台进度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86718-0598-430C-8B2A-F8B6DD2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需要检索时先检索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再处理模型节点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937F-D3C9-4840-8FE5-4504385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保存后安排下一节点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刷新网页可再读取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E8EC-D796-43AE-A81D-6169709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完成节点后生成文件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问题仍随草稿保留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5A7BB-11B7-442F-9094-11457C2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当前应用的失败处理：失败 → 自动重试1次 → 再失败则停止并保留原因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1EC6D-2558-4C96-B287-D7654B2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此页讲当前代码的自动流程；12项定向测试使用模型和存储夹具。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6B01F-EC03-4800-9650-C9E88B5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8997A-90EA-4B90-8CD4-CD53392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5085685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C163-70DA-4799-94C6-A73A1DFDC3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3198-F61C-4B92-B188-95A573FF0D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A9DE1-E7F9-4AFE-9B5E-C021C88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80C89-4696-4F08-9D5B-5BCA033B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节点文字修订与事实保留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8F7A0-9913-4E2B-AAE3-000D5A9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F958-F115-4698-8D76-496363E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表达修订后，程序比较数字、来源编号和章节结构；研究者还需检查语义有没有变化。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B0F9-C705-4055-A3FB-B2BF044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节点初稿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E032B-E5F7-4377-BC30-5386364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自动修订表达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CD7FD-015D-4192-B6FB-DF8112B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检查数字与来源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4F5E-3B19-48B2-9F52-671F4A6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教学测试原句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45DF3-0373-42E3-B7EA-0C23D18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342条记录，均值3700.7 g。</a:t>
            </a:r>
          </a:p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来源编号：D1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206A1-0FE0-4D78-A608-D90827B2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实际夹具测试中的拒绝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0923B-BB40-4A0E-8CFC-6AD8D4D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 → 343：数字改变，拒绝。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D1 → D2：来源改变，拒绝。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14F7E-A292-4B29-AEFD-6DCAB92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仍需逐句读：数字没变，也可能把“相关”写成“导致”。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A1FA3-869B-4A08-AA17-3C9A7CF6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机器比对能够发现部分改动，不能证明文字已达到学术要求。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C4049-6DD3-406E-9537-53B2F8C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来源：当前工作区代码快照；12项定向夹具测试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72914-4CC6-44E7-B2C0-5F7181D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9605431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59867-530B-4DD0-A70A-106F2C56F7C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95750" y="65246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F769E-5D3A-41F3-928E-4792C553A35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50958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917D3-D078-4E73-9CC5-307D9D79F1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6671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F5399-3821-4B1E-81CC-BDD4F0A8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5CA29-D5A3-4B7B-9204-9C70274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错误输入的实际拒绝结果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E7F1-9646-4269-B59F-694CB1E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B9A2-9F59-4801-AF47-70696AF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故意改变教学输入后，文件程序拒绝未知来源、指南不一致和未签核正式导出。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DFC59-EC4E-48D9-B1AC-6DB52B2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未知来源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4105-4B4F-4773-90B2-426FE7B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27DFD-9929-43B9-9B31-0072B13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来源编号改为NOT-A-SOURCE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C191-EC47-46B2-84F4-D0FA0E3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623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unknown_source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5AB20-D4E2-4EAE-803B-089F82E8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23B5-ED15-46EE-8B5F-8982BA3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D1EE-2FE3-4D98-91AF-EE79D41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96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改写材料中的指南要求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EFFDE-0902-4C1B-AD17-7A6CE389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911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guide_requirement_mismatch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4A40A-416E-4654-BE7E-8C800AE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未签核正式导出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2E5C-BFB5-409F-BD78-24BBFEA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960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4A500-CFE0-4784-A653-FB9CD7F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483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要求final，但未提供研究者签核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FFAE2-23ED-4B9E-A136-8BD689D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198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final_export_blocked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82DA-01D0-4E54-8E93-E069EF1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这三项实际跑过文件执行器；不等于已经测试了网络、模型或全部故障。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A5DBC-51C3-4BBB-AA63-8B5790C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E41F-CD18-47E3-8B37-889CD98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1791211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FF7CB-7F37-4315-8819-4A9D1EA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6F80-0C40-4268-A625-DD88728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五类任务要分别看运行端和实际文件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0321A-CDBE-4919-9E54-89DF50A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2B2B-5D31-4C8F-A2BC-B02860E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前节五类本地产物已随本节保存快照；8788固定材料演示与Worker模型工作流各有自己的输出范围。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6C3BA-5E49-488D-A278-43899F0AD79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7540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本课程已有本地产物快照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Worker代码中的导出范围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 / Grant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第10节：Word、路线与问题清单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/ Paper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第9节：清稿、标记稿及回复Word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 / Patent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第11节：交底Word及其流程附图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配图 / Figure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第8节：7幅原生图及可编辑路线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绘图方案Markdown；不执行绘图代码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 / Closeout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第12节：Word、证据表与附件目录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结题草稿Markdown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E320-88A3-44D7-A76A-C985C56E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前节文件本轮只复制核对，未重跑；8788本轮生成三份Word，Worker本轮未创建模型任务。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315EA-B715-4455-B933-B129261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来源：本轮本地HTTP、文件与拒绝记录；当前工作区代码快照；12项定向夹具测试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4945C-C64D-4BBE-82B8-414A2FF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9504906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16C1-2134-4323-9837-3093D36A79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795E-F505-42C9-B532-CEB7DBB2E81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168B2-504E-4DFF-B3EC-3210F587FE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C5029-2E98-4BA9-9112-97E8988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5111-EB4E-47A9-84FC-DEC60EA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可复查的演示材料包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06F54-5980-4E7A-BDD7-E565813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B80E-FE43-4F25-AEDB-7D7CC52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保留这次用的材料、指令版本、运行结果和问题清单，下一次才能检查变化来自哪里。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E8605-034F-46D2-880F-E7479EA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BA566-4279-4B94-BFC8-E131A8C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指令与程序版本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7A66-02D7-48C7-BBCD-B312F65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A54B3-138A-44C9-BE93-4F3983E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交付文件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FFA7-7A44-4C64-8016-789CFCB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指南、研究材料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与模板原件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325A-2046-4563-AB46-BC0E46D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Skill内容及指纹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本轮程序快照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01A34-800E-4B8D-8903-FD39CFC6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节点输入和输出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失败原因与重试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582B5-28B3-464E-9E43-6E14DC1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问题清单与预览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50CC9-EAA3-42B2-BEA5-718F95E2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改了材料或模板，就产生新记录，并重新检查对应文件。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0103B-4C35-4ED1-B5D4-8C60288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实际授课前复查服务、模型和文件；保留未核验项，不把旧记录说成现场运行。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A95CF-5551-4874-8F6B-77F7B7D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B67CD-B772-4D97-8B69-1E5E4B5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1453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00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240</ap:Slides>
  <ap:Notes>240</ap:Notes>
  <ap:HiddenSlides>0</ap:HiddenSlides>
  <ap:SharedDoc>false</ap:SharedDoc>
  <ap:DocSecurity>0</ap:DocSecurity>
</ap:Properties>
</file>

<file path=docProps/s00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2026-10-19T01:58:27.5900000Z</dcterms:created>
  <dcterms:modified xsi:type="dcterms:W3CDTF">2026-10-19T01:58:27.5900000Z</dcterms:modified>
</coreProperties>
</file>

<file path=docProps/s01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1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2026-10-19T07:29:08.8880000Z</dcterms:created>
  <dcterms:modified xsi:type="dcterms:W3CDTF">2026-10-19T07:29:08.8880000Z</dcterms:modified>
</coreProperties>
</file>

<file path=docProps/s02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2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2026-10-17T13:56:02.5690000Z</dcterms:created>
  <dcterms:modified xsi:type="dcterms:W3CDTF">2026-10-17T13:56:02.5690000Z</dcterms:modified>
</coreProperties>
</file>

<file path=docProps/s03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3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2026-10-17T14:30:47.2690000Z</dcterms:created>
  <dcterms:modified xsi:type="dcterms:W3CDTF">2026-10-17T14:30:47.2690000Z</dcterms:modified>
</coreProperties>
</file>

<file path=docProps/s04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4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2026-10-19T10:19:08.8010000Z</dcterms:created>
  <dcterms:modified xsi:type="dcterms:W3CDTF">2026-10-19T10:19:08.8010000Z</dcterms:modified>
</coreProperties>
</file>

<file path=docProps/s05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5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2026-10-19T10:32:58.5680000Z</dcterms:created>
  <dcterms:modified xsi:type="dcterms:W3CDTF">2026-10-19T10:32:58.5680000Z</dcterms:modified>
</coreProperties>
</file>

<file path=docProps/s06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6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2026-10-19T11:39:58.2050000Z</dcterms:created>
  <dcterms:modified xsi:type="dcterms:W3CDTF">2026-10-19T11:39:58.2050000Z</dcterms:modified>
</coreProperties>
</file>

<file path=docProps/s07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7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2026-10-19T11:52:43.2870000Z</dcterms:created>
  <dcterms:modified xsi:type="dcterms:W3CDTF">2026-10-19T11:52:43.2870000Z</dcterms:modified>
</coreProperties>
</file>

<file path=docProps/s08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8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2026-10-19T12:10:05.4230000Z</dcterms:created>
  <dcterms:modified xsi:type="dcterms:W3CDTF">2026-10-19T12:10:05.4230000Z</dcterms:modified>
</coreProperties>
</file>

<file path=docProps/s09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9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2026-10-19T13:15:46.0520000Z</dcterms:created>
  <dcterms:modified xsi:type="dcterms:W3CDTF">2026-10-19T13:15:46.0530000Z</dcterms:modified>
</coreProperties>
</file>

<file path=docProps/s10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0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2026-10-19T13:44:53.3840000Z</dcterms:created>
  <dcterms:modified xsi:type="dcterms:W3CDTF">2026-10-19T13:44:53.3840000Z</dcterms:modified>
</coreProperties>
</file>

<file path=docProps/s11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1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2026-10-19T14:25:21.8380000Z</dcterms:created>
  <dcterms:modified xsi:type="dcterms:W3CDTF">2026-10-19T14:25:21.8380000Z</dcterms:modified>
</coreProperties>
</file>

<file path=docProps/s12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2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2026-10-19T16:22:15.5570000Z</dcterms:created>
  <dcterms:modified xsi:type="dcterms:W3CDTF">2026-10-19T16:22:15.5570000Z</dcterms:modified>
</coreProperties>
</file>

<file path=docProps/s13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3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2026-10-19T16:35:11.5810000Z</dcterms:created>
  <dcterms:modified xsi:type="dcterms:W3CDTF">2026-10-19T16:35:11.5810000Z</dcterms:modified>
</coreProperties>
</file>

<file path=docProps/s14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4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2026-10-19T16:53:11.4230000Z</dcterms:created>
  <dcterms:modified xsi:type="dcterms:W3CDTF">2026-10-19T16:53:11.4240000Z</dcterms:modified>
</coreProperties>
</file>