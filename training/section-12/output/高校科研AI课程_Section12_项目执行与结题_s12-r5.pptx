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b4a0f390d49f2" /><Relationship Type="http://schemas.openxmlformats.org/officeDocument/2006/relationships/extended-properties" Target="/docProps/app.xml" Id="R2f1abc27868d40d9" /><Relationship Type="http://schemas.openxmlformats.org/officeDocument/2006/relationships/officeDocument" Target="/ppt/presentation.xml" Id="R1d6b8b198c99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31b50fded47e8"/>
  </p:sldMasterIdLst>
  <p:notesMasterIdLst>
    <p:notesMasterId xmlns:r="http://schemas.openxmlformats.org/officeDocument/2006/relationships" r:id="R2637f436a5a949d9"/>
  </p:notesMasterIdLst>
  <p:sldIdLst>
    <p:sldId xmlns:r="http://schemas.openxmlformats.org/officeDocument/2006/relationships" id="256" r:id="R48fbff6541b3484b"/>
    <p:sldId xmlns:r="http://schemas.openxmlformats.org/officeDocument/2006/relationships" id="257" r:id="Rad2f616c07df4dce"/>
    <p:sldId xmlns:r="http://schemas.openxmlformats.org/officeDocument/2006/relationships" id="258" r:id="R450e3decd26b4a30"/>
    <p:sldId xmlns:r="http://schemas.openxmlformats.org/officeDocument/2006/relationships" id="259" r:id="R9972d5222b484def"/>
    <p:sldId xmlns:r="http://schemas.openxmlformats.org/officeDocument/2006/relationships" id="260" r:id="R731c0105920144c5"/>
    <p:sldId xmlns:r="http://schemas.openxmlformats.org/officeDocument/2006/relationships" id="261" r:id="R366114a9b924450a"/>
    <p:sldId xmlns:r="http://schemas.openxmlformats.org/officeDocument/2006/relationships" id="262" r:id="R6eebce3de05745da"/>
    <p:sldId xmlns:r="http://schemas.openxmlformats.org/officeDocument/2006/relationships" id="263" r:id="R72a898aeb58d47a6"/>
    <p:sldId xmlns:r="http://schemas.openxmlformats.org/officeDocument/2006/relationships" id="264" r:id="R0d386555e9a1469e"/>
    <p:sldId xmlns:r="http://schemas.openxmlformats.org/officeDocument/2006/relationships" id="265" r:id="R1b59148f65544ae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1eab707a94892" /><Relationship Type="http://schemas.openxmlformats.org/officeDocument/2006/relationships/slideMaster" Target="/ppt/slideMasters/slideMaster1.xml" Id="R2c031b50fded47e8" /><Relationship Type="http://schemas.openxmlformats.org/officeDocument/2006/relationships/notesMaster" Target="/ppt/notesMasters/notesMaster1.xml" Id="R2637f436a5a949d9" /><Relationship Type="http://schemas.openxmlformats.org/officeDocument/2006/relationships/presProps" Target="/ppt/presProps.xml" Id="Rd3e867ca61f64fee" /><Relationship Type="http://schemas.openxmlformats.org/officeDocument/2006/relationships/tableStyles" Target="/ppt/tableStyles.xml" Id="R6308be1447fd4ca6" /><Relationship Type="http://schemas.openxmlformats.org/officeDocument/2006/relationships/slide" Target="/ppt/slides/slide1.xml" Id="R48fbff6541b3484b" /><Relationship Type="http://schemas.openxmlformats.org/officeDocument/2006/relationships/slide" Target="/ppt/slides/slide2.xml" Id="Rad2f616c07df4dce" /><Relationship Type="http://schemas.openxmlformats.org/officeDocument/2006/relationships/slide" Target="/ppt/slides/slide3.xml" Id="R450e3decd26b4a30" /><Relationship Type="http://schemas.openxmlformats.org/officeDocument/2006/relationships/slide" Target="/ppt/slides/slide4.xml" Id="R9972d5222b484def" /><Relationship Type="http://schemas.openxmlformats.org/officeDocument/2006/relationships/slide" Target="/ppt/slides/slide5.xml" Id="R731c0105920144c5" /><Relationship Type="http://schemas.openxmlformats.org/officeDocument/2006/relationships/slide" Target="/ppt/slides/slide6.xml" Id="R366114a9b924450a" /><Relationship Type="http://schemas.openxmlformats.org/officeDocument/2006/relationships/slide" Target="/ppt/slides/slide7.xml" Id="R6eebce3de05745da" /><Relationship Type="http://schemas.openxmlformats.org/officeDocument/2006/relationships/slide" Target="/ppt/slides/slide8.xml" Id="R72a898aeb58d47a6" /><Relationship Type="http://schemas.openxmlformats.org/officeDocument/2006/relationships/slide" Target="/ppt/slides/slide9.xml" Id="R0d386555e9a1469e" /><Relationship Type="http://schemas.openxmlformats.org/officeDocument/2006/relationships/slide" Target="/ppt/slides/slide10.xml" Id="R1b59148f65544a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dc14c846a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cee57d03c41ee" /><Relationship Type="http://schemas.openxmlformats.org/officeDocument/2006/relationships/notesMaster" Target="/ppt/notesMasters/notesMaster1.xml" Id="Rc68dbf17794f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7c985a33234e6c" /><Relationship Type="http://schemas.openxmlformats.org/officeDocument/2006/relationships/notesMaster" Target="/ppt/notesMasters/notesMaster1.xml" Id="Re559d17705ea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048b374db4958" /><Relationship Type="http://schemas.openxmlformats.org/officeDocument/2006/relationships/notesMaster" Target="/ppt/notesMasters/notesMaster1.xml" Id="Rc6563f32c692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a0e0eee8014a26" /><Relationship Type="http://schemas.openxmlformats.org/officeDocument/2006/relationships/notesMaster" Target="/ppt/notesMasters/notesMaster1.xml" Id="R92b8a255677746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98253deb2d4f02" /><Relationship Type="http://schemas.openxmlformats.org/officeDocument/2006/relationships/notesMaster" Target="/ppt/notesMasters/notesMaster1.xml" Id="R3c970817c0ee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54c2f6a074b26" /><Relationship Type="http://schemas.openxmlformats.org/officeDocument/2006/relationships/notesMaster" Target="/ppt/notesMasters/notesMaster1.xml" Id="Rea1d7ce3339e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e1601b2dd4995" /><Relationship Type="http://schemas.openxmlformats.org/officeDocument/2006/relationships/notesMaster" Target="/ppt/notesMasters/notesMaster1.xml" Id="R540d635c531641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70b287af5e49a0" /><Relationship Type="http://schemas.openxmlformats.org/officeDocument/2006/relationships/notesMaster" Target="/ppt/notesMasters/notesMaster1.xml" Id="R9745dffd7eb24a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b1774d12c4516" /><Relationship Type="http://schemas.openxmlformats.org/officeDocument/2006/relationships/notesMaster" Target="/ppt/notesMasters/notesMaster1.xml" Id="Radbf6eab41a6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9b0e5dc8f643d7" /><Relationship Type="http://schemas.openxmlformats.org/officeDocument/2006/relationships/notesMaster" Target="/ppt/notesMasters/notesMaster1.xml" Id="Rac17b0d0e644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本页SW01取自课程Section 7描述统计脚本，按本轮快照实际执行，输入344条、纳入146条、雌雄各73；代码、输入、输出和哈希在software-packet。教学快照不作为软件开发完成日期、著作权人或登记软件版本认定。贡献与权属材料尚缺，不补填人员或单位，不将Codex写为法律作者。本页借国家版权局办法第九至十一条说明申请表、程序及文档、相关证明三类材料；实际只提供短脚本和教学功能说明，未填官方申请表或制作正式交存页。没有申请、登记号或证书。成果台账另区分外部Gorman论文与Section 11交底教学草稿，均不计为本人的论文或专利成果。内部整理和软件登记结果不同，项目关联、本人贡献及成果计入要求另按真实材料确认。经费与资产仍须由负责人会同科研、财务、资产部门核对，账目、决算、合作单位和资产材料不被软件台账代替。本案例无实际经费，不填写金额或宣称财务审核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国家版权局《计算机软件著作权登记办法》</a:t>
            </a:r>
          </a:p>
          <a:p xmlns:a="http://schemas.openxmlformats.org/drawingml/2006/main">
            <a:r>
              <a:t>https://www.ncac.gov.cn/xxfb/flfg/bmgz/202410/t20241015_869486.html</a:t>
            </a:r>
          </a:p>
          <a:p xmlns:a="http://schemas.openxmlformats.org/drawingml/2006/main">
            <a:r>
              <a:t>定位：2026-10-19读第四、七至十一、二十条；材料类别和状态区分，不判断本例适格性、贡献或权属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本轮软件教学快照与实际执行</a:t>
            </a:r>
          </a:p>
          <a:p xmlns:a="http://schemas.openxmlformats.org/drawingml/2006/main">
            <a:r>
              <a:t>local:training/section-12/software-packet/snapshot.json</a:t>
            </a:r>
          </a:p>
          <a:p xmlns:a="http://schemas.openxmlformats.org/drawingml/2006/main">
            <a:r>
              <a:t>定位：代码与数据哈希、source/python-output、成果台账、登记材料核对；无登记申请或证书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d45b4157b46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a29073d7842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40426cfe245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dfb10836845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6ab1d55164b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585c9fb4a46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EE31ED-292C-444A-BAB8-CBBE291A0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5BC96E-F95E-48C7-A6C9-3A10326036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13A0A4-475F-4585-9A5B-7600D68CC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0BE53-9F05-41FB-9DBF-3FC816F2D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4A57B4-D5B7-42D6-8F4A-296E5B56E8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1BCDCC-2685-44D7-81FA-F71C06980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D787DE-7F53-41AE-9FC0-072F18DA5E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6DAD67-FDED-4280-AF1B-8EFF313203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DC1C23-8E7E-4433-818B-389CE62B6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8BBB5E-7506-4ABF-BDBE-6D5274208F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2891b7bd04363" /><Relationship Type="http://schemas.openxmlformats.org/officeDocument/2006/relationships/slideLayout" Target="/ppt/slideLayouts/slideLayout1.xml" Id="Rcca470a434ec46c7" /><Relationship Type="http://schemas.openxmlformats.org/officeDocument/2006/relationships/slideLayout" Target="/ppt/slideLayouts/slideLayout2.xml" Id="R07ed3261c095404b" /><Relationship Type="http://schemas.openxmlformats.org/officeDocument/2006/relationships/slideLayout" Target="/ppt/slideLayouts/slideLayout3.xml" Id="Rf5d72e186bc645f3" /><Relationship Type="http://schemas.openxmlformats.org/officeDocument/2006/relationships/slideLayout" Target="/ppt/slideLayouts/slideLayout4.xml" Id="R09b442cbd4104a3e" /><Relationship Type="http://schemas.openxmlformats.org/officeDocument/2006/relationships/slideLayout" Target="/ppt/slideLayouts/slideLayout5.xml" Id="R68cb9f7958834dee" /><Relationship Type="http://schemas.openxmlformats.org/officeDocument/2006/relationships/slideLayout" Target="/ppt/slideLayouts/slideLayout6.xml" Id="Raa7e04f01b0342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470a434ec46c7"/>
    <p:sldLayoutId xmlns:r="http://schemas.openxmlformats.org/officeDocument/2006/relationships" id="2147483650" r:id="R07ed3261c095404b"/>
    <p:sldLayoutId xmlns:r="http://schemas.openxmlformats.org/officeDocument/2006/relationships" id="2147483651" r:id="Rf5d72e186bc645f3"/>
    <p:sldLayoutId xmlns:r="http://schemas.openxmlformats.org/officeDocument/2006/relationships" id="2147483652" r:id="R09b442cbd4104a3e"/>
    <p:sldLayoutId xmlns:r="http://schemas.openxmlformats.org/officeDocument/2006/relationships" id="2147483653" r:id="R68cb9f7958834dee"/>
    <p:sldLayoutId xmlns:r="http://schemas.openxmlformats.org/officeDocument/2006/relationships" id="2147483654" r:id="Raa7e04f01b0342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78edeebca49c8" /><Relationship Type="http://schemas.openxmlformats.org/officeDocument/2006/relationships/notesSlide" Target="/ppt/notesSlides/notesSlide1.xml" Id="Rd7f847242fdc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0f60622284dfe" /><Relationship Type="http://schemas.openxmlformats.org/officeDocument/2006/relationships/notesSlide" Target="/ppt/notesSlides/notesSlide2.xml" Id="Rb2187062bb71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4c810f6d94ba5" /><Relationship Type="http://schemas.openxmlformats.org/officeDocument/2006/relationships/notesSlide" Target="/ppt/notesSlides/notesSlide3.xml" Id="Ra8cd96c48c66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853c2744d476e" /><Relationship Type="http://schemas.openxmlformats.org/officeDocument/2006/relationships/notesSlide" Target="/ppt/notesSlides/notesSlide4.xml" Id="Re3ffbbffe0bb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515cdb884415c" /><Relationship Type="http://schemas.openxmlformats.org/officeDocument/2006/relationships/notesSlide" Target="/ppt/notesSlides/notesSlide5.xml" Id="R1a66ea08161a4c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1f73442ed4218" /><Relationship Type="http://schemas.openxmlformats.org/officeDocument/2006/relationships/chart" Target="/ppt/slides/charts/chart1.xml" Id="R36bb33cacd664bd9" /><Relationship Type="http://schemas.openxmlformats.org/officeDocument/2006/relationships/notesSlide" Target="/ppt/notesSlides/notesSlide6.xml" Id="Rafc23c93297c44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18365eb4c4b1e" /><Relationship Type="http://schemas.openxmlformats.org/officeDocument/2006/relationships/notesSlide" Target="/ppt/notesSlides/notesSlide7.xml" Id="R9ebf6c5a34a44d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ac5c6e02b48b4" /><Relationship Type="http://schemas.openxmlformats.org/officeDocument/2006/relationships/notesSlide" Target="/ppt/notesSlides/notesSlide8.xml" Id="Rb4438f9596164a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0738c53c1437d" /><Relationship Type="http://schemas.openxmlformats.org/officeDocument/2006/relationships/image" Target="/ppt/media/image.png" Id="R6014976cd2ff4bb1" /><Relationship Type="http://schemas.openxmlformats.org/officeDocument/2006/relationships/notesSlide" Target="/ppt/notesSlides/notesSlide9.xml" Id="R2c8265f4f5db44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0e7e440eb430d" /><Relationship Type="http://schemas.openxmlformats.org/officeDocument/2006/relationships/notesSlide" Target="/ppt/notesSlides/notesSlide10.xml" Id="Rc4f6fb7943e64f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13EBE-94C2-46CC-88AA-417CD614E7E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F40F6-6ED3-4F97-AF13-A804E360747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485D0-4F6A-4CFD-B5A6-DA426D5EFB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307C4-7650-4D5C-9DCD-A12EBE95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75318-8796-4F14-84B1-54C418A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BD3F5-C760-40B6-9499-B48C8AA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B6A9A-9DD2-42AC-B185-F557BF2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0841-8E0E-4A8D-BFFF-85AD3C2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06A5-F9B6-485E-996B-9DEFBE8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8B46-B97A-4BCE-890F-67E5D5E5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009E8-F8F2-4383-BBA8-1230DEC6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3247-4F79-4E23-A303-B3621A76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E7872-F3E7-438E-B15B-0D93358B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数据、方法、偏差和处理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7A638-7D86-4D8A-97AC-6C42FA6A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9D4D2-68B6-4FD3-90FD-CEB15D9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1A1C4-373C-43D8-A546-B84BF5A2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CEB13-2DED-4B3E-80B3-39B90EC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5F6C1-E9D6-445E-A170-3C10F39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9F078-5CE1-4521-B6DF-150E8AAA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8729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C90F3-1F9E-42E5-B145-34B6D5B2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3FCD2-1288-4E0A-8356-0562921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E4098-0445-481C-8E15-7115942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42440-EEC1-461A-8386-278BB24A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F3DD2-AAD7-4F62-A801-6E1191D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78D70-6766-445C-9CE9-7829EE1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569A6-F8E9-4443-A8D9-2CF8C204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527F8-220C-4009-90F8-75D56624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3BA6E-46B8-457C-B5A4-B1099A0C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9646C-BAE0-4265-98E0-7E109660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47EE2-1C20-4336-9305-C22367E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509D6-B2FD-4E66-9848-72383B7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92988-584A-42A2-96B8-E16A0CE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B5619-DC53-4B53-9499-38987758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5C43E-1BDE-4D3D-AB1D-854296BD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DEFBD-1475-4D64-8AE6-AC56D4E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4720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CAF5F-9A38-4B38-AC89-667E5F91EE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C4E7A-3670-4959-9BD8-4499AD7DAFD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54AEB-0FEE-4A70-B1A8-546B38FB315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BFFB7-5701-4EDD-956B-370B7C4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000F-0E83-474F-9B43-EA737B6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0492F-1BE8-4B71-90B3-59BCA07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773A4-97D2-4C4B-9F82-F993BEA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3A9D-158A-4804-B54D-DE5D9182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5E459-1301-4ACF-9EA0-E12562F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367AA-381B-430A-8C03-B22C247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D52DB-72F1-467D-9FC1-69D8906B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EE4D5-F496-474E-8410-E761866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5ADFB-5E25-4E18-8D19-40F1606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98D8B-F97C-4C9E-A62D-7A61B057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F2684-55C5-42DC-8E85-9E6AC0F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7D477-0B33-4953-AEC9-9F3D2A3E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30228-99F6-4EB1-91BD-2892FABC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BB4D6-F84F-4029-A335-6ACEAEE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C6D32-7AC6-4C72-AF6D-99E0879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8A2B9-79E1-4515-84D1-21BEFF53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6579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26EB6-FFFD-4552-AD1E-8F94D1AD370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19063-F635-4D09-9270-609F7C35D4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B077E-A8A6-4A87-A782-C545931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3B5B0-D557-4157-98B5-48C62A7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D57DF-897C-450A-8C6A-4E316AF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3DD54-EAB4-441F-9221-BE84512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C903F-249A-4B4A-B2BC-E3F7C9B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DFE73-4A95-422C-8F80-B1A674E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C0994-CD2F-48D9-A569-17E3F2F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CE1B3-45E4-4D82-94D5-D32C780F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4EAE3-4F90-442C-BC05-1FF669C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17EBC-AEB7-4AC3-BAA5-4E92DCD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2336D-4C6F-4BA0-A0C5-6B78C0C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DB07C-A185-4B88-AE82-B4C1C63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3FD63-B6B9-4382-9EE9-7A2D4B5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532B7-1923-47AE-A61C-A327C1D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9E593-7A6E-4BAE-A870-487C19C8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5201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383EB-319F-4A39-88DD-77D9CF2C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5566F-0619-4AF9-AD6A-987DC1E3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26BF9-8F95-4A8F-A7DD-4C234536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FB84F-7006-4343-9392-AF59ACB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同一张证据表写明条目、文件定位与未决事项，完成状态只对应已经核对的范围。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7EC94-E3FC-495B-92AE-115D71EE00E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来源表、原始CSV与筛选记录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计算结果中分组数、均值与差值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简化CSV缺个体标识和抽样设计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需继续查原始数据及采样记录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5AD57-FF43-4501-891D-E465F97F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DB4A2-1817-4561-9858-B8FC6E89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1D7D3-0F82-4E77-B426-C083045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6544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0441A-B107-4FEA-8076-38C86299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D49A-7606-4D3D-BF08-6D98BCF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8F520-8196-46E3-B789-CEF04BB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DD98C-2EFA-413B-AE23-450BEB2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A86859C-B58A-4FF2-8C93-CDF3CBB9988C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bb33cacd664bd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79115-D63C-4802-A06A-4D2E5063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54554-5BBE-4CD4-A3BF-4799685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92BA7-8608-4F90-80CB-485459E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D3F80-3BCB-465E-A1F8-B31EF87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79F42-5DB2-4672-8AE3-EE18AF5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4714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FA6EB-663E-4D72-BF50-020DC68ECF0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763125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448F5-7C0B-474D-BC5E-2DC9DF2D418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809875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A0644-F62D-41CD-9B39-37CE4B5897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3762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1E8A5-CB82-4472-A198-B87512F0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DA13A-8B72-4410-BB6F-F93057A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偏差、缺口与后续安排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47E9A-0A72-4066-9986-6AA7A699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D0467-E034-4BAD-AAF8-3978766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未完成的工作需要说明当前证据、对结论的影响，以及下一步需要补什么资料。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5531B-FB9C-4D1F-9F45-B5DA74D3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M3缺个体与抽样资料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C7034-46FB-4C55-8931-E9EDEAC0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回查原始记录与采样说明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E72E5-2435-4DF9-8602-8C94672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目前仍标记为待补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6564-C101-4EEE-9A51-246DB06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补齐后复核分析及适用范围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3E86F-0237-44DA-AE09-A3695B42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8855C-AB55-4CDC-A1E0-9FF17EA2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B47D3-5603-4AB2-A6E8-F99270A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对结论的影响：保留描述统计，暂不确认独立性、总体外推或因果解释。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D8333-A915-4802-9D6C-A41A4F6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补资料与修改目标按实际项目管理规定办理，本例没有已批准的变更或延期。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7F127-D6A0-4555-943B-195B95A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0CA16-1E31-4906-AE4D-2E1B620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6158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BD385-1AD3-4470-A633-32248C3C54F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5429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C7F20-2D8D-4E27-A4D7-86305FEFB9A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4048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B878E-CED4-4ECD-9423-110FBB26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F9EE1-4BE9-4DDE-8B9A-F45FF29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软件成果的版本、贡献与登记材料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9C63-1C4B-4B32-930F-26559907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0B540-AF22-4539-80D1-254425C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台账先记录实际软件和运行证据，再核对本人贡献、权属及登记材料。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DB791-FEC3-445A-8B6E-ACF7C12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固定教学代码快照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86C58-BB60-4B5F-85B9-04AA73D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运行同一份公开CSV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D778D-FA7C-4F1F-B8E1-3C4A10BD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整理材料并保留缺口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08FF4-C129-4705-92B7-0E383BA03E4E}"/>
              </a:ext>
            </a:extLst>
          </p:cNvPr>
          <p:cNvGraphicFramePr/>
          <p:nvPr/>
        </p:nvGraphicFramePr>
        <p:xfrm>
          <a:off xmlns:a="http://schemas.openxmlformats.org/drawingml/2006/main" x="6191250" y="3143250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9055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SW01当前证据与状态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版本定位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2026-10-19教学快照；哈希随包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实际运行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344条输入，146条纳入，雌雄各73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本人贡献及权属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实际人员、职责和归属尚未确认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所需材料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申请表、程序及文档、相关证明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登记状态</a:t>
                      </a:r>
                    </a:p>
                  </a:txBody>
                  <a:tcPr marL="133350" marR="133350" marT="95250" marB="762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未申请；无登记号或证书</a:t>
                      </a:r>
                    </a:p>
                  </a:txBody>
                  <a:tcPr marL="133350" marR="133350" marT="95250" marB="762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CC75-39F1-457B-9812-07FAF3B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经费与资产另按项目要求核对，软件台账不代替财务审核。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FCEF8-D6D8-40BD-8A85-5E50091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自编教学台账：软件已运行，贡献与权属未确认，未申请登记。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DC58F-AFC4-4DF5-9E9A-20920DCE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pp.97–98/102/104；国家版权局，软件登记办法第9至11条；软件教学快照、实际输出与待补材料；NSFC 2026通告，二、五部分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E1674-7FBF-476D-AA11-E47F2849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9482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0702E-1307-435D-ABC2-89FC82D22D9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6A9F7-F67C-4CFA-B531-3477E9BCD79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C39D1-0D12-4D95-BCF5-B2D1FF0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E1D4-0EC9-413A-84AD-CBBC2D3B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8F56-2010-43E5-BA6F-AB0589F5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1CE1E-618F-4635-8BEA-A1BEA6C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本地程序已读取任务要求与CSV，完成数值复算、证据对应，并生成材料核对Word。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5172C-B2AA-404B-B21F-85833D895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4976cd2ff4bb1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47516-D555-43F4-8FCA-9873788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17341-40E9-4669-B739-BCE9033A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59CFB-4C68-4983-9605-33B7E7F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EEBC2-90C3-4798-94EA-C8E624E7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7844E-ECCD-4274-BCDB-F6AC799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2项材料已核，1项待补。状态仍为“需要核对”。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83E42-C477-4ABB-9135-A6B9D4A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2188-623E-4CF6-AF15-4DD8E133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D74B3-F4E5-4362-9E84-A89B9A38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0999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58AAC-3D71-4C24-9BA9-5CB10A63551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36183-F2C7-4DC8-A3EA-8D769F6196E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BAE9C-177A-4753-A60C-A4409DE7EFF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5955-3517-47A7-A882-5586A7FFD9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99DC1-61BF-45CE-A42A-70708F25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1500B-4E7B-43FD-A7D6-18405C7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9C80A-47C2-472C-8444-CCB421D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FCA10-5BB6-4ED9-8A91-685A13A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6668A-1FE2-4BC5-93E4-3B74B98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C37B7-AFB9-4C60-B7A9-278892E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31F9B-1A26-425F-9707-D1B42C0F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A486C-F2E8-4D5B-B6D7-DD852D24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9CBC0-ECC9-4D7E-8081-9FDE969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9C778-4C05-46FF-AF4F-3CF3ACB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2A13B-6036-4E10-A98F-1AAD8F7E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B9D92-979E-48A9-8AEC-CCF2A52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D0262-1CD7-429A-9976-ABB3448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6EB66-2B5D-45BC-A752-47E0798C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9070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2026-10-19T06:03:53.6170000Z</dcterms:created>
  <dcterms:modified xsi:type="dcterms:W3CDTF">2026-10-19T06:03:53.6180000Z</dcterms:modified>
</coreProperties>
</file>