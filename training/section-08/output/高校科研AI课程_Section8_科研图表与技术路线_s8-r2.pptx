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e777b4de6b4ed1" /><Relationship Type="http://schemas.openxmlformats.org/officeDocument/2006/relationships/extended-properties" Target="/docProps/app.xml" Id="Rb4f42c3d6d414ba5" /><Relationship Type="http://schemas.openxmlformats.org/officeDocument/2006/relationships/officeDocument" Target="/ppt/presentation.xml" Id="Rd054ee60efef44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754fe283a1471a"/>
  </p:sldMasterIdLst>
  <p:notesMasterIdLst>
    <p:notesMasterId xmlns:r="http://schemas.openxmlformats.org/officeDocument/2006/relationships" r:id="Ra313d76b741a4338"/>
  </p:notesMasterIdLst>
  <p:sldIdLst>
    <p:sldId xmlns:r="http://schemas.openxmlformats.org/officeDocument/2006/relationships" id="256" r:id="R8f4d9869110e4fed"/>
    <p:sldId xmlns:r="http://schemas.openxmlformats.org/officeDocument/2006/relationships" id="257" r:id="R12c0bf276a0242b4"/>
    <p:sldId xmlns:r="http://schemas.openxmlformats.org/officeDocument/2006/relationships" id="258" r:id="R6a606bfde6f64997"/>
    <p:sldId xmlns:r="http://schemas.openxmlformats.org/officeDocument/2006/relationships" id="259" r:id="R57f480c9617341e6"/>
    <p:sldId xmlns:r="http://schemas.openxmlformats.org/officeDocument/2006/relationships" id="260" r:id="R399fcf5e43e8457b"/>
    <p:sldId xmlns:r="http://schemas.openxmlformats.org/officeDocument/2006/relationships" id="261" r:id="R1fb49ce2bc4047e7"/>
    <p:sldId xmlns:r="http://schemas.openxmlformats.org/officeDocument/2006/relationships" id="262" r:id="Rff0e679b56f847d2"/>
    <p:sldId xmlns:r="http://schemas.openxmlformats.org/officeDocument/2006/relationships" id="263" r:id="Rba97c2018fb44625"/>
    <p:sldId xmlns:r="http://schemas.openxmlformats.org/officeDocument/2006/relationships" id="264" r:id="R809ee5df16a84c26"/>
    <p:sldId xmlns:r="http://schemas.openxmlformats.org/officeDocument/2006/relationships" id="265" r:id="R8b5adba166f74e29"/>
    <p:sldId xmlns:r="http://schemas.openxmlformats.org/officeDocument/2006/relationships" id="266" r:id="Ra9057b18cf794d5a"/>
    <p:sldId xmlns:r="http://schemas.openxmlformats.org/officeDocument/2006/relationships" id="267" r:id="R414c4db1e489419f"/>
    <p:sldId xmlns:r="http://schemas.openxmlformats.org/officeDocument/2006/relationships" id="268" r:id="Ra5841fdc142b45ba"/>
    <p:sldId xmlns:r="http://schemas.openxmlformats.org/officeDocument/2006/relationships" id="269" r:id="R2bc5e237fba54595"/>
    <p:sldId xmlns:r="http://schemas.openxmlformats.org/officeDocument/2006/relationships" id="270" r:id="R1693d89a3dce4ccb"/>
    <p:sldId xmlns:r="http://schemas.openxmlformats.org/officeDocument/2006/relationships" id="271" r:id="Re58c1a97b8c14f6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08e7391dc148ea" /><Relationship Type="http://schemas.openxmlformats.org/officeDocument/2006/relationships/slideMaster" Target="/ppt/slideMasters/slideMaster1.xml" Id="R6d754fe283a1471a" /><Relationship Type="http://schemas.openxmlformats.org/officeDocument/2006/relationships/notesMaster" Target="/ppt/notesMasters/notesMaster1.xml" Id="Ra313d76b741a4338" /><Relationship Type="http://schemas.openxmlformats.org/officeDocument/2006/relationships/presProps" Target="/ppt/presProps.xml" Id="Rfcce7709693e42e3" /><Relationship Type="http://schemas.openxmlformats.org/officeDocument/2006/relationships/tableStyles" Target="/ppt/tableStyles.xml" Id="Rcc747818e15f4c05" /><Relationship Type="http://schemas.openxmlformats.org/officeDocument/2006/relationships/slide" Target="/ppt/slides/slide1.xml" Id="R8f4d9869110e4fed" /><Relationship Type="http://schemas.openxmlformats.org/officeDocument/2006/relationships/slide" Target="/ppt/slides/slide2.xml" Id="R12c0bf276a0242b4" /><Relationship Type="http://schemas.openxmlformats.org/officeDocument/2006/relationships/slide" Target="/ppt/slides/slide3.xml" Id="R6a606bfde6f64997" /><Relationship Type="http://schemas.openxmlformats.org/officeDocument/2006/relationships/slide" Target="/ppt/slides/slide4.xml" Id="R57f480c9617341e6" /><Relationship Type="http://schemas.openxmlformats.org/officeDocument/2006/relationships/slide" Target="/ppt/slides/slide5.xml" Id="R399fcf5e43e8457b" /><Relationship Type="http://schemas.openxmlformats.org/officeDocument/2006/relationships/slide" Target="/ppt/slides/slide6.xml" Id="R1fb49ce2bc4047e7" /><Relationship Type="http://schemas.openxmlformats.org/officeDocument/2006/relationships/slide" Target="/ppt/slides/slide7.xml" Id="Rff0e679b56f847d2" /><Relationship Type="http://schemas.openxmlformats.org/officeDocument/2006/relationships/slide" Target="/ppt/slides/slide8.xml" Id="Rba97c2018fb44625" /><Relationship Type="http://schemas.openxmlformats.org/officeDocument/2006/relationships/slide" Target="/ppt/slides/slide9.xml" Id="R809ee5df16a84c26" /><Relationship Type="http://schemas.openxmlformats.org/officeDocument/2006/relationships/slide" Target="/ppt/slides/slide10.xml" Id="R8b5adba166f74e29" /><Relationship Type="http://schemas.openxmlformats.org/officeDocument/2006/relationships/slide" Target="/ppt/slides/slide11.xml" Id="Ra9057b18cf794d5a" /><Relationship Type="http://schemas.openxmlformats.org/officeDocument/2006/relationships/slide" Target="/ppt/slides/slide12.xml" Id="R414c4db1e489419f" /><Relationship Type="http://schemas.openxmlformats.org/officeDocument/2006/relationships/slide" Target="/ppt/slides/slide13.xml" Id="Ra5841fdc142b45ba" /><Relationship Type="http://schemas.openxmlformats.org/officeDocument/2006/relationships/slide" Target="/ppt/slides/slide14.xml" Id="R2bc5e237fba54595" /><Relationship Type="http://schemas.openxmlformats.org/officeDocument/2006/relationships/slide" Target="/ppt/slides/slide15.xml" Id="R1693d89a3dce4ccb" /><Relationship Type="http://schemas.openxmlformats.org/officeDocument/2006/relationships/slide" Target="/ppt/slides/slide16.xml" Id="Re58c1a97b8c1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6c5f4deaeb4e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74fad0cc0d46c9" /><Relationship Type="http://schemas.openxmlformats.org/officeDocument/2006/relationships/notesMaster" Target="/ppt/notesMasters/notesMaster1.xml" Id="Re0df87cfd4814f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86a9c11a04b9b" /><Relationship Type="http://schemas.openxmlformats.org/officeDocument/2006/relationships/notesMaster" Target="/ppt/notesMasters/notesMaster1.xml" Id="Rbd379e4edb8240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bfd169cb2e44ae" /><Relationship Type="http://schemas.openxmlformats.org/officeDocument/2006/relationships/notesMaster" Target="/ppt/notesMasters/notesMaster1.xml" Id="R49143cc39e0443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2417473c284e30" /><Relationship Type="http://schemas.openxmlformats.org/officeDocument/2006/relationships/notesMaster" Target="/ppt/notesMasters/notesMaster1.xml" Id="R270ff57ec67343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b60dbd0a1c46dc" /><Relationship Type="http://schemas.openxmlformats.org/officeDocument/2006/relationships/notesMaster" Target="/ppt/notesMasters/notesMaster1.xml" Id="R58d0da13d39949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7495a43ca84354" /><Relationship Type="http://schemas.openxmlformats.org/officeDocument/2006/relationships/notesMaster" Target="/ppt/notesMasters/notesMaster1.xml" Id="R4593c059e8454b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5187c2cb7e4ee0" /><Relationship Type="http://schemas.openxmlformats.org/officeDocument/2006/relationships/notesMaster" Target="/ppt/notesMasters/notesMaster1.xml" Id="R2afbd4c9433e44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f0aa9421664e39" /><Relationship Type="http://schemas.openxmlformats.org/officeDocument/2006/relationships/notesMaster" Target="/ppt/notesMasters/notesMaster1.xml" Id="R1abe77625b6b40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5da51b7a304532" /><Relationship Type="http://schemas.openxmlformats.org/officeDocument/2006/relationships/notesMaster" Target="/ppt/notesMasters/notesMaster1.xml" Id="R91b4b844ee6142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6a4275dfe5410a" /><Relationship Type="http://schemas.openxmlformats.org/officeDocument/2006/relationships/notesMaster" Target="/ppt/notesMasters/notesMaster1.xml" Id="R7fef87e674104c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791fc1186645eb" /><Relationship Type="http://schemas.openxmlformats.org/officeDocument/2006/relationships/notesMaster" Target="/ppt/notesMasters/notesMaster1.xml" Id="R5979443c5cdb46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b0b7871f544c8d" /><Relationship Type="http://schemas.openxmlformats.org/officeDocument/2006/relationships/notesMaster" Target="/ppt/notesMasters/notesMaster1.xml" Id="R4ca1aefdacb24b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be836441004b04" /><Relationship Type="http://schemas.openxmlformats.org/officeDocument/2006/relationships/notesMaster" Target="/ppt/notesMasters/notesMaster1.xml" Id="R1d691c11b3f940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0a122c1dde4604" /><Relationship Type="http://schemas.openxmlformats.org/officeDocument/2006/relationships/notesMaster" Target="/ppt/notesMasters/notesMaster1.xml" Id="Rd640986cdce644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e72bda25584f4d" /><Relationship Type="http://schemas.openxmlformats.org/officeDocument/2006/relationships/notesMaster" Target="/ppt/notesMasters/notesMaster1.xml" Id="R69d00a5cb5c643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4d2101beb14b44" /><Relationship Type="http://schemas.openxmlformats.org/officeDocument/2006/relationships/notesMaster" Target="/ppt/notesMasters/notesMaster1.xml" Id="R9dd1231597aa49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本节区分数据图、技术路线与机制示意。数据图对应数值和比较；路线说明工作如何完成；机制图呈现假说与待验证关系。来源和材料状态分别标识。图的美观不能替代数据或研究设计。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以同一企鹅数据为例：雌雄差异需看分布，喙长与鳍长关系看散点，各年均值看年份图。说明研究执行过程则用节点和箭头。图型由问题、数据结构和读者任务共同决定，避免看到数字就默认柱图。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左侧female187.79、male192.41毫米，各73条；右侧使用同一146条Adelie完整记录，按5毫米分箱。均值图没有展示原始分布，不能据此判断每个个体或是否存在双峰。这里不把柱高差当作因果效应。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均用187.7945和192.411毫米。左图从0到210，右图180到200。右侧用于解释截断柱长的视觉后果，不作为推荐呈现。数据差仍为4.6164毫米，不能凭截断后的柱长比说雄性是雌性的若干倍。散点或区间图可合理聚焦局部，但要清楚给刻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2026课程所列Rules of Thumb (Ch6)</a:t>
            </a:r>
          </a:p>
          <a:p xmlns:a="http://schemas.openxmlformats.org/drawingml/2006/main">
            <a:r>
              <a:t>https://www.cs.ubc.ca/~tmm/talks/vad/VAD-rules.pdf</a:t>
            </a:r>
          </a:p>
          <a:p xmlns:a="http://schemas.openxmlformats.org/drawingml/2006/main">
            <a:r>
              <a:t>定位：第4页共同尺度位置与平面表达，已渲染查看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n73，均值187.7945，SD5.5950，行独立假设SE0.65485。第三行用该组10000次有放回重抽样均值的2.5%—97.5%分位点186.52—189.05。前两行是mean±SD、mean±SE，第三行不是±SD。三个范围用同一毫米尺度示意。此计算未核实巢内依赖，不能解释为已确认的总体置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定位：标准误和均值区间的解释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显示Adelie雌雄完整记录的喙长与鳍长，各73条，共146点。横轴喙长、纵轴鳍长，均为mm。只显示观测点，不连线、不添加未计算拟合。保留公开数据来源。颜色辅以圆形和方形，减少仅凭颜色辨识的依赖。数据只支持观察关联，没有以性别或喙长的干预建立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图注依据本节第6页。内容包括物种和年份、完整记录范围、每点含义、形状和颜色、两轴单位、无拟合线及数据来源。若使用误差线还需写明定义。这里按期刊图注原则写一个课程示例，不宣称所有期刊的格式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为雌雄分布，B为年份均值，均来自相同146条Adelie完整记录；雌雄各年n为22、25、26。两个面板共享颜色含义，图例不变。A纵轴为记录数，B为mm，不能将纵轴刻度误认为可共用。B连接年组均值，不表示同一个体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显示三种数据含义，不引入科研观测。分类配色不暗示甲乙丙的高低；顺序色阶用亮度变化表达高低；发散色阶围绕0显示方向。颜色之外保留文字或形状。不能仅因颜色鲜艳就用彩虹色表达连续数值。本页是图例教学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2026课程所列Color (Ch10)共享课件</a:t>
            </a:r>
          </a:p>
          <a:p xmlns:a="http://schemas.openxmlformats.org/drawingml/2006/main">
            <a:r>
              <a:t>https://www.cs.ubc.ca/~tmm/talks/vad/VAD-color.pdf</a:t>
            </a:r>
          </a:p>
          <a:p xmlns:a="http://schemas.openxmlformats.org/drawingml/2006/main">
            <a:r>
              <a:t>定位：实际查看第7、21页；共享文件未将全套标为2026新制作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例：仅用所附CSV，限定Adelie且性别、喙长与鳍长完整；横轴喙长mm、纵轴鳍长mm，按性别着色并用不同点形，保留所有观测，不连线、不加拟合；输出代码、图注和数据来源。代码实际运行后核对记录数与轴。此工作流是课堂方法说明，配套脚本实际绘图，并非某个云端Agent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为教学模拟，与第6节的问题衔接。流程从材料题目和评分规则开始，经预试核查，再分两种提示条件并行实施；分别记录作答过程，最后用统一无AI新题评价独立解题，再按预定方案比较。分配单位、样本量和授权待研究者确认，图不代表试验已经开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预试题目的评分一致性核对作为示例，但不虚设一个普适阈值。研究者需预先确定一致性标准。达到标准才进入正式阶段，未达到则修订并保留版本，复核后再进入判断。路线图能呈现依赖关系，不等于规定的质量标准已经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研究假说后，过程证据和独立测验可并行整理，分别形成编码记录与评分结果，再检查一致与不一致之处。不能把两个分支都画成“AI分析”或默认结果一定支持假说。缺少记录、指标不对应时保留问题，而非强行汇合为积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虚线用于标记待验证关系，图注明确这一含义。不同提示方式可能影响作答过程，但本课程没有用真实过程数据证明中介关系。机制图的箭头不构成因果证据。若用AI生成渲染图表达概念，也必须注明生成属性，不能作为实验照片、显微图或科研观测。此页为可编辑假说示意，没有生成假科研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PPT中的图表原生可编辑，配套图保留PDF、PNG和SVG；技术路线附draw.io与SVG/PNG。图表嵌入工作簿是数值快照，不保留源表公式。修订后仍需按数据复算。PNG适合预览，矢量或原生对象适合后续调整，正式投稿须查目标期刊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点包括每点或柱子的来源、统计口径、分母、误差线定义、坐标起点、图例与颜色、面板编号、图注和引用。路线查节点、连接、判断标准和未决项。生成式图片保持教学示意或概念图标识，不进入实测结果。下一节转入论文写作、投稿与返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5d849b97f4f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4a9a93bce43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264b726cd48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87453938641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84260ea6849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0acd9f89f4e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62BCBB-5E07-4FDE-89EC-2F68414D0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E0CC25-754C-4CCF-97CE-819EF00651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0315B4-0D37-4DFF-AF1F-2F84FFE78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932330-90C2-4C1B-B302-3AB854419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45D821-9372-4D3A-8EF5-31B5373CFE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516B76-5221-4874-8EA3-69C8B0CC9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152834-2B00-4FA6-A5A8-F941D22B64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E28986-F9ED-4F51-AF2D-E173883ECC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A17C69-7684-4BF7-B152-5470EF469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F3D732-566C-4B86-92B5-C641F8F6A8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8200688cac453a" /><Relationship Type="http://schemas.openxmlformats.org/officeDocument/2006/relationships/slideLayout" Target="/ppt/slideLayouts/slideLayout1.xml" Id="Re1585b0af7884431" /><Relationship Type="http://schemas.openxmlformats.org/officeDocument/2006/relationships/slideLayout" Target="/ppt/slideLayouts/slideLayout2.xml" Id="R113bf60c191d403e" /><Relationship Type="http://schemas.openxmlformats.org/officeDocument/2006/relationships/slideLayout" Target="/ppt/slideLayouts/slideLayout3.xml" Id="Ra6de126fcade4105" /><Relationship Type="http://schemas.openxmlformats.org/officeDocument/2006/relationships/slideLayout" Target="/ppt/slideLayouts/slideLayout4.xml" Id="Raa2a7e00f4c64444" /><Relationship Type="http://schemas.openxmlformats.org/officeDocument/2006/relationships/slideLayout" Target="/ppt/slideLayouts/slideLayout5.xml" Id="Raa25c30881c24d28" /><Relationship Type="http://schemas.openxmlformats.org/officeDocument/2006/relationships/slideLayout" Target="/ppt/slideLayouts/slideLayout6.xml" Id="R831cf1aabb1544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585b0af7884431"/>
    <p:sldLayoutId xmlns:r="http://schemas.openxmlformats.org/officeDocument/2006/relationships" id="2147483650" r:id="R113bf60c191d403e"/>
    <p:sldLayoutId xmlns:r="http://schemas.openxmlformats.org/officeDocument/2006/relationships" id="2147483651" r:id="Ra6de126fcade4105"/>
    <p:sldLayoutId xmlns:r="http://schemas.openxmlformats.org/officeDocument/2006/relationships" id="2147483652" r:id="Raa2a7e00f4c64444"/>
    <p:sldLayoutId xmlns:r="http://schemas.openxmlformats.org/officeDocument/2006/relationships" id="2147483653" r:id="Raa25c30881c24d28"/>
    <p:sldLayoutId xmlns:r="http://schemas.openxmlformats.org/officeDocument/2006/relationships" id="2147483654" r:id="R831cf1aabb1544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93acfb8484308" /><Relationship Type="http://schemas.openxmlformats.org/officeDocument/2006/relationships/notesSlide" Target="/ppt/notesSlides/notesSlide1.xml" Id="Rb21b1f5e222547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dda2ebb6224008" /><Relationship Type="http://schemas.openxmlformats.org/officeDocument/2006/relationships/notesSlide" Target="/ppt/notesSlides/notesSlide2.xml" Id="Rd5a5ea22cd574e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6f427caf54443" /><Relationship Type="http://schemas.openxmlformats.org/officeDocument/2006/relationships/chart" Target="/ppt/slides/charts/chart1.xml" Id="Rd1156970c1b943f3" /><Relationship Type="http://schemas.openxmlformats.org/officeDocument/2006/relationships/chart" Target="/ppt/slides/charts/chart2.xml" Id="Rab8520f3cbf84e5e" /><Relationship Type="http://schemas.openxmlformats.org/officeDocument/2006/relationships/notesSlide" Target="/ppt/notesSlides/notesSlide3.xml" Id="R291c9499b08640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b72ab35a84140" /><Relationship Type="http://schemas.openxmlformats.org/officeDocument/2006/relationships/chart" Target="/ppt/slides/charts/chart3.xml" Id="Rc0056e9a36a04e7e" /><Relationship Type="http://schemas.openxmlformats.org/officeDocument/2006/relationships/chart" Target="/ppt/slides/charts/chart4.xml" Id="R05ad49a2422b4d6c" /><Relationship Type="http://schemas.openxmlformats.org/officeDocument/2006/relationships/notesSlide" Target="/ppt/notesSlides/notesSlide4.xml" Id="Ra88e180d65fe45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0d5c810774036" /><Relationship Type="http://schemas.openxmlformats.org/officeDocument/2006/relationships/notesSlide" Target="/ppt/notesSlides/notesSlide5.xml" Id="R16d3f610b4bb40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1f237a530448b" /><Relationship Type="http://schemas.openxmlformats.org/officeDocument/2006/relationships/chart" Target="/ppt/slides/charts/chart5.xml" Id="Rb68089af8e5a4151" /><Relationship Type="http://schemas.openxmlformats.org/officeDocument/2006/relationships/notesSlide" Target="/ppt/notesSlides/notesSlide6.xml" Id="Rf9bdebd53e6546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f796be80d4b48" /><Relationship Type="http://schemas.openxmlformats.org/officeDocument/2006/relationships/notesSlide" Target="/ppt/notesSlides/notesSlide7.xml" Id="Re151be527a5846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247130a3344cd" /><Relationship Type="http://schemas.openxmlformats.org/officeDocument/2006/relationships/chart" Target="/ppt/slides/charts/chart6.xml" Id="Raa80c90d8faa4941" /><Relationship Type="http://schemas.openxmlformats.org/officeDocument/2006/relationships/chart" Target="/ppt/slides/charts/chart7.xml" Id="R0c784ab6f3454cbd" /><Relationship Type="http://schemas.openxmlformats.org/officeDocument/2006/relationships/notesSlide" Target="/ppt/notesSlides/notesSlide8.xml" Id="R9572337b325d4e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a5900f41d416f" /><Relationship Type="http://schemas.openxmlformats.org/officeDocument/2006/relationships/notesSlide" Target="/ppt/notesSlides/notesSlide9.xml" Id="R6b84f8cd5ead45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e906dc73f4e60" /><Relationship Type="http://schemas.openxmlformats.org/officeDocument/2006/relationships/notesSlide" Target="/ppt/notesSlides/notesSlide10.xml" Id="Rab110216697e46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a3e446d944b29" /><Relationship Type="http://schemas.openxmlformats.org/officeDocument/2006/relationships/notesSlide" Target="/ppt/notesSlides/notesSlide11.xml" Id="R45f46c1ee3b04a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c03a71714455a" /><Relationship Type="http://schemas.openxmlformats.org/officeDocument/2006/relationships/notesSlide" Target="/ppt/notesSlides/notesSlide12.xml" Id="Ra83286f218fe48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730b68db746f0" /><Relationship Type="http://schemas.openxmlformats.org/officeDocument/2006/relationships/notesSlide" Target="/ppt/notesSlides/notesSlide13.xml" Id="R59e668034ced4a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22759010a4df2" /><Relationship Type="http://schemas.openxmlformats.org/officeDocument/2006/relationships/notesSlide" Target="/ppt/notesSlides/notesSlide14.xml" Id="R48c4a81bb0f24f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5d997b3e24133" /><Relationship Type="http://schemas.openxmlformats.org/officeDocument/2006/relationships/notesSlide" Target="/ppt/notesSlides/notesSlide15.xml" Id="R0a15961005504c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69e3b54938494f" /><Relationship Type="http://schemas.openxmlformats.org/officeDocument/2006/relationships/notesSlide" Target="/ppt/notesSlides/notesSlide16.xml" Id="R5ab9fff76551423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5毫米分箱频数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纵轴从0开始（毫米）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纵轴从180开始（毫米）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Adelie喙长与鳍长（每组73条）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雌（圆形）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Data'!$A$2:$A$74</c:f>
              <c:numCache>
                <c:formatCode>General</c:formatCode>
                <c:ptCount val="73"/>
                <c:pt idx="0">
                  <c:v>39.5</c:v>
                </c:pt>
                <c:pt idx="1">
                  <c:v>40.3</c:v>
                </c:pt>
                <c:pt idx="2">
                  <c:v>36.7</c:v>
                </c:pt>
                <c:pt idx="3">
                  <c:v>38.9</c:v>
                </c:pt>
                <c:pt idx="4">
                  <c:v>41.1</c:v>
                </c:pt>
                <c:pt idx="5">
                  <c:v>36.6</c:v>
                </c:pt>
                <c:pt idx="6">
                  <c:v>38.7</c:v>
                </c:pt>
                <c:pt idx="7">
                  <c:v>34.4</c:v>
                </c:pt>
                <c:pt idx="8">
                  <c:v>37.8</c:v>
                </c:pt>
                <c:pt idx="9">
                  <c:v>35.9</c:v>
                </c:pt>
                <c:pt idx="10">
                  <c:v>35.3</c:v>
                </c:pt>
                <c:pt idx="11">
                  <c:v>40.5</c:v>
                </c:pt>
                <c:pt idx="12">
                  <c:v>37.9</c:v>
                </c:pt>
                <c:pt idx="13">
                  <c:v>39.5</c:v>
                </c:pt>
                <c:pt idx="14">
                  <c:v>39.5</c:v>
                </c:pt>
                <c:pt idx="15">
                  <c:v>36.4</c:v>
                </c:pt>
                <c:pt idx="16">
                  <c:v>42.2</c:v>
                </c:pt>
                <c:pt idx="17">
                  <c:v>37.6</c:v>
                </c:pt>
                <c:pt idx="18">
                  <c:v>36.5</c:v>
                </c:pt>
                <c:pt idx="19">
                  <c:v>36</c:v>
                </c:pt>
                <c:pt idx="20">
                  <c:v>37</c:v>
                </c:pt>
                <c:pt idx="21">
                  <c:v>36</c:v>
                </c:pt>
                <c:pt idx="22">
                  <c:v>39.6</c:v>
                </c:pt>
                <c:pt idx="23">
                  <c:v>35</c:v>
                </c:pt>
                <c:pt idx="24">
                  <c:v>34.5</c:v>
                </c:pt>
                <c:pt idx="25">
                  <c:v>39</c:v>
                </c:pt>
                <c:pt idx="26">
                  <c:v>36.5</c:v>
                </c:pt>
                <c:pt idx="27">
                  <c:v>35.7</c:v>
                </c:pt>
                <c:pt idx="28">
                  <c:v>37.6</c:v>
                </c:pt>
                <c:pt idx="29">
                  <c:v>36.4</c:v>
                </c:pt>
                <c:pt idx="30">
                  <c:v>35.5</c:v>
                </c:pt>
                <c:pt idx="31">
                  <c:v>35.9</c:v>
                </c:pt>
                <c:pt idx="32">
                  <c:v>33.5</c:v>
                </c:pt>
                <c:pt idx="33">
                  <c:v>39.6</c:v>
                </c:pt>
                <c:pt idx="34">
                  <c:v>35.5</c:v>
                </c:pt>
                <c:pt idx="35">
                  <c:v>40.9</c:v>
                </c:pt>
                <c:pt idx="36">
                  <c:v>36.2</c:v>
                </c:pt>
                <c:pt idx="37">
                  <c:v>34.6</c:v>
                </c:pt>
                <c:pt idx="38">
                  <c:v>36.7</c:v>
                </c:pt>
                <c:pt idx="39">
                  <c:v>37.3</c:v>
                </c:pt>
                <c:pt idx="40">
                  <c:v>36.9</c:v>
                </c:pt>
                <c:pt idx="41">
                  <c:v>38.9</c:v>
                </c:pt>
                <c:pt idx="42">
                  <c:v>35.7</c:v>
                </c:pt>
                <c:pt idx="43">
                  <c:v>34</c:v>
                </c:pt>
                <c:pt idx="44">
                  <c:v>36.2</c:v>
                </c:pt>
                <c:pt idx="45">
                  <c:v>38.1</c:v>
                </c:pt>
                <c:pt idx="46">
                  <c:v>33.1</c:v>
                </c:pt>
                <c:pt idx="47">
                  <c:v>35</c:v>
                </c:pt>
                <c:pt idx="48">
                  <c:v>37.7</c:v>
                </c:pt>
                <c:pt idx="49">
                  <c:v>37.9</c:v>
                </c:pt>
                <c:pt idx="50">
                  <c:v>38.6</c:v>
                </c:pt>
                <c:pt idx="51">
                  <c:v>38.1</c:v>
                </c:pt>
                <c:pt idx="52">
                  <c:v>38.1</c:v>
                </c:pt>
                <c:pt idx="53">
                  <c:v>39.7</c:v>
                </c:pt>
                <c:pt idx="54">
                  <c:v>39.6</c:v>
                </c:pt>
                <c:pt idx="55">
                  <c:v>38.6</c:v>
                </c:pt>
                <c:pt idx="56">
                  <c:v>35.7</c:v>
                </c:pt>
                <c:pt idx="57">
                  <c:v>36.2</c:v>
                </c:pt>
                <c:pt idx="58">
                  <c:v>40.2</c:v>
                </c:pt>
                <c:pt idx="59">
                  <c:v>35.2</c:v>
                </c:pt>
                <c:pt idx="60">
                  <c:v>38.8</c:v>
                </c:pt>
                <c:pt idx="61">
                  <c:v>39</c:v>
                </c:pt>
                <c:pt idx="62">
                  <c:v>38.5</c:v>
                </c:pt>
                <c:pt idx="63">
                  <c:v>36.8</c:v>
                </c:pt>
                <c:pt idx="64">
                  <c:v>38.1</c:v>
                </c:pt>
                <c:pt idx="65">
                  <c:v>35.6</c:v>
                </c:pt>
                <c:pt idx="66">
                  <c:v>37</c:v>
                </c:pt>
                <c:pt idx="67">
                  <c:v>40.2</c:v>
                </c:pt>
                <c:pt idx="68">
                  <c:v>32.1</c:v>
                </c:pt>
                <c:pt idx="69">
                  <c:v>37.3</c:v>
                </c:pt>
                <c:pt idx="70">
                  <c:v>36.6</c:v>
                </c:pt>
                <c:pt idx="71">
                  <c:v>36</c:v>
                </c:pt>
                <c:pt idx="72">
                  <c:v>36</c:v>
                </c:pt>
              </c:numCache>
            </c:numRef>
          </c:xVal>
          <c:yVal>
            <c:numRef>
              <c:f>'Chart Data'!$B$2:$B$74</c:f>
              <c:numCache>
                <c:formatCode>General</c:formatCode>
                <c:ptCount val="73"/>
                <c:pt idx="0">
                  <c:v>186</c:v>
                </c:pt>
                <c:pt idx="1">
                  <c:v>195</c:v>
                </c:pt>
                <c:pt idx="2">
                  <c:v>193</c:v>
                </c:pt>
                <c:pt idx="3">
                  <c:v>181</c:v>
                </c:pt>
                <c:pt idx="4">
                  <c:v>182</c:v>
                </c:pt>
                <c:pt idx="5">
                  <c:v>185</c:v>
                </c:pt>
                <c:pt idx="6">
                  <c:v>195</c:v>
                </c:pt>
                <c:pt idx="7">
                  <c:v>184</c:v>
                </c:pt>
                <c:pt idx="8">
                  <c:v>174</c:v>
                </c:pt>
                <c:pt idx="9">
                  <c:v>189</c:v>
                </c:pt>
                <c:pt idx="10">
                  <c:v>187</c:v>
                </c:pt>
                <c:pt idx="11">
                  <c:v>187</c:v>
                </c:pt>
                <c:pt idx="12">
                  <c:v>172</c:v>
                </c:pt>
                <c:pt idx="13">
                  <c:v>178</c:v>
                </c:pt>
                <c:pt idx="14">
                  <c:v>188</c:v>
                </c:pt>
                <c:pt idx="15">
                  <c:v>195</c:v>
                </c:pt>
                <c:pt idx="16">
                  <c:v>180</c:v>
                </c:pt>
                <c:pt idx="17">
                  <c:v>181</c:v>
                </c:pt>
                <c:pt idx="18">
                  <c:v>182</c:v>
                </c:pt>
                <c:pt idx="19">
                  <c:v>186</c:v>
                </c:pt>
                <c:pt idx="20">
                  <c:v>185</c:v>
                </c:pt>
                <c:pt idx="21">
                  <c:v>190</c:v>
                </c:pt>
                <c:pt idx="22">
                  <c:v>186</c:v>
                </c:pt>
                <c:pt idx="23">
                  <c:v>190</c:v>
                </c:pt>
                <c:pt idx="24">
                  <c:v>187</c:v>
                </c:pt>
                <c:pt idx="25">
                  <c:v>186</c:v>
                </c:pt>
                <c:pt idx="26">
                  <c:v>181</c:v>
                </c:pt>
                <c:pt idx="27">
                  <c:v>185</c:v>
                </c:pt>
                <c:pt idx="28">
                  <c:v>185</c:v>
                </c:pt>
                <c:pt idx="29">
                  <c:v>184</c:v>
                </c:pt>
                <c:pt idx="30">
                  <c:v>195</c:v>
                </c:pt>
                <c:pt idx="31">
                  <c:v>190</c:v>
                </c:pt>
                <c:pt idx="32">
                  <c:v>190</c:v>
                </c:pt>
                <c:pt idx="33">
                  <c:v>196</c:v>
                </c:pt>
                <c:pt idx="34">
                  <c:v>190</c:v>
                </c:pt>
                <c:pt idx="35">
                  <c:v>191</c:v>
                </c:pt>
                <c:pt idx="36">
                  <c:v>187</c:v>
                </c:pt>
                <c:pt idx="37">
                  <c:v>189</c:v>
                </c:pt>
                <c:pt idx="38">
                  <c:v>187</c:v>
                </c:pt>
                <c:pt idx="39">
                  <c:v>191</c:v>
                </c:pt>
                <c:pt idx="40">
                  <c:v>189</c:v>
                </c:pt>
                <c:pt idx="41">
                  <c:v>190</c:v>
                </c:pt>
                <c:pt idx="42">
                  <c:v>202</c:v>
                </c:pt>
                <c:pt idx="43">
                  <c:v>185</c:v>
                </c:pt>
                <c:pt idx="44">
                  <c:v>187</c:v>
                </c:pt>
                <c:pt idx="45">
                  <c:v>190</c:v>
                </c:pt>
                <c:pt idx="46">
                  <c:v>178</c:v>
                </c:pt>
                <c:pt idx="47">
                  <c:v>192</c:v>
                </c:pt>
                <c:pt idx="48">
                  <c:v>183</c:v>
                </c:pt>
                <c:pt idx="49">
                  <c:v>193</c:v>
                </c:pt>
                <c:pt idx="50">
                  <c:v>199</c:v>
                </c:pt>
                <c:pt idx="51">
                  <c:v>181</c:v>
                </c:pt>
                <c:pt idx="52">
                  <c:v>198</c:v>
                </c:pt>
                <c:pt idx="53">
                  <c:v>193</c:v>
                </c:pt>
                <c:pt idx="54">
                  <c:v>191</c:v>
                </c:pt>
                <c:pt idx="55">
                  <c:v>188</c:v>
                </c:pt>
                <c:pt idx="56">
                  <c:v>189</c:v>
                </c:pt>
                <c:pt idx="57">
                  <c:v>187</c:v>
                </c:pt>
                <c:pt idx="58">
                  <c:v>176</c:v>
                </c:pt>
                <c:pt idx="59">
                  <c:v>186</c:v>
                </c:pt>
                <c:pt idx="60">
                  <c:v>191</c:v>
                </c:pt>
                <c:pt idx="61">
                  <c:v>191</c:v>
                </c:pt>
                <c:pt idx="62">
                  <c:v>190</c:v>
                </c:pt>
                <c:pt idx="63">
                  <c:v>193</c:v>
                </c:pt>
                <c:pt idx="64">
                  <c:v>187</c:v>
                </c:pt>
                <c:pt idx="65">
                  <c:v>191</c:v>
                </c:pt>
                <c:pt idx="66">
                  <c:v>185</c:v>
                </c:pt>
                <c:pt idx="67">
                  <c:v>193</c:v>
                </c:pt>
                <c:pt idx="68">
                  <c:v>188</c:v>
                </c:pt>
                <c:pt idx="69">
                  <c:v>192</c:v>
                </c:pt>
                <c:pt idx="70">
                  <c:v>184</c:v>
                </c:pt>
                <c:pt idx="71">
                  <c:v>195</c:v>
                </c:pt>
                <c:pt idx="72">
                  <c:v>187</c:v>
                </c:pt>
              </c:numCache>
            </c:numRef>
          </c:yVal>
        </c:ser>
        <c:ser>
          <c:idx val="1"/>
          <c:order val="1"/>
          <c:tx>
            <c:v>雄（方形）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Data'!$C$2:$C$74</c:f>
              <c:numCache>
                <c:formatCode>General</c:formatCode>
                <c:ptCount val="73"/>
                <c:pt idx="0">
                  <c:v>39.1</c:v>
                </c:pt>
                <c:pt idx="1">
                  <c:v>39.3</c:v>
                </c:pt>
                <c:pt idx="2">
                  <c:v>39.2</c:v>
                </c:pt>
                <c:pt idx="3">
                  <c:v>38.6</c:v>
                </c:pt>
                <c:pt idx="4">
                  <c:v>34.6</c:v>
                </c:pt>
                <c:pt idx="5">
                  <c:v>42.5</c:v>
                </c:pt>
                <c:pt idx="6">
                  <c:v>46</c:v>
                </c:pt>
                <c:pt idx="7">
                  <c:v>37.7</c:v>
                </c:pt>
                <c:pt idx="8">
                  <c:v>38.2</c:v>
                </c:pt>
                <c:pt idx="9">
                  <c:v>38.8</c:v>
                </c:pt>
                <c:pt idx="10">
                  <c:v>40.6</c:v>
                </c:pt>
                <c:pt idx="11">
                  <c:v>40.5</c:v>
                </c:pt>
                <c:pt idx="12">
                  <c:v>37.2</c:v>
                </c:pt>
                <c:pt idx="13">
                  <c:v>40.9</c:v>
                </c:pt>
                <c:pt idx="14">
                  <c:v>39.2</c:v>
                </c:pt>
                <c:pt idx="15">
                  <c:v>38.8</c:v>
                </c:pt>
                <c:pt idx="16">
                  <c:v>39.8</c:v>
                </c:pt>
                <c:pt idx="17">
                  <c:v>40.8</c:v>
                </c:pt>
                <c:pt idx="18">
                  <c:v>44.1</c:v>
                </c:pt>
                <c:pt idx="19">
                  <c:v>39.6</c:v>
                </c:pt>
                <c:pt idx="20">
                  <c:v>41.1</c:v>
                </c:pt>
                <c:pt idx="21">
                  <c:v>42.3</c:v>
                </c:pt>
                <c:pt idx="22">
                  <c:v>40.1</c:v>
                </c:pt>
                <c:pt idx="23">
                  <c:v>42</c:v>
                </c:pt>
                <c:pt idx="24">
                  <c:v>41.4</c:v>
                </c:pt>
                <c:pt idx="25">
                  <c:v>40.6</c:v>
                </c:pt>
                <c:pt idx="26">
                  <c:v>37.6</c:v>
                </c:pt>
                <c:pt idx="27">
                  <c:v>41.3</c:v>
                </c:pt>
                <c:pt idx="28">
                  <c:v>41.1</c:v>
                </c:pt>
                <c:pt idx="29">
                  <c:v>41.6</c:v>
                </c:pt>
                <c:pt idx="30">
                  <c:v>41.1</c:v>
                </c:pt>
                <c:pt idx="31">
                  <c:v>41.8</c:v>
                </c:pt>
                <c:pt idx="32">
                  <c:v>39.7</c:v>
                </c:pt>
                <c:pt idx="33">
                  <c:v>45.8</c:v>
                </c:pt>
                <c:pt idx="34">
                  <c:v>42.8</c:v>
                </c:pt>
                <c:pt idx="35">
                  <c:v>37.2</c:v>
                </c:pt>
                <c:pt idx="36">
                  <c:v>42.1</c:v>
                </c:pt>
                <c:pt idx="37">
                  <c:v>42.9</c:v>
                </c:pt>
                <c:pt idx="38">
                  <c:v>35.1</c:v>
                </c:pt>
                <c:pt idx="39">
                  <c:v>41.3</c:v>
                </c:pt>
                <c:pt idx="40">
                  <c:v>36.3</c:v>
                </c:pt>
                <c:pt idx="41">
                  <c:v>38.3</c:v>
                </c:pt>
                <c:pt idx="42">
                  <c:v>41.1</c:v>
                </c:pt>
                <c:pt idx="43">
                  <c:v>39.6</c:v>
                </c:pt>
                <c:pt idx="44">
                  <c:v>40.8</c:v>
                </c:pt>
                <c:pt idx="45">
                  <c:v>40.3</c:v>
                </c:pt>
                <c:pt idx="46">
                  <c:v>43.2</c:v>
                </c:pt>
                <c:pt idx="47">
                  <c:v>41</c:v>
                </c:pt>
                <c:pt idx="48">
                  <c:v>37.8</c:v>
                </c:pt>
                <c:pt idx="49">
                  <c:v>39.7</c:v>
                </c:pt>
                <c:pt idx="50">
                  <c:v>38.2</c:v>
                </c:pt>
                <c:pt idx="51">
                  <c:v>43.2</c:v>
                </c:pt>
                <c:pt idx="52">
                  <c:v>45.6</c:v>
                </c:pt>
                <c:pt idx="53">
                  <c:v>42.2</c:v>
                </c:pt>
                <c:pt idx="54">
                  <c:v>42.7</c:v>
                </c:pt>
                <c:pt idx="55">
                  <c:v>37.3</c:v>
                </c:pt>
                <c:pt idx="56">
                  <c:v>41.1</c:v>
                </c:pt>
                <c:pt idx="57">
                  <c:v>37.7</c:v>
                </c:pt>
                <c:pt idx="58">
                  <c:v>41.4</c:v>
                </c:pt>
                <c:pt idx="59">
                  <c:v>40.6</c:v>
                </c:pt>
                <c:pt idx="60">
                  <c:v>41.5</c:v>
                </c:pt>
                <c:pt idx="61">
                  <c:v>44.1</c:v>
                </c:pt>
                <c:pt idx="62">
                  <c:v>43.1</c:v>
                </c:pt>
                <c:pt idx="63">
                  <c:v>37.5</c:v>
                </c:pt>
                <c:pt idx="64">
                  <c:v>41.1</c:v>
                </c:pt>
                <c:pt idx="65">
                  <c:v>40.2</c:v>
                </c:pt>
                <c:pt idx="66">
                  <c:v>39.7</c:v>
                </c:pt>
                <c:pt idx="67">
                  <c:v>40.6</c:v>
                </c:pt>
                <c:pt idx="68">
                  <c:v>40.7</c:v>
                </c:pt>
                <c:pt idx="69">
                  <c:v>39</c:v>
                </c:pt>
                <c:pt idx="70">
                  <c:v>39.2</c:v>
                </c:pt>
                <c:pt idx="71">
                  <c:v>37.8</c:v>
                </c:pt>
                <c:pt idx="72">
                  <c:v>41.5</c:v>
                </c:pt>
              </c:numCache>
            </c:numRef>
          </c:xVal>
          <c:yVal>
            <c:numRef>
              <c:f>'Chart Data'!$D$2:$D$74</c:f>
              <c:numCache>
                <c:formatCode>General</c:formatCode>
                <c:ptCount val="73"/>
                <c:pt idx="0">
                  <c:v>181</c:v>
                </c:pt>
                <c:pt idx="1">
                  <c:v>190</c:v>
                </c:pt>
                <c:pt idx="2">
                  <c:v>195</c:v>
                </c:pt>
                <c:pt idx="3">
                  <c:v>191</c:v>
                </c:pt>
                <c:pt idx="4">
                  <c:v>198</c:v>
                </c:pt>
                <c:pt idx="5">
                  <c:v>197</c:v>
                </c:pt>
                <c:pt idx="6">
                  <c:v>194</c:v>
                </c:pt>
                <c:pt idx="7">
                  <c:v>180</c:v>
                </c:pt>
                <c:pt idx="8">
                  <c:v>185</c:v>
                </c:pt>
                <c:pt idx="9">
                  <c:v>180</c:v>
                </c:pt>
                <c:pt idx="10">
                  <c:v>183</c:v>
                </c:pt>
                <c:pt idx="11">
                  <c:v>180</c:v>
                </c:pt>
                <c:pt idx="12">
                  <c:v>178</c:v>
                </c:pt>
                <c:pt idx="13">
                  <c:v>184</c:v>
                </c:pt>
                <c:pt idx="14">
                  <c:v>196</c:v>
                </c:pt>
                <c:pt idx="15">
                  <c:v>190</c:v>
                </c:pt>
                <c:pt idx="16">
                  <c:v>184</c:v>
                </c:pt>
                <c:pt idx="17">
                  <c:v>195</c:v>
                </c:pt>
                <c:pt idx="18">
                  <c:v>196</c:v>
                </c:pt>
                <c:pt idx="19">
                  <c:v>190</c:v>
                </c:pt>
                <c:pt idx="20">
                  <c:v>182</c:v>
                </c:pt>
                <c:pt idx="21">
                  <c:v>191</c:v>
                </c:pt>
                <c:pt idx="22">
                  <c:v>188</c:v>
                </c:pt>
                <c:pt idx="23">
                  <c:v>200</c:v>
                </c:pt>
                <c:pt idx="24">
                  <c:v>191</c:v>
                </c:pt>
                <c:pt idx="25">
                  <c:v>193</c:v>
                </c:pt>
                <c:pt idx="26">
                  <c:v>194</c:v>
                </c:pt>
                <c:pt idx="27">
                  <c:v>195</c:v>
                </c:pt>
                <c:pt idx="28">
                  <c:v>192</c:v>
                </c:pt>
                <c:pt idx="29">
                  <c:v>192</c:v>
                </c:pt>
                <c:pt idx="30">
                  <c:v>188</c:v>
                </c:pt>
                <c:pt idx="31">
                  <c:v>198</c:v>
                </c:pt>
                <c:pt idx="32">
                  <c:v>190</c:v>
                </c:pt>
                <c:pt idx="33">
                  <c:v>197</c:v>
                </c:pt>
                <c:pt idx="34">
                  <c:v>195</c:v>
                </c:pt>
                <c:pt idx="35">
                  <c:v>184</c:v>
                </c:pt>
                <c:pt idx="36">
                  <c:v>195</c:v>
                </c:pt>
                <c:pt idx="37">
                  <c:v>196</c:v>
                </c:pt>
                <c:pt idx="38">
                  <c:v>193</c:v>
                </c:pt>
                <c:pt idx="39">
                  <c:v>194</c:v>
                </c:pt>
                <c:pt idx="40">
                  <c:v>190</c:v>
                </c:pt>
                <c:pt idx="41">
                  <c:v>189</c:v>
                </c:pt>
                <c:pt idx="42">
                  <c:v>205</c:v>
                </c:pt>
                <c:pt idx="43">
                  <c:v>186</c:v>
                </c:pt>
                <c:pt idx="44">
                  <c:v>208</c:v>
                </c:pt>
                <c:pt idx="45">
                  <c:v>196</c:v>
                </c:pt>
                <c:pt idx="46">
                  <c:v>192</c:v>
                </c:pt>
                <c:pt idx="47">
                  <c:v>203</c:v>
                </c:pt>
                <c:pt idx="48">
                  <c:v>190</c:v>
                </c:pt>
                <c:pt idx="49">
                  <c:v>184</c:v>
                </c:pt>
                <c:pt idx="50">
                  <c:v>190</c:v>
                </c:pt>
                <c:pt idx="51">
                  <c:v>197</c:v>
                </c:pt>
                <c:pt idx="52">
                  <c:v>191</c:v>
                </c:pt>
                <c:pt idx="53">
                  <c:v>197</c:v>
                </c:pt>
                <c:pt idx="54">
                  <c:v>196</c:v>
                </c:pt>
                <c:pt idx="55">
                  <c:v>199</c:v>
                </c:pt>
                <c:pt idx="56">
                  <c:v>189</c:v>
                </c:pt>
                <c:pt idx="57">
                  <c:v>198</c:v>
                </c:pt>
                <c:pt idx="58">
                  <c:v>202</c:v>
                </c:pt>
                <c:pt idx="59">
                  <c:v>199</c:v>
                </c:pt>
                <c:pt idx="60">
                  <c:v>195</c:v>
                </c:pt>
                <c:pt idx="61">
                  <c:v>210</c:v>
                </c:pt>
                <c:pt idx="62">
                  <c:v>197</c:v>
                </c:pt>
                <c:pt idx="63">
                  <c:v>199</c:v>
                </c:pt>
                <c:pt idx="64">
                  <c:v>190</c:v>
                </c:pt>
                <c:pt idx="65">
                  <c:v>200</c:v>
                </c:pt>
                <c:pt idx="66">
                  <c:v>193</c:v>
                </c:pt>
                <c:pt idx="67">
                  <c:v>187</c:v>
                </c:pt>
                <c:pt idx="68">
                  <c:v>190</c:v>
                </c:pt>
                <c:pt idx="69">
                  <c:v>185</c:v>
                </c:pt>
                <c:pt idx="70">
                  <c:v>190</c:v>
                </c:pt>
                <c:pt idx="71">
                  <c:v>193</c:v>
                </c:pt>
                <c:pt idx="72">
                  <c:v>201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48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鳍长分布（毫米）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各年组均鳍长（毫米）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9014E-9462-4326-9262-6C34E6D36C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ED17C-BD7E-421F-9C3C-30A79D28741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6638F-BEE3-4632-A4BF-DF740EBCBA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FDB02-3A94-4699-AC71-9A5313C8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48CBC-CECE-4D91-A1C7-EFF46F51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科研图表与技术路线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34A17-E996-4744-A25E-A5AD3F57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7201-B3CE-4E2E-830D-8D891AFB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图需要对应一个读者能回答的问题，并保留作出判断所需的依据。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47350-4023-4A9A-A830-30E6F632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图要回答什么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F463D-D089-4623-AB79-C805A8A0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F6EF3-2D56-420B-B48D-E5B42FD0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数值、分布、差异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E3510-02EF-4BA7-A8DE-6583191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0E343-C73E-48B5-8D2C-BC6C2936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步骤、依赖、判断条件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3E62E-B257-4465-A51B-AF10F834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C75FD-D96C-43FD-94E7-C45900FE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解释假说、待验证关系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64CC6-BB89-4A15-883E-E635DD5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数据、流程与假说的表达任务不同，来源与证据状态需随图保留。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3D370-E5C2-49E9-9BBE-142215FA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7BB48-5674-4AF6-A009-9240E7AA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6848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A4272-4446-4D4C-A4B1-DF7B595433D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E6FC0-291B-4AC2-B715-CBD3D4CBA8C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32F47-4543-4B63-B72A-2B5FAE3469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3D0617-0AFE-4541-81D7-C02EA69B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52621-5069-4130-827F-25B3DDF1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研究问题与图型选择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5CBA0-A8B6-4C3E-AFE3-19D1E720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69946-8538-4BE0-9F72-8AB55571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比较分布、观察变量关系、展示时序和说明工作步骤，各有适合的表达方式。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ECFE3-70A8-45BF-B91E-13032D0E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读者需要比较什么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6694B-AAB2-4846-92C7-44E68265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分布或变量关系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71FAC-A857-4B2A-9345-99414B09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频数图、散点图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9AD06-8C2B-4F45-95C1-3CFA236E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年份或条件变化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A10BA-50A0-4548-BCC8-D230C08E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有明确尺度的趋势图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3C02D-91E7-458A-92F5-5D23FC4A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研究步骤与依赖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EFFCB-6368-4E4B-AE6B-843E16EC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节点、连接与分支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04C18-E2B1-426D-BB07-FF4226F9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选择依据是要比较什么、数据怎样组织，以及读者需要看清的关系。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8A46C-D5B9-4063-BBC1-12509F5F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3B185-A894-4383-BAB1-0F52EB9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6565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77F2F-7B61-4D0A-BB0F-A0A46A8E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5A077-3FFC-41D4-95D2-FC2A5886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均值图与分布图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EEA13-2060-471B-8A0D-B9DFB820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1DFE3-66E9-48BC-93C6-A64D10AA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相同的两组记录，均值图给出中心位置，分布图补充重叠、跨度和频数。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F79B4E8-D248-4658-8CC6-E62212B4BBB5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5715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156970c1b943f3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B961B27-9683-444A-9BB3-C8C1AA9FEE8C}"/>
              </a:ext>
            </a:extLst>
          </p:cNvPr>
          <p:cNvGraphicFramePr/>
          <p:nvPr/>
        </p:nvGraphicFramePr>
        <p:xfrm>
          <a:off xmlns:a="http://schemas.openxmlformats.org/drawingml/2006/main" x="7524750" y="323850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8520f3cbf84e5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8A0D2-F00A-47A6-8FCB-EE181800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均值：187.79 / 192.41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34A74-95E0-4304-A4C1-6C0B95D0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390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同一批数据，补充组间重叠与跨度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09FAB-A7CF-449A-9F45-78DEDF62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公开观测二次分析。两图使用相同146条记录，图型改变不改变数据。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25B76-8557-4C2B-B9C3-538AEC8B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A5AE8-2C77-4E85-BE4B-C73EFF47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123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D9F2E-C5A0-4485-B645-75B284E5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CEF52-8B07-43CE-A9F4-D5EA5077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纵轴范围与柱长比较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A8CF2-5987-44A0-AEA3-998322CE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F89A2-A88C-4E8D-9C1C-F900FDDC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同样的均值，柱图从180开始时，两根柱子的高度比会显得更悬殊。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B18F3BE-B2A0-40A5-9B46-08A4E0222B45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056e9a36a04e7e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A67EE4A-BAA7-4785-AB71-AA50997D324E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ad49a2422b4d6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678DD-E144-4375-8C49-57D12BA3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右图两根柱子的可见高度比，不能作为原始鳍长的比值。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7A75C-9759-46F5-8C1A-C75FA3C6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两图数据完全相同，差值仍为4.62毫米。右图用于说明截断纵轴的影响。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3123C-F98F-4AAC-8B7A-655CC822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来源：palmerpenguins公开数据，本课程重绘；UBC课程可视化原则，p.4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7CC18-AF3B-404F-B410-583BA12A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8719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4D6E0-A77A-4F0F-B256-9EA3C295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84503-BE4A-42A9-A012-C533D964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误差线的三种含义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4DFA5-08D4-4292-A217-9CADAAB8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73486-5789-4FB8-B0D3-0FB182C0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同一组均值旁的线段，可能表示个体分散、均值标准误或均值区间。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2B49D-51C0-4875-9F69-AF89B703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示例：雌性73条，均值187.79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39583-4A90-4452-B0B7-14589D4C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E5607-ACC1-4081-AC8A-46063DA2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9CA38-8F1C-4C2D-9821-AB58132F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838BC-8142-47DF-A10C-0D9803E4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D3ACB-AF36-493B-BCDB-B42DE602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B4FC2-34D8-4CCA-B52B-15B693F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SD：个体分散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EEBD5-B1F8-4812-994C-19D83BC4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04" y="3810000"/>
            <a:ext cx="42634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B2963-D6D9-4EFB-8A05-88171848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504D7-7E9D-4131-AC04-AAAAC183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433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182.20—193.39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33AAD-6960-4E18-A8F2-6B95D1C9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SE：均值波动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F6141-25F2-48CF-8629-74F2BD1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215" y="5000625"/>
            <a:ext cx="49899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9D2EF-022B-45E9-A040-329E62F3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4943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560FC-2FFF-4D87-9146-ECEBEAFF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187.14—188.45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4A83E-B069-4604-8AE9-7CF30618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均值的重抽样区间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14445-49ED-4E5E-9A25-CAB927A5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29" y="6191250"/>
            <a:ext cx="965548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5F845-DC8E-49CD-9918-4E50DC9B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613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9EBCA-6EC8-42A1-A7EF-49973182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186.52—189.05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28E1C-9058-4C86-BC0B-DF5273FA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各线段定义必须写入图注；区间依赖抽样假设，不能只写“误差线”。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53C52-0252-4569-92DC-0B39CAEE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来源：palmerpenguins公开数据，本课程重绘；NIST统计手册 §1.3.5.2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A7121-3125-4595-8E20-1F1E7AE7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1822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D3538-FA5F-41F0-91F1-8B28E74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F7AED-0D56-4C3C-BA05-6A22B397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可独立阅读的数据图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AE881-2A70-4C08-9EDC-D3A24D5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97875-2602-48BF-B947-B655AC9D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图题、坐标与单位、分组图例、样本范围和来源，共同限定读者能怎样解释图。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1DFBA7B-66ED-4DBD-BDF1-7413DBE0F535}"/>
              </a:ext>
            </a:extLst>
          </p:cNvPr>
          <p:cNvGraphicFramePr/>
          <p:nvPr/>
        </p:nvGraphicFramePr>
        <p:xfrm>
          <a:off xmlns:a="http://schemas.openxmlformats.org/drawingml/2006/main" x="1619250" y="3143250"/>
          <a:ext xmlns:a="http://schemas.openxmlformats.org/drawingml/2006/main" cx="11525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8089af8e5a415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3739B-73B2-4FBD-8504-FC4A4711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219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喙长（mm）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54BC5-D8C0-4B15-BF01-5FC2FDF6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鳍长（mm）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F0998-8E18-43A6-B2B1-3F1393EC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Adelie完整记录146条。每点一条观测；未作因果解释或绘制拟合线。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37C16-531B-4B9F-9042-CDE52953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AD8BB-9709-4E3F-8D54-F4DCF50E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6778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74872-1281-4C4B-A3F4-3D038F64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F5476-4D9E-4D7D-87F7-F4F1E484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图注中的对象、符号与方法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31005-C0BC-40D2-AF6A-2B53298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ECCB8-3D45-4DFF-8443-9DFA2A78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图注应让读者脱离正文，仍能认出研究对象、样本范围、符号含义和计算方式。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0D24F-E69B-4646-847B-FFA7514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图1　Adelie企鹅喙长与鳍长的观测关系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AD42E-568E-4BA2-8633-827F1B24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—2009年公开记录中，保留性别、喙长与鳍长均完整的146条Adelie观测，雌雄各73条。每点表示一条观测，蓝色圆点表示雌性，绿色方点表示雄性。两轴单位均为毫米，图中未绘制拟合线。数据来自palmerpenguins公开简化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37EAC-9CA9-4323-B234-845F75D4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2AEC5-F8B0-40D6-A829-151BF45F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对象与样本范围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E7359-2023-4AAC-96C3-72D2BE12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点、颜色与单位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0B993-C717-4877-929F-9E6B6B2A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计算方式与来源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10C94-23AC-48A6-942C-B048B4B1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图注示例中的数字、符号及来源均与配套图一致。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F90F9-B025-407D-AA0F-99E65285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One，图注与图像要求；palmerpenguins公开数据，本课程重绘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F6082-255B-4CDA-8CC6-8459A3FD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13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D41AE-471C-4B60-B846-4D911FF7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126DD-AE85-4B62-A33F-A3CC4F6B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多面板图的阅读顺序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E3EC1-919A-4899-974C-AE8EE72C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5CB34-54DE-4F5C-8ACD-0D0B4FD6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一张组合图可以用A呈现分布、用B检查年份组成，两个面板分别回答一个问题。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3A8A43C-120F-49B0-BB71-B1A933F88A41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80c90d8faa4941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6D66DAB-BAEC-4EC2-9AAA-623DAFEDC10C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784ab6f3454cb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6A292-CDFA-4AE4-943E-8DF86374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D8475-B43D-40B8-82E9-67CED2B5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390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纵轴：毫米；每年每组n为22、25、26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46B28-B524-4289-BF24-DC694C9B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A：鳍长分布；B：各年组均值。面板单位不同，分组颜色一致。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74969-9AE3-42B9-A377-380AF09B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来源：palmerpenguins公开数据，本课程重绘；PLOS One，图注与图像要求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900CC-EA1B-4C7A-BD3A-325A4AA9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2621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C197C0-ABF1-4B56-8E06-B2E83D73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5DEF8-4D69-4EAC-AA4E-8F8B687E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颜色的类别与数量含义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EAF23-2C24-4806-AE37-11FFC887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99A0C-521C-4E82-AEC4-4699EB86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类别可用不同色相区分，数值高低需要有顺序的色阶，正负差异需要明确中心。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D8141-D975-4363-905E-30B74E2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类别：甲、乙、丙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3F292-06AA-48C5-B194-03C80927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78DD2-0C65-43D9-90CF-D5E62A25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3F1D3-7757-40BE-8F98-5C9EAEFF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1331D-4875-4C0D-9DEF-515E5B37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53B36-8346-4CCC-84E1-F23AA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119BB-8427-45F9-A778-7DA85F6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5376A-4D33-499C-A06D-A9CBE767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顺序：低、中、高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D7785-63CE-4D64-A853-F02FDDE2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A9DA2-9D41-4A91-9CF3-10FDA346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807AB-8E0F-4741-B009-28787AA4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CC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BB928-7293-4132-93FD-BB6898BD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BEEBD-777B-4B49-AECF-119AF60E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F8309F-B585-4B86-BF2F-1CCF2B44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D675E-2589-4803-9DF3-7B4BFE49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方向：负、零、正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EB556-1029-4D98-A937-7F19627A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0639B-23FC-40B9-88E3-204146D1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−1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3B639-0B78-4058-AAF7-853E7B21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A4CCA-F0C4-4EF1-A7B8-DCE7AD5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072F6-8C4E-4F4A-95C1-4103CF04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FDF25-DFC8-4F09-8CA5-3BAD2245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+1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F15190-0F81-41F8-857E-096A0ABF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色块与甲乙丙、自设正负数均为教学示意，不是研究结果。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F38D7-29D6-4CF7-8D39-C4A0A946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来源：UBC课程颜色课件，pp.7/21；课程自编教学示例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8189B3-6339-4FE1-9DD0-9DDB8303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4468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FB0B6-4F65-42F5-A4BB-622DDC352A9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57A6E-927C-417C-8DD5-B7DB69DCC6B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4B6B5-7902-4C42-8EF5-ED00752DF04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5768D-93FD-4C6E-ABFB-C7592DCA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8FFE1-6AA6-4819-B41F-B08ECE04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AI协助绘图的具体输入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E8AFC-5A9B-4320-963D-EED57B93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86FD0-058C-4558-9876-31704748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提供数据、字段含义、问题和限制后，要求AI给出可运行脚本、图和图注。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C1B6A-CE23-4E1C-80CB-8D340BDA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CSV与字段说明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DA4B4-CFAF-4401-BFDB-0D50B27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绘图要求与代码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B0879-F69C-435A-A50F-F0B30368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实际图与图注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B66ED-914F-4E4A-B64C-121173D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源数据复核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6F543-16B2-4D1D-9202-0DDC553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对象、单位与缺失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F1544-7307-47C1-8D4C-A5FF0D29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图型、尺度和限制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99BD4-9185-41E8-BD60-314A3B12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保留可编辑版本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59E36-2ED5-481A-B475-406472BF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点数、数值和标签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655ED-E139-4D37-9034-4513F3D8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5A24D-8B50-432B-9A19-78AC5FE5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提示示例：保留全部观测，不连线、不加拟合，输出图注和数据来源。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AB4D4-8002-4D6F-89D5-9D22608E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本地原生图已生成；AI写出绘图建议与实际运行结果分别核对。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DCE39-F1C3-4620-A01E-1222F6E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23DF9-DF94-4E4C-ABAE-C05207A4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984589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EBAF9-0B8D-4431-B75F-B5B90EBCCB3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B1938-9D33-4B95-A9A1-86B20D77148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20023-6725-4424-9050-7EA6494E157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6A38A-E935-4293-BDED-A22A9564EA98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0FA35-61EE-44BC-9177-018022BCCED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AE823-B1B1-4B95-A01D-8BAD34B1857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167313"/>
            <a:ext cx="171450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F1727-DB44-4FCA-B978-63F60B12C70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00626-A3BF-429B-AE5A-EA588F19905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7478C-AB4C-444A-AF13-8B80DCA1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073D6-FABC-4600-A876-BAA43A68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3D9E4-4F10-4650-B8A9-0A629C30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3B433-A9ED-40BD-B483-17C5D4D3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以“分步提示能否改善独立解题”为例，把材料准备、过程记录与结果测量分开安排。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751D4-D8D4-473D-A770-6136BB00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78907-400D-4592-9672-1BC6274A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预试与材料核对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6CABC-3F62-4637-8AF0-D88231CA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01226-96BD-4C8B-B721-16EF788B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96A37-D708-4F70-8066-F06C2042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记录作答过程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5657D-527E-4FDA-B82B-FCA16617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记录作答过程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A60A3-1671-456A-BC8B-00837EB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统一无AI新题测验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84153-97D6-4313-8E1A-5C5000B8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33624-3F52-41D9-B25D-E68E6959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材料通过预试核对后，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再按预定分配规则实施。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A5DF3-31AD-4531-822D-18737AE7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教学方案，尚未实施。分配单位、样本依据、授权与评分规则均需另行确认。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B94150-496F-4404-AA12-095225A0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36FA97-842C-451B-A9A5-659B1816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69612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3B486-186A-432D-9C9B-23CE2883AD1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4857750"/>
            <a:ext cx="1428750" cy="1785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11991-F995-44CF-B5A1-E4CA6C56BC8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0001250" y="3690938"/>
            <a:ext cx="1428750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FAEC4-322E-4D40-8261-D3BEB6B2061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48577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185CE-5C47-42E9-A1E2-5F8BF7FB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FCD96-2275-48FA-9C5A-82F1F775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节点、箭头与判断条件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D7CFC-95FB-4FE0-BE02-3CD3D24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1FC14-EE9F-45CA-9CDB-492EE0E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每个节点写清处理或产物，箭头写明传递什么，判断分支给出可检查的条件。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D06DA-E2D1-4A5E-A8CF-74A9187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71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预试与评分核对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2D074-005B-4DA7-90CA-F4252CD6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达到预定标准？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B184D-D289-40A4-BC1B-0F99F47E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238500"/>
            <a:ext cx="304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进入正式实施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A0140-C0FE-45E0-92F8-174847B4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304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修订后重新核对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8909F-F3DE-411A-B2A7-5221BA53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33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达到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3E2D8-9C75-4A5B-9B26-DE484AF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未达到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EAD96-7320-48B6-A706-C7D698AF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标准需在方案中预先写明，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修订保留版本和原因。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0455F-5835-46DF-A16C-1B19CFF4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判断标准待方案明确；图示不表示已经通过预试或研究审核。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30BC1-AA5A-4FE3-BDDC-540DC541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D06EF-60CC-45B7-9921-C9011908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6726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98D90-8EB2-473D-8248-C13CF2306C6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4905375"/>
            <a:ext cx="1524000" cy="1738313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7E6A6-D405-4B1C-96DF-187CDCB3881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90938"/>
            <a:ext cx="1524000" cy="1214438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C3C4D-98C1-4664-B308-14F5D9D2BC2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95750" y="4905375"/>
            <a:ext cx="20955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B023A-7370-4634-8439-A357B96E02E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690938"/>
            <a:ext cx="2095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EE8CF-1957-482F-93AD-E3015CF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FE22C-D35D-488A-8B20-FB85B936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并行研究任务与汇合依据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C9047-57AD-47A5-8FCF-F9E1AAB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BF301-C66B-4563-A2B2-758303C8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并行分支要有各自输入和输出，汇合时说明要对照哪些证据。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FE466-CC4D-49E7-BACB-20F546B7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研究问题与假说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8106D-90A2-4ECC-A891-02A5D95F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作答过程记录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FC033-0A58-47C4-BAED-03C318D4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统一新题测验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22010-F203-4048-8CAC-91F0DAA3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29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对照证据并解释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8F0F6-5F3C-4F02-BDE6-6326E14C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形成可核查的编码记录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A78D5-32F6-49A7-86A0-2C603E29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286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形成可复核的评分结果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83F04-2916-4307-BCD8-FF2B450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教学示意。两条证据路径可能一致，也可能相互矛盾，需如实解释。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76D3F-B47E-4891-8234-92CAFF2E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595E6-BC04-4018-96C1-BBD4ABB1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304778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6978F-5E5C-469F-A899-FE450C6B7C3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3576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1CB4B-761C-4B6E-A304-322F1CC98C3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3576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81BA4-CF25-4356-9FAB-56B78C25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FDBF5-277B-43DF-8A92-90DD7CD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机制示意中的假说与证据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5BFD6-02E7-4BFB-85BC-D855C7DE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62AF7-C3A4-4E2A-83CB-70C1F201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“提示方式改变作答过程，进而影响独立解题”是一条需要验证的解释路径。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10754-47A3-44B2-903E-300E2601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B1A3A-464C-4355-AE34-B330D218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作答过程改变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40244-8652-48E6-9E74-98DB56F7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0525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独立解题表现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71827-D896-45F6-8247-230E5C4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记录具体提示与使用情况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18D05-D51A-472E-A0A4-7E2B3CD7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816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编码错误、尝试与修正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82639-770A-4AF4-8CBA-51E95E1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8162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使用统一无AI新题测量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6E594-AE7F-48CC-A383-73A7545C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待排除的其他解释：既有水平、练习时间、题目难度和实施差异。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7DF04-BC33-4994-81CC-CD27BBFF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课程假说示意。虚线表示待验证关系，未取得机制证据。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AFC2B-DEF3-4C7A-96A9-E18EDAE3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来源：课程自编教学示例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65C81-4732-4D66-963A-9F4E129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674239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EA3F8-DDCC-4BEB-9BA2-50EB0ADC1DC3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381375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96BB0-26D0-444D-A609-DB1FAB41BC2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381375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EAA11-38C3-4360-8B6E-67790D7703E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381375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8C10E-FAE1-4CA0-8E4C-C054EC70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E4005-0B1B-4FBF-8C45-DFB6076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数据图与路线图的编辑源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93B7A-7D90-4CDA-B000-0F2FB8DF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33F5C-65B8-4EB9-B668-293D41D1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保留数据、脚本和原生图表，路线另存节点与连接，后续改稿才能追溯修改。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5EA2E-57EE-44DD-8924-17CE6742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原始数据与计算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72432-481D-4CAA-ADDD-58DD4FC5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CSV、脚本、计算结果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AADA8-A384-4778-994B-A8D7471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原生图表与图注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FFDC0-0352-4B3F-9617-2E31FB7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PPT对象与嵌入工作簿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CA20A-ADB0-4AD7-B453-BD0D08F9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路线节点与连接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30057-895A-4248-B826-E32BF02A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draw.io与route.json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8BBCD-ED58-4D59-9F00-609EBE3E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PDF / SVG / 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2F9E0-B7EA-4C82-94E2-BCE714E2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预览、排版与矢量导出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8070B-796E-4E0C-A855-4DC8F5D5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配套文件是可编辑教学成果；未声称已经通过特定期刊的投稿验收。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83545-034B-4EB0-98D9-0F376C67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One，图注与图像要求；课程自编教学示例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7E9AB-1906-4D21-8F81-15B82317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500166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0F0DE-19F3-49EA-8F87-C042FA48187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6044D-1660-4C9C-A6A1-480ABE66B2C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3CB57-B7BF-4328-8CD1-8D53F2AA855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6346F-B6DC-4327-AE66-B4FD9BFC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20E43-D7FB-41DD-BD63-28BEE6EF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科研图的交付核对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B03D4-E32E-40AD-8129-7C3F4C52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E9DAF-7A61-4420-A478-74A07A1A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一张图交付前，需要核对数值、符号、来源和表达范围，并在实际尺寸下检查可读性。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29835-346D-47E9-8125-C97FA846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数据与单位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95F94-438D-473F-9301-A52D2D5B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关系与符号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B7E96-071C-4E0C-9A60-B10AE7C4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来源与图注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59F4F-0B2F-4DF3-9C62-488058A8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尺寸与编辑源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25049-24C2-4B12-BB49-7587737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复算点、柱和区间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FCB94-6C8A-4AF5-9D7B-32CA5CE4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检查箭头与图例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F31FF-DDD2-47CE-8942-DFFFEDEF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说明材料性质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88A67-71FC-4400-A6ED-D0C9111C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保留清楚可改的版本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6EBC2-9DCF-4246-A53F-951E4330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F9FBA-0F90-4F38-9FAA-BE54F1B0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数据图查数值与口径，路线图查连接与判断，机制图查证据状态。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D8EDD-7014-4020-BB8F-E7351D82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下一节：论文写作、投稿与返修，将图、表和证据组织进正文。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EE823-051D-4C28-B595-ACBDEE1D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B1DB0-03E8-49A0-A08F-2D1DBA87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3038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2026-10-18T02:38:12.2360000Z</dcterms:created>
  <dcterms:modified xsi:type="dcterms:W3CDTF">2026-10-18T02:38:12.2360000Z</dcterms:modified>
</coreProperties>
</file>