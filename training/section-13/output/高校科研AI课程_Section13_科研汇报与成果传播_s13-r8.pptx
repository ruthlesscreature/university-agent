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e4dacf22c4d30" /><Relationship Type="http://schemas.openxmlformats.org/officeDocument/2006/relationships/extended-properties" Target="/docProps/app.xml" Id="R397baa6140fd4fd6" /><Relationship Type="http://schemas.openxmlformats.org/officeDocument/2006/relationships/officeDocument" Target="/ppt/presentation.xml" Id="R4ad21ea8c8e3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d91ccba65c495c"/>
  </p:sldMasterIdLst>
  <p:notesMasterIdLst>
    <p:notesMasterId xmlns:r="http://schemas.openxmlformats.org/officeDocument/2006/relationships" r:id="R5c7370cd695548a1"/>
  </p:notesMasterIdLst>
  <p:sldIdLst>
    <p:sldId xmlns:r="http://schemas.openxmlformats.org/officeDocument/2006/relationships" id="256" r:id="R406b4a85966a4edf"/>
    <p:sldId xmlns:r="http://schemas.openxmlformats.org/officeDocument/2006/relationships" id="257" r:id="R619b14623e924301"/>
    <p:sldId xmlns:r="http://schemas.openxmlformats.org/officeDocument/2006/relationships" id="258" r:id="Rb3340a11bd6a445f"/>
    <p:sldId xmlns:r="http://schemas.openxmlformats.org/officeDocument/2006/relationships" id="259" r:id="Rbd4e35247f344124"/>
    <p:sldId xmlns:r="http://schemas.openxmlformats.org/officeDocument/2006/relationships" id="260" r:id="R4c8626a5158744bc"/>
    <p:sldId xmlns:r="http://schemas.openxmlformats.org/officeDocument/2006/relationships" id="261" r:id="Ra4dc6988a301471c"/>
    <p:sldId xmlns:r="http://schemas.openxmlformats.org/officeDocument/2006/relationships" id="262" r:id="R541ab49f99364929"/>
    <p:sldId xmlns:r="http://schemas.openxmlformats.org/officeDocument/2006/relationships" id="263" r:id="Rb796444217fc4376"/>
    <p:sldId xmlns:r="http://schemas.openxmlformats.org/officeDocument/2006/relationships" id="264" r:id="R7ebf05ba1ae4483f"/>
    <p:sldId xmlns:r="http://schemas.openxmlformats.org/officeDocument/2006/relationships" id="265" r:id="R331e40450b934f7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21cee03bbd4cd9" /><Relationship Type="http://schemas.openxmlformats.org/officeDocument/2006/relationships/slideMaster" Target="/ppt/slideMasters/slideMaster1.xml" Id="R2ed91ccba65c495c" /><Relationship Type="http://schemas.openxmlformats.org/officeDocument/2006/relationships/notesMaster" Target="/ppt/notesMasters/notesMaster1.xml" Id="R5c7370cd695548a1" /><Relationship Type="http://schemas.openxmlformats.org/officeDocument/2006/relationships/presProps" Target="/ppt/presProps.xml" Id="R88468ed464964818" /><Relationship Type="http://schemas.openxmlformats.org/officeDocument/2006/relationships/tableStyles" Target="/ppt/tableStyles.xml" Id="R0b77141736cb4197" /><Relationship Type="http://schemas.openxmlformats.org/officeDocument/2006/relationships/slide" Target="/ppt/slides/slide1.xml" Id="R406b4a85966a4edf" /><Relationship Type="http://schemas.openxmlformats.org/officeDocument/2006/relationships/slide" Target="/ppt/slides/slide2.xml" Id="R619b14623e924301" /><Relationship Type="http://schemas.openxmlformats.org/officeDocument/2006/relationships/slide" Target="/ppt/slides/slide3.xml" Id="Rb3340a11bd6a445f" /><Relationship Type="http://schemas.openxmlformats.org/officeDocument/2006/relationships/slide" Target="/ppt/slides/slide4.xml" Id="Rbd4e35247f344124" /><Relationship Type="http://schemas.openxmlformats.org/officeDocument/2006/relationships/slide" Target="/ppt/slides/slide5.xml" Id="R4c8626a5158744bc" /><Relationship Type="http://schemas.openxmlformats.org/officeDocument/2006/relationships/slide" Target="/ppt/slides/slide6.xml" Id="Ra4dc6988a301471c" /><Relationship Type="http://schemas.openxmlformats.org/officeDocument/2006/relationships/slide" Target="/ppt/slides/slide7.xml" Id="R541ab49f99364929" /><Relationship Type="http://schemas.openxmlformats.org/officeDocument/2006/relationships/slide" Target="/ppt/slides/slide8.xml" Id="Rb796444217fc4376" /><Relationship Type="http://schemas.openxmlformats.org/officeDocument/2006/relationships/slide" Target="/ppt/slides/slide9.xml" Id="R7ebf05ba1ae4483f" /><Relationship Type="http://schemas.openxmlformats.org/officeDocument/2006/relationships/slide" Target="/ppt/slides/slide10.xml" Id="R331e40450b93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cd3322b126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00c91674c54a7f" /><Relationship Type="http://schemas.openxmlformats.org/officeDocument/2006/relationships/notesMaster" Target="/ppt/notesMasters/notesMaster1.xml" Id="R0ab8d07657b4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39b3c5d7c400d" /><Relationship Type="http://schemas.openxmlformats.org/officeDocument/2006/relationships/notesMaster" Target="/ppt/notesMasters/notesMaster1.xml" Id="R7800585a14c543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cbdc15db64fee" /><Relationship Type="http://schemas.openxmlformats.org/officeDocument/2006/relationships/notesMaster" Target="/ppt/notesMasters/notesMaster1.xml" Id="R543b230602404e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c4b044e96340af" /><Relationship Type="http://schemas.openxmlformats.org/officeDocument/2006/relationships/notesMaster" Target="/ppt/notesMasters/notesMaster1.xml" Id="Ra9b4c8ab8a32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7c2168354a4984" /><Relationship Type="http://schemas.openxmlformats.org/officeDocument/2006/relationships/notesMaster" Target="/ppt/notesMasters/notesMaster1.xml" Id="R30ba4d74d41a46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6f02c854194140" /><Relationship Type="http://schemas.openxmlformats.org/officeDocument/2006/relationships/notesMaster" Target="/ppt/notesMasters/notesMaster1.xml" Id="R2dff5dd1d62d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ded0c4acc54aae" /><Relationship Type="http://schemas.openxmlformats.org/officeDocument/2006/relationships/notesMaster" Target="/ppt/notesMasters/notesMaster1.xml" Id="R36137c1a8c3449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2550dbc7884b80" /><Relationship Type="http://schemas.openxmlformats.org/officeDocument/2006/relationships/notesMaster" Target="/ppt/notesMasters/notesMaster1.xml" Id="R4d2f0629ea3b44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bb5454efe44af" /><Relationship Type="http://schemas.openxmlformats.org/officeDocument/2006/relationships/notesMaster" Target="/ppt/notesMasters/notesMaster1.xml" Id="R7bd7be2b7f3c46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045eb02116486f" /><Relationship Type="http://schemas.openxmlformats.org/officeDocument/2006/relationships/notesMaster" Target="/ppt/notesMasters/notesMaster1.xml" Id="R212a743f2de7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同一企鹅公开数据二次分析编排四个相对时点，三个月节奏是课程示例，不是机构规定或已完成活动。四份完整Markdown草稿及CSV/JSON安排在outreach-packet。第1周解释146条记录中雌雄各73、均值差4.62毫米；第1月末说明344至152至146筛选与代码版本；第2月末用预设问答说明未测游泳速度、分布重叠和外推限制；第3月末检查链接、哈希和复算一致性，若需修改则保留旧版和原因。问答由课程设置，不能说成收到的读者反馈。没有平台发布、日历提醒、访问或采纳数据。原第10页的现场问答和反馈区分保留在R3、R4草稿：回答回到已测内容，传播统计、具体问题及后续使用分别留真实证据。正式传播需作者确认素材、署名、版本和公开权限；不为更新频率新增未经证实的发现。下一节转入本地与云端Agent的实际运行范围。 首季度结束后，依据实际问题、资料和可用精力编排下一季度；没有资料变化时也可以暂停更新，不设自动发布循环。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UKRI Guidance on engaging the public with your research</a:t>
            </a:r>
          </a:p>
          <a:p xmlns:a="http://schemas.openxmlformats.org/drawingml/2006/main">
            <a:r>
              <a:t>https://www.ukri.org/manage-your-award/good-research-resource-hub/guidance-on-engaging-the-public-with-your-research/</a:t>
            </a:r>
          </a:p>
          <a:p xmlns:a="http://schemas.openxmlformats.org/drawingml/2006/main">
            <a:r>
              <a:t>定位：2026-10-19读Identify your target group、Listen to the public、Measure success；具体月度安排由课程编写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本节三个月传播安排与四份教学草稿</a:t>
            </a:r>
          </a:p>
          <a:p xmlns:a="http://schemas.openxmlformats.org/drawingml/2006/main">
            <a:r>
              <a:t>local:training/section-13/outreach-packet/plan.json</a:t>
            </a:r>
          </a:p>
          <a:p xmlns:a="http://schemas.openxmlformats.org/drawingml/2006/main">
            <a:r>
              <a:t>定位：四份Markdown、材料状态、CSV与核对；没有实际平台发布、用户反馈或传播指标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885758f7045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c1828ecf24a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2e7e7339a40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01c1ea46a42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26a66159544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c6448ecf34b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E50352-87CF-4448-9D85-1CE16724D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57CE05-0622-4DEB-A0DD-0E665337C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747B2A-3739-4A6A-B94C-A41431E36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6682D4-6BCC-40F8-8F24-F9C5BC585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F59209-9E14-4885-A1C7-7562399C21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D7A42A-376C-4EB2-B406-3D4E9801A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47E83C-946E-4B7C-961E-79EE16553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246970-DC2A-4F91-BAC3-0833B386FE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0D1A2-437E-4A9F-A579-CB791B55B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EA8C2-04AE-40C0-8577-1CDB92B89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03706d3584c3f" /><Relationship Type="http://schemas.openxmlformats.org/officeDocument/2006/relationships/slideLayout" Target="/ppt/slideLayouts/slideLayout1.xml" Id="R3a65e1eb18964239" /><Relationship Type="http://schemas.openxmlformats.org/officeDocument/2006/relationships/slideLayout" Target="/ppt/slideLayouts/slideLayout2.xml" Id="Refe9acd37f2743f2" /><Relationship Type="http://schemas.openxmlformats.org/officeDocument/2006/relationships/slideLayout" Target="/ppt/slideLayouts/slideLayout3.xml" Id="R696fda2872b74053" /><Relationship Type="http://schemas.openxmlformats.org/officeDocument/2006/relationships/slideLayout" Target="/ppt/slideLayouts/slideLayout4.xml" Id="Rbf852e139ef44e86" /><Relationship Type="http://schemas.openxmlformats.org/officeDocument/2006/relationships/slideLayout" Target="/ppt/slideLayouts/slideLayout5.xml" Id="R21584e00e3924313" /><Relationship Type="http://schemas.openxmlformats.org/officeDocument/2006/relationships/slideLayout" Target="/ppt/slideLayouts/slideLayout6.xml" Id="Rc167b38ea80f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5e1eb18964239"/>
    <p:sldLayoutId xmlns:r="http://schemas.openxmlformats.org/officeDocument/2006/relationships" id="2147483650" r:id="Refe9acd37f2743f2"/>
    <p:sldLayoutId xmlns:r="http://schemas.openxmlformats.org/officeDocument/2006/relationships" id="2147483651" r:id="R696fda2872b74053"/>
    <p:sldLayoutId xmlns:r="http://schemas.openxmlformats.org/officeDocument/2006/relationships" id="2147483652" r:id="Rbf852e139ef44e86"/>
    <p:sldLayoutId xmlns:r="http://schemas.openxmlformats.org/officeDocument/2006/relationships" id="2147483653" r:id="R21584e00e3924313"/>
    <p:sldLayoutId xmlns:r="http://schemas.openxmlformats.org/officeDocument/2006/relationships" id="2147483654" r:id="Rc167b38ea80f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865b9c7c142a3" /><Relationship Type="http://schemas.openxmlformats.org/officeDocument/2006/relationships/notesSlide" Target="/ppt/notesSlides/notesSlide1.xml" Id="Rb050ebfb72a4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cc5f7c5ff4892" /><Relationship Type="http://schemas.openxmlformats.org/officeDocument/2006/relationships/notesSlide" Target="/ppt/notesSlides/notesSlide2.xml" Id="R53e2d99a86f842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2d722d34443a7" /><Relationship Type="http://schemas.openxmlformats.org/officeDocument/2006/relationships/image" Target="/ppt/media/image.png" Id="R82e211f1baee4041" /><Relationship Type="http://schemas.openxmlformats.org/officeDocument/2006/relationships/notesSlide" Target="/ppt/notesSlides/notesSlide3.xml" Id="R8a7db86a52c9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428149da448c6" /><Relationship Type="http://schemas.openxmlformats.org/officeDocument/2006/relationships/chart" Target="/ppt/slides/charts/chart1.xml" Id="Recb13c035b894e59" /><Relationship Type="http://schemas.openxmlformats.org/officeDocument/2006/relationships/notesSlide" Target="/ppt/notesSlides/notesSlide4.xml" Id="R3e7474cba2b944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c168a4d554b7b" /><Relationship Type="http://schemas.openxmlformats.org/officeDocument/2006/relationships/notesSlide" Target="/ppt/notesSlides/notesSlide5.xml" Id="Re8a6ea85348043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950e261244dfd" /><Relationship Type="http://schemas.openxmlformats.org/officeDocument/2006/relationships/notesSlide" Target="/ppt/notesSlides/notesSlide6.xml" Id="R75826f58e540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541dfa92f4eb9" /><Relationship Type="http://schemas.openxmlformats.org/officeDocument/2006/relationships/notesSlide" Target="/ppt/notesSlides/notesSlide7.xml" Id="R77d4886bc28440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c8b2f50554f61" /><Relationship Type="http://schemas.openxmlformats.org/officeDocument/2006/relationships/notesSlide" Target="/ppt/notesSlides/notesSlide8.xml" Id="Re910ea08b27a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5602d08a14d23" /><Relationship Type="http://schemas.openxmlformats.org/officeDocument/2006/relationships/image" Target="/ppt/media/image2.png" Id="Rba9ac5a71d6c4d07" /><Relationship Type="http://schemas.openxmlformats.org/officeDocument/2006/relationships/notesSlide" Target="/ppt/notesSlides/notesSlide9.xml" Id="R13ecd7c9ddbb46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49182650047f8" /><Relationship Type="http://schemas.openxmlformats.org/officeDocument/2006/relationships/notesSlide" Target="/ppt/notesSlides/notesSlide10.xml" Id="R83bfeef2b36d42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43035-CCCE-454E-B72E-A345441CB3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BEE77-1CE7-4DDF-900D-CFCA27AA223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16104-C5B0-402B-A106-F91F5D4483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B74FA-34FA-491F-8998-04A23057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B68A-EA57-478E-BA76-08B63F5F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1C18C-EC7D-4E32-91AA-C2DAD935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D4AA5-9DC6-4626-9BDC-080EF15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E3AE3-CB83-4E81-B406-25BE990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EB589-005E-4435-848D-053DFEC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A8F3D-929C-4B5B-84EA-C6417E1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1AE91-FFAA-4D81-8E90-93FF3941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313C4-4F11-49FC-8E57-1AA168E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ADFFD-A54C-4AF1-BC9B-D05366C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2D771-5254-490D-9B61-5894136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C46C5-671A-43FF-99D4-B5E41BF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BB0DD-EA6B-4D96-9DFE-409C486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96895-4496-4309-9CC9-3DAD65A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0176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BA7D4-576E-4643-A134-1CD46F694A9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A42FF-C43F-4510-98D8-E184985CA50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DCDEE-3D4C-4B95-B039-3A979F538F7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46100-9A24-4FB8-88A4-2D5F23C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394B6-C695-4C19-9C31-56B24857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69CC5-F72C-4163-8339-99B9F42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0D82F-65DC-4E10-9E97-2BA9C978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F28C4-50B6-4834-94A9-DAE36D08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36F7-A32D-4894-A1E9-E2FF404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D0995-F4C1-494E-A2A0-C0D6B9C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737AF-F653-4159-A073-FC3BAD24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解释范围与后续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C37A9-27CA-449F-B298-AE41119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所选记录的雌雄鳍长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怎样分布？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87806-3FF6-4D4C-BEE3-9CD6AF23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公开CSV、物种筛选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与描述统计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B7C8C-B1E9-415F-B6FA-DF3D77D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分布、分组均值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及比较方向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5F4FC-1D00-4693-9E4F-4446F37C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尚缺个体与抽样资料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不作因果解释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13384-8B21-4314-98F4-96B08E5F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F8BE0-3590-4678-8917-7060E313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15C28-89BA-4EEA-B42F-B5E4735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9D19C-F400-4867-8A30-329DCBF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0528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D6FB3-E13B-49B7-A784-B1F2F18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54AC6-ED82-4FDB-9CDE-F6C3BB3E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ED9F5-BD1A-404C-B764-709BE118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88FB0-5482-49B7-9B7E-D995CE1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6D346-F012-4B70-BB64-8C661D0D1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211f1baee4041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5270A-CE94-4DF3-B94A-4A522D7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DBC22-135C-4F40-AC31-31465D6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FFBF7-BFDD-407A-8D3B-770D7079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00E7C-B7C2-4EAC-92FA-52CECA3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4643B-7CCC-46BB-BF4F-B71223C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63858-DB60-4CCF-827B-A72F24E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C6D64-8F3B-4290-AA18-441E6CA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7BC87-A5A4-4A64-8339-354BE66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31A9F-79C2-4BC6-8786-9AB9520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9019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4C579-3984-4B39-8993-82A1602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248BD-BCCF-4A78-8EF1-10D7594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37EDE-74A7-426F-971A-FFF11102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BBEED-119B-4D3B-B9D7-60A6948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FF25579-DFFA-4C67-8D45-3EF524B3D92E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b13c035b894e5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FD0A9-351C-42E5-BDAB-1D44595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2A658-CB4B-4BB4-8DA8-23C64471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均值差为4.62 mm，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均值有差别，不表示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每只雄性都更长。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66A26-4852-4C9C-B7A0-80BF54B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F308E-0748-432B-BD73-9AB70007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E87C5-540A-4EFF-B8DD-A65E76A5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2794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D8F23-C0EE-4714-A26F-58FF17E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1CE98-BAFD-47DD-8B22-8C57CD3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2C418-33E8-40E8-94A1-6547625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6B461-B812-436C-BA05-595A905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4D119-ADE6-480E-B660-523F4AF8385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206D9-25F6-43C3-995E-8C42FFC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BEF89-E6E2-42AA-877D-8E6FCD0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D125D-831E-42A6-91EE-DC09E35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189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7921A-FA19-4851-853F-93DAD63F81E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0CAAF-80F8-482F-AA66-D30BBB1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4F0DF-AE68-4AB2-83C3-318F365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ECD9C-07EA-48B2-9559-04C416E2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0217A-CC5E-48D2-BEE2-8A2CBB6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E9054-6207-4615-9DF0-7CB98C4D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B4D98-45E6-4F83-8814-06B2DC7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43AE-C5EE-48AF-9C89-0ABC6468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B086-761B-44D7-97BE-8F71C5C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33797-67C8-4AE0-89FE-7B99A1FA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510E9-D0DF-4CF8-99C0-8C40088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37705-9464-4284-8D95-227B21C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0AD34-86C1-4330-8930-819EF6D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6633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FA604-259E-4777-9BD3-2A43E369DB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C1B26-06B5-4FC0-9270-38740BD7BEA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4BA6D-3822-48A4-94FD-886B54A0CA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59542-6F05-4185-A5D2-C82C4C4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D0F8-16D4-4597-B730-2A07F758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7DFBA-D75A-4EFD-B450-A9D7A63D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2669-245A-446E-928D-2F0C0B75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553B9-B01D-4ECF-9C03-F435D9A4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89197-17AA-423A-8748-9C2E7611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A6A9-FC64-487A-B1C4-06F2DEF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52844-0320-469E-A1C7-87E8FBD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B56CA-9AA2-41EF-A6A2-8148374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BEEBA-FBA4-4CB9-BBCA-70292E4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4D830-08C4-4147-B6D1-BAD69B23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7D9DB-D719-487E-8537-7907954A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8AD0C-A975-41C2-80A0-82A3C0B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E958A-825F-4C6F-8BFD-ECC01F8F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8725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D1580-288B-40D0-A02F-421B3B4851E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A340B-63DC-4E60-B00E-99A7C98DFD5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27112-AF29-4423-8FB7-8F80F8C4AA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168CA-9D07-4945-BDB5-59F00B0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BBAEE-C989-4D34-A548-E3D35C2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2CFF6-2E38-43FE-A9C6-14AB7476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86876-82EA-4C58-9BF6-6733A45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23F27-5CA9-445F-8DF0-5650FCC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0BB2B-AA41-499C-BC0F-E05D7C5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2FBE6-B19D-4DFB-842B-9C785B4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037B0-0F1B-4246-8824-C5FB2BC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C7014-1382-4CCA-BC8C-C76BC520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2718D-03A9-403A-9BDC-AAB8773B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48E5C-D5CC-4E0F-BCFD-FAD1004B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A73C6-DF87-4C62-B490-E0933D88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C7117-B9E1-4052-98A3-B921E48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90209-18CD-4A8F-81AF-FE0EF28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63F16-A4BA-475E-B1DC-B3BEAE2D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44E8B-9EAE-4895-82A4-40371C46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6085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D6059-7969-4B03-9E2C-9ECA8B2EEAE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AD697-000B-4B1A-A0BA-AB0EFC86E2A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D15B8-38BE-4EDC-8FB7-461C417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A6C65-0814-4F61-A3DF-7894B1B9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C94EA-30A8-4B2E-ABF0-B2564BD1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06F4-5C07-433D-B80F-C6F702E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三个读者版本与修订示例已经写入Word，并与实际复算结果一起保存。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2C0A-BD7A-4A5D-AAB3-97F341DA9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ac5a71d6c4d07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8169C-C693-4EAF-900F-36575D3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DA12C-960B-4EA6-953B-C8500F8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690B5-7A82-4CC2-AF42-E18319B1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BB029-FB31-40CB-A354-EC6597D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三个读者版本及表达修订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F3B5D-5A3A-48AA-997E-F59471B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78B6A-81CF-4743-9697-38A991B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4C2A7-85BF-43BE-9679-04A3658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821EE-04FA-4A3A-A551-0BE0CA3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3359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1C20B-8375-4769-A3F9-DD1BF2138CC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E9934-B7AF-4CB1-8ED4-4C37F6089A5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7305A-E18C-4F67-846D-D42B823B599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98B77-06A7-4653-850D-EFF14D28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6D51E-5F75-442B-89BD-9E1476F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围绕公开材料的三个月传播安排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CEB5C-EE60-481B-BE80-D45943A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9E3A6-0EED-405D-B3FE-C76F487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每次增加一项读者需要的信息，同时保留来源、版本和解释范围。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F3AC-F12B-4682-81E2-F2B15566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B84B0-669E-4CFF-AA46-F48221BD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944C3-7BC4-4B55-8886-396BFBD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限制答疑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2C676-85E6-4DC9-B314-DCC0128A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第3月末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BC4A1-9C21-4062-98A5-F74BFBE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解释4.62毫米差异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附公开数据与教学标识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FAAFD-9C17-4ACA-B6D7-67755F66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 / 152 / 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记录筛选与排除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代码、单位与版本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96F7D-DD36-4B9C-BCBB-894B08C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说明未测游泳性能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区分预设与实际问题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0210C-AAA7-43E3-91C6-15C5D25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复核链接与复算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保留旧版及原因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再排下一季度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3B8F5-8220-46C1-A784-AE1CACA9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每次介绍对应可追查的材料，新增发现需要新的研究依据。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39C70-E643-4CB7-80AC-EAC02CAF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反馈分别留证：访问统计、具体问题、后续使用。没有测量时写“未测量”。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9168B-8BEE-4446-8D20-3A85907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教学安排，四份草稿尚未发布；没有访问、引用或采纳实测数据。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08F2F-E361-4AF7-8AA7-299884B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来源：佛罗里达大学2025原始课件；UKRI，读者、倾听与评价指导；自编三个月教学安排，未发布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E01A3-27ED-425F-AAF2-E24FAD7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5672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2026-10-19T06:24:15.7610000Z</dcterms:created>
  <dcterms:modified xsi:type="dcterms:W3CDTF">2026-10-19T06:24:15.7610000Z</dcterms:modified>
</coreProperties>
</file>