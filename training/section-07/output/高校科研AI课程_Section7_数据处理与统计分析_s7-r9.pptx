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4bde8845a94729" /><Relationship Type="http://schemas.openxmlformats.org/officeDocument/2006/relationships/extended-properties" Target="/docProps/app.xml" Id="R580f0c56bf5d4cfb" /><Relationship Type="http://schemas.openxmlformats.org/officeDocument/2006/relationships/officeDocument" Target="/ppt/presentation.xml" Id="R3c37bf74390141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1c68853d841b1"/>
  </p:sldMasterIdLst>
  <p:notesMasterIdLst>
    <p:notesMasterId xmlns:r="http://schemas.openxmlformats.org/officeDocument/2006/relationships" r:id="R50ca968ea17b4820"/>
  </p:notesMasterIdLst>
  <p:sldIdLst>
    <p:sldId xmlns:r="http://schemas.openxmlformats.org/officeDocument/2006/relationships" id="256" r:id="R4e03b763fb4b407d"/>
    <p:sldId xmlns:r="http://schemas.openxmlformats.org/officeDocument/2006/relationships" id="257" r:id="R2a8068a5cfce492a"/>
    <p:sldId xmlns:r="http://schemas.openxmlformats.org/officeDocument/2006/relationships" id="258" r:id="Rcc480a73ac854cef"/>
    <p:sldId xmlns:r="http://schemas.openxmlformats.org/officeDocument/2006/relationships" id="259" r:id="Re871c9b18ad04c95"/>
    <p:sldId xmlns:r="http://schemas.openxmlformats.org/officeDocument/2006/relationships" id="260" r:id="Rdf642e2467dd45ae"/>
    <p:sldId xmlns:r="http://schemas.openxmlformats.org/officeDocument/2006/relationships" id="261" r:id="R5e948adc46be40d3"/>
    <p:sldId xmlns:r="http://schemas.openxmlformats.org/officeDocument/2006/relationships" id="262" r:id="R6f9a5cbe4d384555"/>
    <p:sldId xmlns:r="http://schemas.openxmlformats.org/officeDocument/2006/relationships" id="263" r:id="Re407a42601464a43"/>
    <p:sldId xmlns:r="http://schemas.openxmlformats.org/officeDocument/2006/relationships" id="264" r:id="R7681adb1ac754259"/>
    <p:sldId xmlns:r="http://schemas.openxmlformats.org/officeDocument/2006/relationships" id="265" r:id="R5dc95a1ae0f74b06"/>
    <p:sldId xmlns:r="http://schemas.openxmlformats.org/officeDocument/2006/relationships" id="266" r:id="Ra495fc3d8f3041ec"/>
    <p:sldId xmlns:r="http://schemas.openxmlformats.org/officeDocument/2006/relationships" id="267" r:id="Rc8513fdaa59249a1"/>
    <p:sldId xmlns:r="http://schemas.openxmlformats.org/officeDocument/2006/relationships" id="268" r:id="Rbb7ca05eaeb04ead"/>
    <p:sldId xmlns:r="http://schemas.openxmlformats.org/officeDocument/2006/relationships" id="269" r:id="Re223f95d96b94109"/>
    <p:sldId xmlns:r="http://schemas.openxmlformats.org/officeDocument/2006/relationships" id="270" r:id="R3868c4aab77847bc"/>
    <p:sldId xmlns:r="http://schemas.openxmlformats.org/officeDocument/2006/relationships" id="271" r:id="R7517b8268b7d4639"/>
    <p:sldId xmlns:r="http://schemas.openxmlformats.org/officeDocument/2006/relationships" id="272" r:id="Ra310ac7bf887481c"/>
    <p:sldId xmlns:r="http://schemas.openxmlformats.org/officeDocument/2006/relationships" id="273" r:id="R9ef6851660a347bc"/>
    <p:sldId xmlns:r="http://schemas.openxmlformats.org/officeDocument/2006/relationships" id="274" r:id="R703f077de5f7477c"/>
    <p:sldId xmlns:r="http://schemas.openxmlformats.org/officeDocument/2006/relationships" id="275" r:id="Rf14435d14d41426f"/>
    <p:sldId xmlns:r="http://schemas.openxmlformats.org/officeDocument/2006/relationships" id="276" r:id="R531cbd4b61884a71"/>
    <p:sldId xmlns:r="http://schemas.openxmlformats.org/officeDocument/2006/relationships" id="277" r:id="Rf70778bfc555471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c9ae97caa4f02" /><Relationship Type="http://schemas.openxmlformats.org/officeDocument/2006/relationships/slideMaster" Target="/ppt/slideMasters/slideMaster1.xml" Id="R57e1c68853d841b1" /><Relationship Type="http://schemas.openxmlformats.org/officeDocument/2006/relationships/notesMaster" Target="/ppt/notesMasters/notesMaster1.xml" Id="R50ca968ea17b4820" /><Relationship Type="http://schemas.openxmlformats.org/officeDocument/2006/relationships/presProps" Target="/ppt/presProps.xml" Id="Rfb57007c1c2645b7" /><Relationship Type="http://schemas.openxmlformats.org/officeDocument/2006/relationships/tableStyles" Target="/ppt/tableStyles.xml" Id="Rbd5f4dabc6984d62" /><Relationship Type="http://schemas.openxmlformats.org/officeDocument/2006/relationships/slide" Target="/ppt/slides/slide1.xml" Id="R4e03b763fb4b407d" /><Relationship Type="http://schemas.openxmlformats.org/officeDocument/2006/relationships/slide" Target="/ppt/slides/slide2.xml" Id="R2a8068a5cfce492a" /><Relationship Type="http://schemas.openxmlformats.org/officeDocument/2006/relationships/slide" Target="/ppt/slides/slide3.xml" Id="Rcc480a73ac854cef" /><Relationship Type="http://schemas.openxmlformats.org/officeDocument/2006/relationships/slide" Target="/ppt/slides/slide4.xml" Id="Re871c9b18ad04c95" /><Relationship Type="http://schemas.openxmlformats.org/officeDocument/2006/relationships/slide" Target="/ppt/slides/slide5.xml" Id="Rdf642e2467dd45ae" /><Relationship Type="http://schemas.openxmlformats.org/officeDocument/2006/relationships/slide" Target="/ppt/slides/slide6.xml" Id="R5e948adc46be40d3" /><Relationship Type="http://schemas.openxmlformats.org/officeDocument/2006/relationships/slide" Target="/ppt/slides/slide7.xml" Id="R6f9a5cbe4d384555" /><Relationship Type="http://schemas.openxmlformats.org/officeDocument/2006/relationships/slide" Target="/ppt/slides/slide8.xml" Id="Re407a42601464a43" /><Relationship Type="http://schemas.openxmlformats.org/officeDocument/2006/relationships/slide" Target="/ppt/slides/slide9.xml" Id="R7681adb1ac754259" /><Relationship Type="http://schemas.openxmlformats.org/officeDocument/2006/relationships/slide" Target="/ppt/slides/slide10.xml" Id="R5dc95a1ae0f74b06" /><Relationship Type="http://schemas.openxmlformats.org/officeDocument/2006/relationships/slide" Target="/ppt/slides/slide11.xml" Id="Ra495fc3d8f3041ec" /><Relationship Type="http://schemas.openxmlformats.org/officeDocument/2006/relationships/slide" Target="/ppt/slides/slide12.xml" Id="Rc8513fdaa59249a1" /><Relationship Type="http://schemas.openxmlformats.org/officeDocument/2006/relationships/slide" Target="/ppt/slides/slide13.xml" Id="Rbb7ca05eaeb04ead" /><Relationship Type="http://schemas.openxmlformats.org/officeDocument/2006/relationships/slide" Target="/ppt/slides/slide14.xml" Id="Re223f95d96b94109" /><Relationship Type="http://schemas.openxmlformats.org/officeDocument/2006/relationships/slide" Target="/ppt/slides/slide15.xml" Id="R3868c4aab77847bc" /><Relationship Type="http://schemas.openxmlformats.org/officeDocument/2006/relationships/slide" Target="/ppt/slides/slide16.xml" Id="R7517b8268b7d4639" /><Relationship Type="http://schemas.openxmlformats.org/officeDocument/2006/relationships/slide" Target="/ppt/slides/slide17.xml" Id="Ra310ac7bf887481c" /><Relationship Type="http://schemas.openxmlformats.org/officeDocument/2006/relationships/slide" Target="/ppt/slides/slide18.xml" Id="R9ef6851660a347bc" /><Relationship Type="http://schemas.openxmlformats.org/officeDocument/2006/relationships/slide" Target="/ppt/slides/slide19.xml" Id="R703f077de5f7477c" /><Relationship Type="http://schemas.openxmlformats.org/officeDocument/2006/relationships/slide" Target="/ppt/slides/slide20.xml" Id="Rf14435d14d41426f" /><Relationship Type="http://schemas.openxmlformats.org/officeDocument/2006/relationships/slide" Target="/ppt/slides/slide21.xml" Id="R531cbd4b61884a71" /><Relationship Type="http://schemas.openxmlformats.org/officeDocument/2006/relationships/slide" Target="/ppt/slides/slide22.xml" Id="Rf70778bfc55547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6c2d25d2f2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5bf57e68344d9" /><Relationship Type="http://schemas.openxmlformats.org/officeDocument/2006/relationships/notesMaster" Target="/ppt/notesMasters/notesMaster1.xml" Id="Rcc53f4b281f94e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64b795ed74140" /><Relationship Type="http://schemas.openxmlformats.org/officeDocument/2006/relationships/notesMaster" Target="/ppt/notesMasters/notesMaster1.xml" Id="Rb92808bbcb824f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7fa742c194a99" /><Relationship Type="http://schemas.openxmlformats.org/officeDocument/2006/relationships/notesMaster" Target="/ppt/notesMasters/notesMaster1.xml" Id="R120106ea80f346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4cd4777ed40f8" /><Relationship Type="http://schemas.openxmlformats.org/officeDocument/2006/relationships/notesMaster" Target="/ppt/notesMasters/notesMaster1.xml" Id="Rd4a530eb12f7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90bbb328d4f29" /><Relationship Type="http://schemas.openxmlformats.org/officeDocument/2006/relationships/notesMaster" Target="/ppt/notesMasters/notesMaster1.xml" Id="Rebc1eeb72e37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1f3f34d556474f" /><Relationship Type="http://schemas.openxmlformats.org/officeDocument/2006/relationships/notesMaster" Target="/ppt/notesMasters/notesMaster1.xml" Id="R749da626a77d49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820301c4424a36" /><Relationship Type="http://schemas.openxmlformats.org/officeDocument/2006/relationships/notesMaster" Target="/ppt/notesMasters/notesMaster1.xml" Id="R310e89429cb549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ed9db4e2674757" /><Relationship Type="http://schemas.openxmlformats.org/officeDocument/2006/relationships/notesMaster" Target="/ppt/notesMasters/notesMaster1.xml" Id="R6ddaff8897a6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25a1c693b449a9" /><Relationship Type="http://schemas.openxmlformats.org/officeDocument/2006/relationships/notesMaster" Target="/ppt/notesMasters/notesMaster1.xml" Id="Re944264a1de94c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3036091c204098" /><Relationship Type="http://schemas.openxmlformats.org/officeDocument/2006/relationships/notesMaster" Target="/ppt/notesMasters/notesMaster1.xml" Id="Rfe4143a5297b47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d4d77647f942dd" /><Relationship Type="http://schemas.openxmlformats.org/officeDocument/2006/relationships/notesMaster" Target="/ppt/notesMasters/notesMaster1.xml" Id="Rc7a78c90a8a34c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dbb617290b44b6" /><Relationship Type="http://schemas.openxmlformats.org/officeDocument/2006/relationships/notesMaster" Target="/ppt/notesMasters/notesMaster1.xml" Id="Rad5baf30dbe145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124974e8b24bc0" /><Relationship Type="http://schemas.openxmlformats.org/officeDocument/2006/relationships/notesMaster" Target="/ppt/notesMasters/notesMaster1.xml" Id="Rb006108ba2c748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856d8253e4dde" /><Relationship Type="http://schemas.openxmlformats.org/officeDocument/2006/relationships/notesMaster" Target="/ppt/notesMasters/notesMaster1.xml" Id="Rd59fb54ca50a48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ffb5cb02804f7f" /><Relationship Type="http://schemas.openxmlformats.org/officeDocument/2006/relationships/notesMaster" Target="/ppt/notesMasters/notesMaster1.xml" Id="R14fbd38e7d8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1ffc474f9e4da9" /><Relationship Type="http://schemas.openxmlformats.org/officeDocument/2006/relationships/notesMaster" Target="/ppt/notesMasters/notesMaster1.xml" Id="R3345b7e1e64c4e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ea56aa58944496" /><Relationship Type="http://schemas.openxmlformats.org/officeDocument/2006/relationships/notesMaster" Target="/ppt/notesMasters/notesMaster1.xml" Id="R86089bbe46a74f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817bb9ba3d4111" /><Relationship Type="http://schemas.openxmlformats.org/officeDocument/2006/relationships/notesMaster" Target="/ppt/notesMasters/notesMaster1.xml" Id="Rc849fe97dd3a47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148af9bc8e4550" /><Relationship Type="http://schemas.openxmlformats.org/officeDocument/2006/relationships/notesMaster" Target="/ppt/notesMasters/notesMaster1.xml" Id="Rb4db3d97477644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fe7bcec49c4a35" /><Relationship Type="http://schemas.openxmlformats.org/officeDocument/2006/relationships/notesMaster" Target="/ppt/notesMasters/notesMaster1.xml" Id="R91083e89754848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8042c4592d4af7" /><Relationship Type="http://schemas.openxmlformats.org/officeDocument/2006/relationships/notesMaster" Target="/ppt/notesMasters/notesMaster1.xml" Id="R525ff8647ea946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9b3d7727324a7f" /><Relationship Type="http://schemas.openxmlformats.org/officeDocument/2006/relationships/notesMaster" Target="/ppt/notesMasters/notesMaster1.xml" Id="R48bb19ed4cee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 本轮实际按原始CSV重新计算四分位数：Q1=186、Q3=195，1.5倍IQR范围为172.5—208.5毫米。标记物理行30（female，172毫米）和131（male，210毫米），尚未查明记录错误。保留全部完整记录时雌雄各73条，雄减雌4.616438毫米；仅为敏感性比较暂排这两条时各72条，差4.152778毫米。这个差别不能证明排除更正确，也不证明结果稳健；原始文件与正式纳入CSV未改。代码与两个口径的完整数值另存analysis-packet。IQR在本课解释为中间一半记录的跨度，不是仪器允许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本课程异常标记敏感性比较与正态模拟连续前20次</a:t>
            </a:r>
          </a:p>
          <a:p xmlns:a="http://schemas.openxmlformats.org/drawingml/2006/main">
            <a:r>
              <a:t>local:analysis-packet/teaching-comparisons.json</a:t>
            </a:r>
          </a:p>
          <a:p xmlns:a="http://schemas.openxmlformats.org/drawingml/2006/main">
            <a:r>
              <a:t>定位：prepare-teaching-comparisons.py、outlier-sensitivity.csv、normal-ci-first20.csv；原始数据与全部1000次模拟未改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 本轮改画连续前20次，按第1—10次和第11—20次分列，两列使用相同坐标。第18次区间为90.920460—98.760316，未包含100，以红色横线与序号标记；其余前20次包含100。没有更换种子、重跑挑选样本或跳过次数。总计仍为941/1000覆盖、59次未覆盖，不能用前20次恰好19/20覆盖当作长期覆盖性质的证明。竖线表示固定真值，横线为重复抽样得到的区间。原始1000次CSV保持不变；从原CSV提取的连续前20次与哈希随包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 本轮将K≤5或K≥15的12根柱标红；P值相加的是这些柱的概率总和，不是15那一根柱的高度，也不是0至15的累计概率。颜色和数值来自同一组精确二项概率，未改变数据。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接在结果解释之后，说明教师如何判断代码修改是否生效。先讲具体任务：在同一份公开企鹅数据中，把鳍长均值差从雄性减雌性改成雌性减雄性。原先4.616438毫米，修改后为负4.616438毫米，两组各73条，纳入146条，均值和样本SD保持不变。正负号随比较顺序改变，不能据此声称发现了另一种研究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是代码编辑与Agent工具入口，可以在当前权限和运行设置下读取文件、修改代码并发起终端命令。Python解释器是实际运行Python代码的软件，终端是输入命令和查看运行输出的位置。编辑器内显示一段代码，不证明它已经执行；聊天中的数字也不证明它来自当前文件。演示时先核对当前目录、实际解释器路径和版本，再看运行命令、退出码、新文件和脚本版本。具体按钮与安装步骤不占主课时间，已有Cursor环境的讲师可按配套任务展示；本课程不要求学员安装或操作账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在本地Codex调用Python执行两份完整脚本，没有在Cursor操作或调用Cursor模型。cursor-packet中baseline.py来自原cross-tool/analysis.py，基线仅改输出目录。modified.py改差值公式、字段名和打印字段，同时使用独立目录。code-change.diff展示实际差异。两个目录的included_rows.csv、summary.csv用于检查纳入行、人数、均值和样本SD；comparison.csv对应不同方向的差值，run.json及run-evidence.json保存时间、路径、版本、退出码和哈希。check_results.py从原CSV独立复算，不仅检查程序是否退出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Python、R、SPSS三份同口径代码继续保留在cross-tool。Python与本地WebR已实际执行，下一页仍比较雄减雌口径；新增雌减雄仅作为代码修改教学例子，未将R输出暗中改成新方向。SPSS语法未执行，桌面R与RStudio未实测。所有教学任务和解释由AI编写，尚待授课教师审定。科学边界仍保留：这里只作公开数据描述统计，未核实独立性、总体代表性或因果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国外参考为CMU Generative AI 2025 Lecture23物理第26页（印刷页30），它把代码、执行器、检验和反馈分别呈现。借鉴这一次序，中文页的四步图可编辑，没有移用原图、模型成绩或自主纠错结论。Cursor功能另查本轮官方Agent mode及Terminal integration原文。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Nayebi &amp; Gormley, CMU Generative AI, Lecture23, Nov19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定位：物理第26页（印刷页30），Iterative Self-Refinement；采用执行器和检验反馈的讲授关系，不采用原图与结论承诺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 Agent mode与Terminal integration官方说明</a:t>
            </a:r>
          </a:p>
          <a:p xmlns:a="http://schemas.openxmlformats.org/drawingml/2006/main">
            <a:r>
              <a:t>https://prod.cursor.com/help/ai-features/agent</a:t>
            </a:r>
          </a:p>
          <a:p xmlns:a="http://schemas.openxmlformats.org/drawingml/2006/main">
            <a:r>
              <a:t>定位：2026-10-19实际读取What can Agent mode do、How do I review Agent changes；终端说明另见cursor-packet/参考资料.md；未在Cursor操作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代码差值方向修改的本地Python实际运行</a:t>
            </a:r>
          </a:p>
          <a:p xmlns:a="http://schemas.openxmlformats.org/drawingml/2006/main">
            <a:r>
              <a:t>local:training/section-07/cursor-packet/run-evidence.json</a:t>
            </a:r>
          </a:p>
          <a:p xmlns:a="http://schemas.openxmlformats.org/drawingml/2006/main">
            <a:r>
              <a:t>定位：baseline.py、modified.py、code-change.diff、两个输出目录及check_results.py；公开数据二次描述统计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a09e8dbc846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2d83726ef4e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fc6b21a3e47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668febc5941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a6cf9fa2b4c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0e6d1a07a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0C4F8-00B3-4B15-BE2E-365523CC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D0ED7C-36A6-4395-96F9-A83A0D8A2A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2EE7F2-5C2C-4397-993E-4212F9AF5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8F682-DA0B-42B0-84FF-BB810800A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69E4A0-3554-45B8-B5DA-CFBBCF6BD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68E67B-6703-4E99-8749-DE6821DF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1D118-6849-4B57-8BA5-0593FDF08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3CBA3-6BD0-44AE-84D2-EC00240D9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AB837-6E9F-4990-A0F3-50D0CAF91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52657-7742-4E07-A22A-DA41F2DF6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2f38a815a43a4" /><Relationship Type="http://schemas.openxmlformats.org/officeDocument/2006/relationships/slideLayout" Target="/ppt/slideLayouts/slideLayout1.xml" Id="R9299a52efa604405" /><Relationship Type="http://schemas.openxmlformats.org/officeDocument/2006/relationships/slideLayout" Target="/ppt/slideLayouts/slideLayout2.xml" Id="R0c9b63c9a3cb445f" /><Relationship Type="http://schemas.openxmlformats.org/officeDocument/2006/relationships/slideLayout" Target="/ppt/slideLayouts/slideLayout3.xml" Id="Rd6cd89a4946d436b" /><Relationship Type="http://schemas.openxmlformats.org/officeDocument/2006/relationships/slideLayout" Target="/ppt/slideLayouts/slideLayout4.xml" Id="Rcf5f00b687554305" /><Relationship Type="http://schemas.openxmlformats.org/officeDocument/2006/relationships/slideLayout" Target="/ppt/slideLayouts/slideLayout5.xml" Id="R0151063b50884f91" /><Relationship Type="http://schemas.openxmlformats.org/officeDocument/2006/relationships/slideLayout" Target="/ppt/slideLayouts/slideLayout6.xml" Id="R044e9c773b7f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9a52efa604405"/>
    <p:sldLayoutId xmlns:r="http://schemas.openxmlformats.org/officeDocument/2006/relationships" id="2147483650" r:id="R0c9b63c9a3cb445f"/>
    <p:sldLayoutId xmlns:r="http://schemas.openxmlformats.org/officeDocument/2006/relationships" id="2147483651" r:id="Rd6cd89a4946d436b"/>
    <p:sldLayoutId xmlns:r="http://schemas.openxmlformats.org/officeDocument/2006/relationships" id="2147483652" r:id="Rcf5f00b687554305"/>
    <p:sldLayoutId xmlns:r="http://schemas.openxmlformats.org/officeDocument/2006/relationships" id="2147483653" r:id="R0151063b50884f91"/>
    <p:sldLayoutId xmlns:r="http://schemas.openxmlformats.org/officeDocument/2006/relationships" id="2147483654" r:id="R044e9c773b7f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4e706dc8442c8" /><Relationship Type="http://schemas.openxmlformats.org/officeDocument/2006/relationships/notesSlide" Target="/ppt/notesSlides/notesSlide1.xml" Id="R394873b7d854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6e78e0df240d0" /><Relationship Type="http://schemas.openxmlformats.org/officeDocument/2006/relationships/notesSlide" Target="/ppt/notesSlides/notesSlide2.xml" Id="R906bce56a2b34e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de8aed2fb409c" /><Relationship Type="http://schemas.openxmlformats.org/officeDocument/2006/relationships/notesSlide" Target="/ppt/notesSlides/notesSlide3.xml" Id="R079c2cc5a30c4a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3317c45f7493e" /><Relationship Type="http://schemas.openxmlformats.org/officeDocument/2006/relationships/notesSlide" Target="/ppt/notesSlides/notesSlide4.xml" Id="R691b4458de9a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2af4d218b473e" /><Relationship Type="http://schemas.openxmlformats.org/officeDocument/2006/relationships/chart" Target="/ppt/slides/charts/chart1.xml" Id="Raae9e80845d44329" /><Relationship Type="http://schemas.openxmlformats.org/officeDocument/2006/relationships/notesSlide" Target="/ppt/notesSlides/notesSlide5.xml" Id="R89dce2cd2271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33e0efe1a4288" /><Relationship Type="http://schemas.openxmlformats.org/officeDocument/2006/relationships/notesSlide" Target="/ppt/notesSlides/notesSlide6.xml" Id="R996d660065714c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321808c3b4dc5" /><Relationship Type="http://schemas.openxmlformats.org/officeDocument/2006/relationships/notesSlide" Target="/ppt/notesSlides/notesSlide7.xml" Id="Rb4580236179040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5a081b63e46bc" /><Relationship Type="http://schemas.openxmlformats.org/officeDocument/2006/relationships/chart" Target="/ppt/slides/charts/chart2.xml" Id="Re0502de7b1704ce0" /><Relationship Type="http://schemas.openxmlformats.org/officeDocument/2006/relationships/notesSlide" Target="/ppt/notesSlides/notesSlide8.xml" Id="Re47386fe3b0540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92e21fbb247db" /><Relationship Type="http://schemas.openxmlformats.org/officeDocument/2006/relationships/notesSlide" Target="/ppt/notesSlides/notesSlide9.xml" Id="R78748d3b715642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f510db52241e8" /><Relationship Type="http://schemas.openxmlformats.org/officeDocument/2006/relationships/notesSlide" Target="/ppt/notesSlides/notesSlide10.xml" Id="Re3a73276ab6e45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90e551dff4a62" /><Relationship Type="http://schemas.openxmlformats.org/officeDocument/2006/relationships/notesSlide" Target="/ppt/notesSlides/notesSlide11.xml" Id="R77706bc72968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a3e5096234bc8" /><Relationship Type="http://schemas.openxmlformats.org/officeDocument/2006/relationships/notesSlide" Target="/ppt/notesSlides/notesSlide12.xml" Id="Rae7a5d51d7944c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2636f52744bad" /><Relationship Type="http://schemas.openxmlformats.org/officeDocument/2006/relationships/notesSlide" Target="/ppt/notesSlides/notesSlide13.xml" Id="Rcc8ec352ba2749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51ae38fac4fc2" /><Relationship Type="http://schemas.openxmlformats.org/officeDocument/2006/relationships/chart" Target="/ppt/slides/charts/chart3.xml" Id="R51aca35aec34496b" /><Relationship Type="http://schemas.openxmlformats.org/officeDocument/2006/relationships/notesSlide" Target="/ppt/notesSlides/notesSlide14.xml" Id="R31b7998758d645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cc43903b142c7" /><Relationship Type="http://schemas.openxmlformats.org/officeDocument/2006/relationships/notesSlide" Target="/ppt/notesSlides/notesSlide15.xml" Id="R0869252612ba4c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7f878c2e94cfe" /><Relationship Type="http://schemas.openxmlformats.org/officeDocument/2006/relationships/notesSlide" Target="/ppt/notesSlides/notesSlide16.xml" Id="R3a277bcfec8a42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e775ec8494b00" /><Relationship Type="http://schemas.openxmlformats.org/officeDocument/2006/relationships/chart" Target="/ppt/slides/charts/chart4.xml" Id="Rc793077fe8a743ae" /><Relationship Type="http://schemas.openxmlformats.org/officeDocument/2006/relationships/notesSlide" Target="/ppt/notesSlides/notesSlide17.xml" Id="Rb9aa6db056674f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2bd5c793f4dfa" /><Relationship Type="http://schemas.openxmlformats.org/officeDocument/2006/relationships/chart" Target="/ppt/slides/charts/chart5.xml" Id="R3064a4935a9e43c3" /><Relationship Type="http://schemas.openxmlformats.org/officeDocument/2006/relationships/notesSlide" Target="/ppt/notesSlides/notesSlide18.xml" Id="Rb82cb26be80642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3d3efcf1b4c11" /><Relationship Type="http://schemas.openxmlformats.org/officeDocument/2006/relationships/chart" Target="/ppt/slides/charts/chart6.xml" Id="Rae0bef7aa784420e" /><Relationship Type="http://schemas.openxmlformats.org/officeDocument/2006/relationships/notesSlide" Target="/ppt/notesSlides/notesSlide19.xml" Id="R7de7f64cf42844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d936f704f460c" /><Relationship Type="http://schemas.openxmlformats.org/officeDocument/2006/relationships/notesSlide" Target="/ppt/notesSlides/notesSlide20.xml" Id="Rdf463fb882fb4f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47141eb43495a" /><Relationship Type="http://schemas.openxmlformats.org/officeDocument/2006/relationships/notesSlide" Target="/ppt/notesSlides/notesSlide21.xml" Id="Re8eecbc1e52149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6382867de450e" /><Relationship Type="http://schemas.openxmlformats.org/officeDocument/2006/relationships/notesSlide" Target="/ppt/notesSlides/notesSlide22.xml" Id="R21a42e3c9d7542f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dPt>
            <c:idx val="20"/>
            <c:invertIfNegative val="0"/>
            <c:spPr>
              <a:solidFill xmlns:a="http://schemas.openxmlformats.org/drawingml/2006/main">
                <a:srgbClr val="963F3C"/>
              </a:solidFill>
            </c:spPr>
          </c:dPt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0C9DB-6021-481A-AD86-3F00F7DAC6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ABF5-5740-46C9-9F6F-7514EC63F4E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EBB2C-8DDA-4A6D-9661-D2C63DE7C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70FF8-B28D-4611-805B-C530932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3BF3-2B6D-464F-A23A-35041E1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0BEBC-2379-492A-B525-13C6D1C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0825-0D0B-4A7B-A1B4-B572D28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F0BC-81EA-4284-AFE1-280A6D4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05EB-FDE3-4738-9843-6827F6F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7BDA-5ED9-4B58-8579-10BBAB8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98139-6E02-4656-90E7-309FE1E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631D5-C3EB-47CF-AAF3-754D786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592DF-814A-472E-A678-4B073F3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5C251-2F2E-4ECA-B6F3-EDF175F8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75FFF-8F0A-44CD-B4F7-18D3AA8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E82C3-B297-4B2D-B1C4-9C06310C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5BEDB-72A9-4C81-9DBD-9CC8450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82E7-0259-45E3-A6D5-9137D8D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967FD-FC6D-4A93-918A-DFA34B2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BF6A-B2C5-4302-8A2B-4848B56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7267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0FC8-E0F8-4BB2-AD0C-5FD2E49866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8946-B201-47EC-BA5F-CE0F28F96B8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9DD47-8263-4E14-9BEF-A09A7435F3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BC7AC-A400-434B-88C0-FCEE826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6AA3-D731-4F5D-9307-426CB9F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6075-CEB5-4057-AC37-8B0A003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BA64-EB42-4359-B0B7-D15F44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A0A7-043E-4E5C-9F16-D9577C0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253D5-B07B-45A7-94DE-4EE7D64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D5B49-531B-47A1-B8A9-4EDA0DB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242A-616A-4B2F-B33B-7E7066D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2FD6-0CEE-421A-AB98-3197AA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C72A5-451A-4ED2-8EBD-480FECC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B4A5-5536-4113-8DEF-F4D45B9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ED5B-4B8A-4632-92D0-3699CEC0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1DB0B-53D5-4BAE-8C92-6E8730A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35F21-841D-41E4-A23E-911B66E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D1497-F7DA-487F-AD1D-BB13B97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251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0ED78-CF98-40A5-AB3B-7B01B7A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2F2D-A0BA-47B5-BF1F-C227EDD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FC8B-3DA3-4A9A-B9E0-AB8AE25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B275B-5B60-4A50-A590-EC0E437E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C422-999D-4FFB-A1C7-1C5DF2C9B2F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67BD6-D03D-438A-B222-EC865D5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EA6C-0E4D-40C3-B058-33FA5FC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6094-003B-4BB4-8FED-BFC13FB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8115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15BA3-E449-4B5B-BBC2-5CB3CB3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69398-2E7E-4BDE-847E-EF120CE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A478-6033-4E8D-81E4-8AC96F4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8C69-32F3-453D-8340-8C0CE5F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7C6ED-2762-485D-9651-C6EB622E77E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A29F-C4EF-454F-9143-DF122A5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92CF-ADE9-425D-A939-D58ED8A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C055-E8C9-4067-B2BA-A7902F1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730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941E7-4E54-4922-A6A8-F8B6EDF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7F264-03C4-442D-971F-1232272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6C4B-E67C-48D2-BD04-35765C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CB140-E51E-4AE9-8A27-238BE06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D6AD28E-CF48-41C3-B810-7F1D0E9ABA0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9e80845d443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947-91EA-49B6-A00F-7631C4F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CB6A-13E9-4C3F-87DD-6D3E63E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875DD-67D8-482F-BE08-0837BD0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F8170-722D-473F-B557-44A4AC0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33F2-BED9-47FB-B0BB-53CB566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0177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948B-9612-4449-A840-39463CBF42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89C4-4644-40EE-843E-C55680D7C2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9FA5B-18D9-41A7-B7ED-AFD1C01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5F64-6505-4B1B-8991-2713DAD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18FB-F7BE-43F3-AC38-F3674B7A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1E01-E287-48B4-AF62-3CA9BFA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2CD6A-AB3D-4F5F-9270-D6E75E5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2A9D7-9BBD-49E0-AE35-97CD126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5DEC-6880-444F-8BEC-8AD0E21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161C-8525-452C-A47D-2F1A1D3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C8CE-02CE-49BC-B915-7666892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1A963-9216-4CA3-B1E0-2B370D8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EF571-BE5D-432B-A581-E29C01D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DEE77-28A3-4923-A477-75E665F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80F70-E161-45A8-AB88-B13AFEE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CFD24-B878-40AC-973C-937FF6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06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5CED-E604-4436-9F4E-23FDB624A97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5667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E1797-7BE4-4D5B-A2FB-726AD4FC01B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09875" y="4143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3CA0D-0DA2-42FB-8C32-4CA0DCB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BC94A-1F62-494F-B996-093E7AC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异常标记后，结果怎样变化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50023-F34C-4434-991F-645F5C5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15E9D-37C0-4869-B9F0-033F001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同一份Adelie数据：比较保留全部记录与暂排两个标记值的均值差，原始记录保持不动。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C0E8E-C5C4-425D-9250-CF47BD3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按分布规则标记2条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C04B-6D14-4680-AA15-A3EF56E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回原数据查原因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B75A-3AC2-46F4-9C8D-E292DA2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95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原始记录继续保留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6C9F-4A2E-46B4-97B7-95BCB52FC6D5}"/>
              </a:ext>
            </a:extLst>
          </p:cNvPr>
          <p:cNvGraphicFramePr/>
          <p:nvPr/>
        </p:nvGraphicFramePr>
        <p:xfrm>
          <a:off xmlns:a="http://schemas.openxmlformats.org/drawingml/2006/main" x="6191250" y="3333750"/>
          <a:ext xmlns:a="http://schemas.openxmlformats.org/drawingml/2006/main" cx="8286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905000"/>
                <a:gridCol w="2762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比较口径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雌／雄条数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保留全部完整记录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 / 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4.616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比较时排除2条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72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4.153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B5AF5-84F6-48DA-B96F-4CC44E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865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标记行30与131：鳍长172、210毫米。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AF106-E0C3-40FA-A47B-85ADD76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53250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暂排只是一次敏感性比较；未查明错误，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不能将它写成清洗后的“正确答案”。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3F1E6-87BA-429E-A546-D2343CB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真实公开数据的敏感性比较；标记不等于错误认定，原始数据未删除。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0108-A1EE-415A-9178-CCC314F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§1.3.5.3；palmerpenguins公开数据，本课程二次计算；本地比较与模拟，2026-10-19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BF5D4-D3B1-448E-A739-1DAF7E0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1975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47A1F-D285-46B9-90EC-530062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A53E1-A0A1-4603-BAC6-C6FAA0C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5C0AB-F6C5-4950-BCC8-D50FDA5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46809-026F-45DC-A5F6-724A48A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437A69-4543-4D24-BAC4-C6D24459975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502de7b1704c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CD21C-D6CF-461D-9373-0B509BE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4078D-6525-4B5F-B4FA-08932F9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4B510-B080-4DCC-886E-6076CC6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1B99-983B-48F0-943F-AE3946D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0CDA1-E4EB-45C7-A8CE-FD6ABA0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752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EAD39-9522-4650-BFD5-B99ED727A5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C281-6523-44BB-8E01-D0FBCCFD25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8EBF-E858-4C24-8E8F-576BDD0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902A-7F00-458B-8566-A9BB7CF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40F3-E528-459B-985D-D6F39DD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94EE-2DAC-4ABF-9630-65A740F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E95D7-50C0-4275-9476-074F311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BB422-8ECF-4CE2-9094-097769D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1FF2-719E-4BC6-B8BE-127B3B9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479E-579B-4131-ACF0-032C5D6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EF8F-358D-41E3-8632-5A835BB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C7FAC-E9ED-4B43-B97A-A0FFDCC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BF9A5-E882-415F-B560-814BD92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6B2E-BBDB-4ADB-96B1-612E95C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E7E1F-332F-4701-A074-C00C199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16668-A382-4707-B9E9-8AFA378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8316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7159C-5899-4194-A002-E0D6E8A31C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C4871-EC9E-4780-AB81-5DB5F42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12E5-A560-4024-BF49-F8B697A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7FF5-58C4-4C82-8DC9-65F2B8C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3D66-FCBD-40B1-8477-C79B062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62F8E-C436-4D5B-BC27-81471EE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97C24-E509-42A5-A693-1836C90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C06C-7178-4426-909E-9CDF122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226C5-0C89-4BE1-A9F7-6D79DD0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1C808-7D05-4C87-9B4A-845CADF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AD3E-89FF-4E20-91D6-B6259FD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8D212-9BA6-4574-8703-4E298D49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D6C3-7BB0-4B3A-825A-5474579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22048-C1C5-4707-BB91-EFA9C9B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7053C-BAA6-4C88-AEFD-C2ADBA8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E8C04-0D68-45AA-814D-A382930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45593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A2F21-9E88-4E56-942E-F97F738642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B115-0E0D-45A0-8486-2DFD1E5CFA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0E1A9-354A-490F-AAA2-59EF67832C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1137E-F8A3-4FFA-8745-E6F2517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1E103-6B67-4EFE-9BBC-5B959A3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97FB-CC5F-4401-BE5E-CEDDAB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3AC5-28DC-426F-BBA5-05BFC4A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4F54-4438-462C-826A-14FC4015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EC466-3DA4-419C-86A0-6639A743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43A6-76BB-43FF-B5DB-FE1B7BB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B7974-97B5-483D-A4C4-0D8BBB7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13465-7033-4109-B0AC-13D5196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D4EA-7844-44AC-A531-0AC4EE7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9E40-9DCB-412C-AFC8-EDC4055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6690-7A09-4F72-BD1A-BB5A193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A7B0-4367-4150-8C22-099DC2B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397CC-F09B-49E0-93E8-3CB8508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A5DAF-24D1-4E1A-AF67-D68151D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59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E09DB-8A9F-4176-9849-918DA23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FC49-CB2F-4649-8C81-FD7711C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F2BD-5111-43EE-85CD-15854B9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EA39-2DC0-4525-8842-F50BAE56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E1CFF-B19C-4440-A0CE-D65858FD638A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DB735-F547-40CC-BFE9-0250B3F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4ECEC-3C07-46AD-952F-1EBC873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BB5C-39B3-4B34-B88E-10AD5E3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5EE9-F36D-4CB3-9ED4-22502A1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534F-2DDC-4DD2-A9A3-17FA820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70B0D-E067-40DF-84B5-DF121FF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832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E572E5-8B57-4F96-B243-9C07CA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1D2-F0F9-4445-9B55-221E686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386B1-AD76-40BE-ABCB-00B9C5E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EDA0-8AD6-49C6-BED4-EE0FD2A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重复模拟中，区间位置会变，真值固定为100；95%说的是这种方法在模型成立时的长期覆盖率。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1F56-E20D-4EFA-B2B8-6A49B0D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第1—10次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98D2-9868-4B14-8088-BEBD520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AF13-CFB1-4A0D-9CC6-30BAA7B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46D17-39E7-4921-BD1F-CFFBD58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4BEE-2112-4F76-A01D-40EB623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50D8C-ACA3-4AD0-8E29-2A338FE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5AC3-6EBD-4D27-AE22-0B6C147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365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699B-F1E4-4C16-8D33-975F8F3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FB93-2878-446D-BB1B-38EB203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581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61E53-2ECC-41EE-92C2-A3B6AC46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4ED41-28D0-4164-B367-72283DE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18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B73B8-131F-4E50-A6B3-7FE202F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353B4-4BCB-4955-8DA1-D2114F0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81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40588-C202-495F-A7CB-375D30C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EA550-B8DD-405A-93B5-C106CDC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460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D80C5-FD29-4A61-9B6E-44AFA98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86C6D-06C1-4498-AC0E-F21C7A5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6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D2DD-F80E-4EDF-B7A7-AA6890C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E3C75-9033-4A26-BA58-4727F1F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594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F5D64-FFA6-42F2-A0BB-9AE6499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9C69B-BDD2-433B-9CBC-6E0D38DC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214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F765-A517-4753-8DAC-36C5D2B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818BB-A619-47F7-A80F-58DC73C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79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40B04-8A81-4A7F-ACD0-966331A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34AFF-AC8E-4CEC-AB15-0026223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AA3D4-F1C9-486D-8467-0C60C79F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D15E7-43D7-4EB8-B650-0AD2FF5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3849B-085F-4ADE-8826-E1B544C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D6BAD-3386-49A5-B778-F8463E9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第11—20次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29A6D-A243-4621-9B59-ED1BC3C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固定真值100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5B7DA-B854-4EB6-90B2-9B1209A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648075"/>
            <a:ext cx="0" cy="3219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467EA-5DC1-4589-A618-88D301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99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3E3EB-C957-4926-BFF8-612CF54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994" y="37623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0841B-1664-47A2-A541-F025D3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338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A6BF4-6218-4F62-B4D0-1F0F6D5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022" y="40862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5D6A0-1682-43B3-B478-B937F50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53A2F-3A01-466C-88B5-03AF249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522" y="44100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67398-2DF2-4A69-B7DF-D1D6F723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26284-BB56-4836-9318-4390E02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199" y="47339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75F8-7B83-4FFE-89C0-428A74C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DEF10-051F-4B94-84B9-AC0F68C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075" y="50577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2888AF-28D2-4264-BACE-67B1C50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292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B6A904-F923-4C20-B650-F7F6D7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187" y="53816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85C8E6-9518-4558-B570-E019DC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530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687CC0-6CA6-4CC1-AB68-F5207FC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865" y="57054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CBD754-4050-4103-995D-0A46802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769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E9A9C-E3AB-49BA-8103-8910E58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10" y="60293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63F3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6F584-707A-4C32-9B44-59A43DA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2007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A078E-FC3F-4125-9C78-F711543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586" y="635317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836E0B-E46F-4829-8C6D-D539E8E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246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1D872C-92E4-45EF-B01D-79EA69F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5795" y="6677025"/>
            <a:ext cx="1866866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EE4F2-C4AA-4B35-BF77-ED06B144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07E9D-9AA6-44DE-AC8D-F62866F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FBC7A1-056F-4569-8F88-FE985F2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BAA08A-A3E9-4B14-AE4B-21A4983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DF257-1536-427C-A30B-21105D6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8961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B52733-01C8-4C07-B78C-28622FA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模拟：均值100、已知标准差10；每次25个独立正态观测。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727B2C-33D3-474A-B278-8BBC0B3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连续前20次中，第18次未覆盖；全部1000次中941次覆盖、59次未覆盖。教学模拟，非真实测量。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64D4E8-1E91-473A-A1E2-E794105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F4AA20-9685-4076-8B0B-B13137F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88886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FB255-9A1A-492F-9C10-AA817EC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4010-D033-4232-A54B-527350F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29452-B320-4CA5-9ED9-0880AF2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CBA7-D8AD-4B67-B700-B947332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863E4D-8CD9-4120-A9A6-853DCF804F1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aca35aec3449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DF44-DB2A-42B6-B452-986936E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红色：双侧极端事件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1544D-EA9B-4E32-ABFD-C4A33DF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红色两端概率之和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CD20-F4C9-476B-8C1C-5A032ED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EF59-895A-474B-A2A6-694906E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01D7-64BD-4D19-84A1-FD99A0B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5721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32BEB-1CDE-4B2B-B496-A34F73975F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29CC-17A3-4F11-99CB-84B710FB48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E2660-246D-49E6-A4D6-7DFE462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9748-F93B-4BA7-AF01-AAC26DD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7D76C-D1F2-4F9B-AE4A-8EFF3A8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D5A30-341F-415F-B2DD-E963051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7A9B-CAFF-4C4B-B1D9-869F2F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4787A-6506-4C79-A01D-DD58210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2C6DB-E5F6-4E1F-BFBA-44DF8E4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93DD-3D98-4A9B-B20C-17F8CDCE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F985-CDA4-49AE-8779-4C2B1CE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7F735-6012-453B-8668-5FD28F4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728AC-8390-4885-AA62-362C03D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1F9AD-5440-49B5-BF8E-87B77A14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3F18-10FF-45E2-BA55-E5B814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94B16-202C-4F6F-9C6C-1665A8FE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EA53A-B2B6-4816-A81B-9C5494B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51051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1B3C9-0855-41F3-8BE6-7FC9911F864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0BA7-7079-40EB-B2B9-18B1E5F3D0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3A470-8115-4D79-A5C4-AD9F3C3DAC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7AAEA-59F7-42B7-9F9E-897CC82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9B16-F814-4457-9239-FA8F3DE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05D6-EA7C-4FAF-91BE-9153017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82D2B-F6D5-444A-B672-A4A7230C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7F32-0C8A-41FE-8D64-42F60A7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D62F4-27B7-461D-A865-AA27A05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C3660-DA57-4EAA-B7CE-195EB6E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0D62-9514-44B0-806B-5CA2ED6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F301-7ABB-488A-A147-30536B5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18DC-05A0-4E8F-BBF5-A2724CC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18BB-9765-4F6C-A1B0-A59FEB3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EF31F-FD79-42CB-A5B6-23A243F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A7E65-E8AD-4EA9-8D08-C8522234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780F8-AC16-4704-AFCB-2D3C06D1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D6F5-782A-4435-8E57-39B259A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1F8E-E313-486B-8623-A1A5F63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D0A32-F47F-4AB3-8549-236CC08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241793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0C758-0C4F-47E1-A602-FDF2DB2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E356-A649-4225-B3D5-81F8D25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78C2-5F9E-4787-9D0A-0C40DAD9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599F-80A6-4BF5-BAB2-737E0BD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54255-7220-4372-9DB7-D2ED4F67AA6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3077fe8a743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DFFD-41EA-434F-B71F-2A20E6F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CEF91-0C5A-4314-A4EE-62C5227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2452-6923-4890-A253-71B2AE0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4A73-DA33-4128-A481-02AF46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F31-7056-4E79-9B6F-4E0D347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80857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B1DA6-65EA-4F6D-BFDE-2359E56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A321-3B05-4C73-A211-BCAA263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DAE5-E39D-410E-8750-106A331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88F44-BFCC-4251-B847-E81377D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89B1EC-5B73-4AB7-8887-BC19A0A777B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64a4935a9e43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60061-B49F-43CB-9BF7-1C8FDBA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D29F-4FFB-40B2-B2E2-1A50C75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7363-2417-4F2D-BC60-00B7F81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3EF2-0FDE-426F-81DD-CCAB215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D3731-2F5B-4633-8B1B-C70746D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03278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A173-AD7E-4D0E-B3C1-36C457D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807B-D89D-4D1C-B226-4FE3468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EF59D-0841-437D-B2A3-203A32F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ED06-D378-4B62-9F89-0A3D446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D73D8BC-B1DB-41B2-8436-A7F8118A217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bef7aa78442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866DC-41FB-4153-AED5-FABBEF1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CB45-4F16-47DE-8F23-6FABF20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B73C4-7838-4102-B348-D66AA78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A8E79-7A18-4968-82BE-F545FDA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4037-7E70-4A2E-8CC9-F933393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936330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1798A-E567-4E06-95A7-F28FDDD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D610-0F8F-4DFC-9D41-8240668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A843-EEBA-4310-8C1A-282DA89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ED391-572C-45C9-AAC5-72A3215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35ED-C768-462C-8085-DA53190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2762A-4F02-4A2B-BD77-B8545A7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7A39-FC6A-424D-B5FD-FE0CB26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B9753-9613-46EA-AF6C-78045F2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89BD8-C3AD-4DB3-B8DB-1415E28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4519-2E2A-4F5C-AD9F-5AB3959E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EFC4-5E4D-40D1-A107-53D682B3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61415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6FA6-6267-4B7E-96B0-F52E622210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5064-5FAD-495C-9EB2-0B87239B44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4D918-936A-49EC-8F7F-7A5B3E34C9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0BFC9-4FC1-4FAF-A371-57ABB68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E487-A629-45E8-8BA4-68F0788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Cursor改代码以后，怎样确认结果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B4BA-7455-4CB5-A43B-8CCB003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9F1F-2C7F-4C4A-AD3A-8D17673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同一份企鹅数据：把鳍长均值差由“雄减雌”改为“雌减雄”，再核对两次输出。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AFCE2-4B76-47ED-9A34-018F759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Cursor：编辑代码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06118-48B6-4026-AA51-10033B9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Python：运行脚本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2009-75EB-4E7F-A164-80C5E96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文件：两次输出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8B613-E901-4DD1-9A2B-307362C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复核：回到原数据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95D6-2313-4205-ADD3-AE2D73B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改差值公式和字段名；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查看修改前后的差异。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1CD6E-E7AB-46D4-B4ED-0259D9E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使用同一个解释器，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分别执行两个脚本。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AC87-1EBA-4F4C-A82E-0E409B7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分开保存CSV和记录；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差值应为相反数。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29AC6-81EC-43F8-9881-59A099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24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纳入行、两组人数、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均值和SD应不变。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9AD1-37F8-431A-85A7-0A06F2D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AFBF-C18C-439E-876A-F2DD192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实际Python输出：同一数据、同一146条记录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51BA3-A668-494B-B397-5276B7A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原脚本：雄减雌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B06F3-D57E-4FC3-A3B3-47896AD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72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修改后：雌减雄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86CBB-021C-41AE-BD82-6DB13B8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每组仍为73条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6362E-1D35-47A6-8949-65F023B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+4.616438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A69F3-034A-4A25-A571-A395DA3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−4.616438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BF616-0F5A-4A97-ADF9-7D1AB01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153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均值与样本SD不变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24AEB-F5FD-4C5F-9E03-546F5002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本例两份Python脚本已在本地运行；Cursor未操作，SPSS未执行。R沿用本地WebR实算记录。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7193-E382-4FFC-982A-396249B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2025 Lecture23，第26页；Cursor Agent与终端文档；本地Python改动与实算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D3F82-BC74-4DF8-BC59-406B5C1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43921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09929-F3C7-4982-AEBC-A739581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6AAF9-B039-4027-86D2-CDAFB34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A315F-807A-48C8-AB20-BFF2284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A22A3-1588-4E6B-A9E2-4B9201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DE1F-EFB9-402E-B6C1-1568B529FA0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F5DB-38A2-474A-9744-85B7144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DEF9-D34C-45A7-ABF6-00D43B3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25433-E361-4BDD-B192-606B16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A34EF-44F9-411C-8621-CBAA297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40421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2026-10-19T11:52:43.2870000Z</dcterms:created>
  <dcterms:modified xsi:type="dcterms:W3CDTF">2026-10-19T11:52:43.2870000Z</dcterms:modified>
</coreProperties>
</file>