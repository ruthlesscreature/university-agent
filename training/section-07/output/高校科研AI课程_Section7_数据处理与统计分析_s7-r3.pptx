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6ca46883b3484f" /><Relationship Type="http://schemas.openxmlformats.org/officeDocument/2006/relationships/extended-properties" Target="/docProps/app.xml" Id="R2e11b868ed7a434c" /><Relationship Type="http://schemas.openxmlformats.org/officeDocument/2006/relationships/officeDocument" Target="/ppt/presentation.xml" Id="R2fa96b6c11f549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b734fddb647da"/>
  </p:sldMasterIdLst>
  <p:notesMasterIdLst>
    <p:notesMasterId xmlns:r="http://schemas.openxmlformats.org/officeDocument/2006/relationships" r:id="R85fe162619fd4817"/>
  </p:notesMasterIdLst>
  <p:sldIdLst>
    <p:sldId xmlns:r="http://schemas.openxmlformats.org/officeDocument/2006/relationships" id="256" r:id="Re1444f1d38bf4944"/>
    <p:sldId xmlns:r="http://schemas.openxmlformats.org/officeDocument/2006/relationships" id="257" r:id="R230d2a0ddf234546"/>
    <p:sldId xmlns:r="http://schemas.openxmlformats.org/officeDocument/2006/relationships" id="258" r:id="R46129552bc7846db"/>
    <p:sldId xmlns:r="http://schemas.openxmlformats.org/officeDocument/2006/relationships" id="259" r:id="R305069e701154af7"/>
    <p:sldId xmlns:r="http://schemas.openxmlformats.org/officeDocument/2006/relationships" id="260" r:id="R36c6d1a8c21848ba"/>
    <p:sldId xmlns:r="http://schemas.openxmlformats.org/officeDocument/2006/relationships" id="261" r:id="Rcb22b89e31a4432e"/>
    <p:sldId xmlns:r="http://schemas.openxmlformats.org/officeDocument/2006/relationships" id="262" r:id="R25c1e5c4cb1e4abb"/>
    <p:sldId xmlns:r="http://schemas.openxmlformats.org/officeDocument/2006/relationships" id="263" r:id="R7b98977df02a4aa7"/>
    <p:sldId xmlns:r="http://schemas.openxmlformats.org/officeDocument/2006/relationships" id="264" r:id="Rd23da064573b4d3e"/>
    <p:sldId xmlns:r="http://schemas.openxmlformats.org/officeDocument/2006/relationships" id="265" r:id="Ra52c44dee4694918"/>
    <p:sldId xmlns:r="http://schemas.openxmlformats.org/officeDocument/2006/relationships" id="266" r:id="R2fe410b1fd5b444a"/>
    <p:sldId xmlns:r="http://schemas.openxmlformats.org/officeDocument/2006/relationships" id="267" r:id="R6c758c1ceb0b4fed"/>
    <p:sldId xmlns:r="http://schemas.openxmlformats.org/officeDocument/2006/relationships" id="268" r:id="R565610c18dce4d67"/>
    <p:sldId xmlns:r="http://schemas.openxmlformats.org/officeDocument/2006/relationships" id="269" r:id="Re3bacc9dbafa43a1"/>
    <p:sldId xmlns:r="http://schemas.openxmlformats.org/officeDocument/2006/relationships" id="270" r:id="Rca60f28088c04d73"/>
    <p:sldId xmlns:r="http://schemas.openxmlformats.org/officeDocument/2006/relationships" id="271" r:id="R9f9a3f1389b04351"/>
    <p:sldId xmlns:r="http://schemas.openxmlformats.org/officeDocument/2006/relationships" id="272" r:id="Rdeab1c34e2434b7d"/>
    <p:sldId xmlns:r="http://schemas.openxmlformats.org/officeDocument/2006/relationships" id="273" r:id="R23cbd23e79c5463b"/>
    <p:sldId xmlns:r="http://schemas.openxmlformats.org/officeDocument/2006/relationships" id="274" r:id="R8d21d81265454581"/>
    <p:sldId xmlns:r="http://schemas.openxmlformats.org/officeDocument/2006/relationships" id="275" r:id="R6ca7dfd4fb214aad"/>
    <p:sldId xmlns:r="http://schemas.openxmlformats.org/officeDocument/2006/relationships" id="276" r:id="Rdff313670f634721"/>
    <p:sldId xmlns:r="http://schemas.openxmlformats.org/officeDocument/2006/relationships" id="277" r:id="R4689d24346b54d8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858aba69f41f8" /><Relationship Type="http://schemas.openxmlformats.org/officeDocument/2006/relationships/slideMaster" Target="/ppt/slideMasters/slideMaster1.xml" Id="R1c4b734fddb647da" /><Relationship Type="http://schemas.openxmlformats.org/officeDocument/2006/relationships/notesMaster" Target="/ppt/notesMasters/notesMaster1.xml" Id="R85fe162619fd4817" /><Relationship Type="http://schemas.openxmlformats.org/officeDocument/2006/relationships/presProps" Target="/ppt/presProps.xml" Id="R1168a2e3e307453e" /><Relationship Type="http://schemas.openxmlformats.org/officeDocument/2006/relationships/tableStyles" Target="/ppt/tableStyles.xml" Id="Rbf474a4c9b704c5e" /><Relationship Type="http://schemas.openxmlformats.org/officeDocument/2006/relationships/slide" Target="/ppt/slides/slide1.xml" Id="Re1444f1d38bf4944" /><Relationship Type="http://schemas.openxmlformats.org/officeDocument/2006/relationships/slide" Target="/ppt/slides/slide2.xml" Id="R230d2a0ddf234546" /><Relationship Type="http://schemas.openxmlformats.org/officeDocument/2006/relationships/slide" Target="/ppt/slides/slide3.xml" Id="R46129552bc7846db" /><Relationship Type="http://schemas.openxmlformats.org/officeDocument/2006/relationships/slide" Target="/ppt/slides/slide4.xml" Id="R305069e701154af7" /><Relationship Type="http://schemas.openxmlformats.org/officeDocument/2006/relationships/slide" Target="/ppt/slides/slide5.xml" Id="R36c6d1a8c21848ba" /><Relationship Type="http://schemas.openxmlformats.org/officeDocument/2006/relationships/slide" Target="/ppt/slides/slide6.xml" Id="Rcb22b89e31a4432e" /><Relationship Type="http://schemas.openxmlformats.org/officeDocument/2006/relationships/slide" Target="/ppt/slides/slide7.xml" Id="R25c1e5c4cb1e4abb" /><Relationship Type="http://schemas.openxmlformats.org/officeDocument/2006/relationships/slide" Target="/ppt/slides/slide8.xml" Id="R7b98977df02a4aa7" /><Relationship Type="http://schemas.openxmlformats.org/officeDocument/2006/relationships/slide" Target="/ppt/slides/slide9.xml" Id="Rd23da064573b4d3e" /><Relationship Type="http://schemas.openxmlformats.org/officeDocument/2006/relationships/slide" Target="/ppt/slides/slide10.xml" Id="Ra52c44dee4694918" /><Relationship Type="http://schemas.openxmlformats.org/officeDocument/2006/relationships/slide" Target="/ppt/slides/slide11.xml" Id="R2fe410b1fd5b444a" /><Relationship Type="http://schemas.openxmlformats.org/officeDocument/2006/relationships/slide" Target="/ppt/slides/slide12.xml" Id="R6c758c1ceb0b4fed" /><Relationship Type="http://schemas.openxmlformats.org/officeDocument/2006/relationships/slide" Target="/ppt/slides/slide13.xml" Id="R565610c18dce4d67" /><Relationship Type="http://schemas.openxmlformats.org/officeDocument/2006/relationships/slide" Target="/ppt/slides/slide14.xml" Id="Re3bacc9dbafa43a1" /><Relationship Type="http://schemas.openxmlformats.org/officeDocument/2006/relationships/slide" Target="/ppt/slides/slide15.xml" Id="Rca60f28088c04d73" /><Relationship Type="http://schemas.openxmlformats.org/officeDocument/2006/relationships/slide" Target="/ppt/slides/slide16.xml" Id="R9f9a3f1389b04351" /><Relationship Type="http://schemas.openxmlformats.org/officeDocument/2006/relationships/slide" Target="/ppt/slides/slide17.xml" Id="Rdeab1c34e2434b7d" /><Relationship Type="http://schemas.openxmlformats.org/officeDocument/2006/relationships/slide" Target="/ppt/slides/slide18.xml" Id="R23cbd23e79c5463b" /><Relationship Type="http://schemas.openxmlformats.org/officeDocument/2006/relationships/slide" Target="/ppt/slides/slide19.xml" Id="R8d21d81265454581" /><Relationship Type="http://schemas.openxmlformats.org/officeDocument/2006/relationships/slide" Target="/ppt/slides/slide20.xml" Id="R6ca7dfd4fb214aad" /><Relationship Type="http://schemas.openxmlformats.org/officeDocument/2006/relationships/slide" Target="/ppt/slides/slide21.xml" Id="Rdff313670f634721" /><Relationship Type="http://schemas.openxmlformats.org/officeDocument/2006/relationships/slide" Target="/ppt/slides/slide22.xml" Id="R4689d24346b5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0f358f80d4e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fe326250c4ef7" /><Relationship Type="http://schemas.openxmlformats.org/officeDocument/2006/relationships/notesMaster" Target="/ppt/notesMasters/notesMaster1.xml" Id="Rb2ac287cab2f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1f1b20733447b2" /><Relationship Type="http://schemas.openxmlformats.org/officeDocument/2006/relationships/notesMaster" Target="/ppt/notesMasters/notesMaster1.xml" Id="R2fec58961ecf47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43822d5555451c" /><Relationship Type="http://schemas.openxmlformats.org/officeDocument/2006/relationships/notesMaster" Target="/ppt/notesMasters/notesMaster1.xml" Id="Rd8f96611b7b6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2e10cc10d94ef2" /><Relationship Type="http://schemas.openxmlformats.org/officeDocument/2006/relationships/notesMaster" Target="/ppt/notesMasters/notesMaster1.xml" Id="R1acb598bc855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e2d68e95654351" /><Relationship Type="http://schemas.openxmlformats.org/officeDocument/2006/relationships/notesMaster" Target="/ppt/notesMasters/notesMaster1.xml" Id="Re9c8425710354e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ae487876347c8" /><Relationship Type="http://schemas.openxmlformats.org/officeDocument/2006/relationships/notesMaster" Target="/ppt/notesMasters/notesMaster1.xml" Id="R456f7f0490684d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f81a70e7144eb3" /><Relationship Type="http://schemas.openxmlformats.org/officeDocument/2006/relationships/notesMaster" Target="/ppt/notesMasters/notesMaster1.xml" Id="Ra07b04b8ab7645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661a7e0c054e3c" /><Relationship Type="http://schemas.openxmlformats.org/officeDocument/2006/relationships/notesMaster" Target="/ppt/notesMasters/notesMaster1.xml" Id="Rf275ec0670d646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fc15812d7c45e6" /><Relationship Type="http://schemas.openxmlformats.org/officeDocument/2006/relationships/notesMaster" Target="/ppt/notesMasters/notesMaster1.xml" Id="R30faddc3a4b949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47b0592bc142c3" /><Relationship Type="http://schemas.openxmlformats.org/officeDocument/2006/relationships/notesMaster" Target="/ppt/notesMasters/notesMaster1.xml" Id="R2a91d7ab501445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b67a1cd0d6433c" /><Relationship Type="http://schemas.openxmlformats.org/officeDocument/2006/relationships/notesMaster" Target="/ppt/notesMasters/notesMaster1.xml" Id="R6aff250941104f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a71459906c41cb" /><Relationship Type="http://schemas.openxmlformats.org/officeDocument/2006/relationships/notesMaster" Target="/ppt/notesMasters/notesMaster1.xml" Id="Re7b1853415b041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6ccf2b7de04525" /><Relationship Type="http://schemas.openxmlformats.org/officeDocument/2006/relationships/notesMaster" Target="/ppt/notesMasters/notesMaster1.xml" Id="Rb591d3935b494c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160c5779e5477b" /><Relationship Type="http://schemas.openxmlformats.org/officeDocument/2006/relationships/notesMaster" Target="/ppt/notesMasters/notesMaster1.xml" Id="R6795cb1e6a0949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ccb7d20d914de0" /><Relationship Type="http://schemas.openxmlformats.org/officeDocument/2006/relationships/notesMaster" Target="/ppt/notesMasters/notesMaster1.xml" Id="Rebe9637028924f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c4b18367d94d6b" /><Relationship Type="http://schemas.openxmlformats.org/officeDocument/2006/relationships/notesMaster" Target="/ppt/notesMasters/notesMaster1.xml" Id="Ra453319908b441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389bac4b374947" /><Relationship Type="http://schemas.openxmlformats.org/officeDocument/2006/relationships/notesMaster" Target="/ppt/notesMasters/notesMaster1.xml" Id="R2f518152a0db4c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f734dd32a643e1" /><Relationship Type="http://schemas.openxmlformats.org/officeDocument/2006/relationships/notesMaster" Target="/ppt/notesMasters/notesMaster1.xml" Id="Ra6b73fb6677a4b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9daf5dc7874843" /><Relationship Type="http://schemas.openxmlformats.org/officeDocument/2006/relationships/notesMaster" Target="/ppt/notesMasters/notesMaster1.xml" Id="Rd35570113edb47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4d5448f93b417b" /><Relationship Type="http://schemas.openxmlformats.org/officeDocument/2006/relationships/notesMaster" Target="/ppt/notesMasters/notesMaster1.xml" Id="R046a6d8e9e964e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85f13d6f6e467a" /><Relationship Type="http://schemas.openxmlformats.org/officeDocument/2006/relationships/notesMaster" Target="/ppt/notesMasters/notesMaster1.xml" Id="R82630cdef49741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83a47ca72845dd" /><Relationship Type="http://schemas.openxmlformats.org/officeDocument/2006/relationships/notesMaster" Target="/ppt/notesMasters/notesMaster1.xml" Id="R7957c63334ef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Detection of Outliers</a:t>
            </a:r>
          </a:p>
          <a:p xmlns:a="http://schemas.openxmlformats.org/drawingml/2006/main">
            <a:r>
              <a:t>https://www.itl.nist.gov/div898/handbook/eda/section3/eda35h.htm</a:t>
            </a:r>
          </a:p>
          <a:p xmlns:a="http://schemas.openxmlformats.org/drawingml/2006/main">
            <a:r>
              <a:t>定位：Introduction，Labeling/Accomodation/Identification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当前本地脚本实际完成CSV读取、筛选、描述统计、bootstrap、相关与年份汇总；精确硬币概率和正态CI模拟另列为教学模型。这不构成云端Agent自动执行的截图或系统验收。现场演示可运行analyze.py，并比较results.json和原始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节制作科研图表与技术路线，沿用本节可追溯数据。交付包含原始CSV及哈希、清洗后分析表、10000次bootstrap值、正态模型模拟、脚本和结果JSON。保留未决问题：简化表个体ID、巢内相关、缺失机制及目标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08142515542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d66c86c004f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8ed422aa442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88b27fb4440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f8a7b5db74a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669c30a52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4AC25A-357E-4187-AC5C-522B8B8F9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4FFCBD-8312-42D1-A3AF-41A789D485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62C79B-2372-48EB-8A9A-BC24B88B0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779F85-CCD9-4A35-B654-B660E6A02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5AED03-FDBE-466A-84BB-2A486ADA84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B4E327-F1ED-49CB-BCA4-E89B61BB5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6715E8-4941-495E-AF1E-78FD59881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9BB50D-3B15-47B8-8207-15859C28E8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9299E-E89B-4165-8C4B-5EB7FD5F7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52880-763A-4BEF-B659-0AAB28BF0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13ae832c9243b1" /><Relationship Type="http://schemas.openxmlformats.org/officeDocument/2006/relationships/slideLayout" Target="/ppt/slideLayouts/slideLayout1.xml" Id="Raadfc3ec56eb4655" /><Relationship Type="http://schemas.openxmlformats.org/officeDocument/2006/relationships/slideLayout" Target="/ppt/slideLayouts/slideLayout2.xml" Id="R741dc26a8eb847b3" /><Relationship Type="http://schemas.openxmlformats.org/officeDocument/2006/relationships/slideLayout" Target="/ppt/slideLayouts/slideLayout3.xml" Id="R93b4bdf4b20d4177" /><Relationship Type="http://schemas.openxmlformats.org/officeDocument/2006/relationships/slideLayout" Target="/ppt/slideLayouts/slideLayout4.xml" Id="R4f4836492b474961" /><Relationship Type="http://schemas.openxmlformats.org/officeDocument/2006/relationships/slideLayout" Target="/ppt/slideLayouts/slideLayout5.xml" Id="R8deb83870456425e" /><Relationship Type="http://schemas.openxmlformats.org/officeDocument/2006/relationships/slideLayout" Target="/ppt/slideLayouts/slideLayout6.xml" Id="R1c9052ee5b60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fc3ec56eb4655"/>
    <p:sldLayoutId xmlns:r="http://schemas.openxmlformats.org/officeDocument/2006/relationships" id="2147483650" r:id="R741dc26a8eb847b3"/>
    <p:sldLayoutId xmlns:r="http://schemas.openxmlformats.org/officeDocument/2006/relationships" id="2147483651" r:id="R93b4bdf4b20d4177"/>
    <p:sldLayoutId xmlns:r="http://schemas.openxmlformats.org/officeDocument/2006/relationships" id="2147483652" r:id="R4f4836492b474961"/>
    <p:sldLayoutId xmlns:r="http://schemas.openxmlformats.org/officeDocument/2006/relationships" id="2147483653" r:id="R8deb83870456425e"/>
    <p:sldLayoutId xmlns:r="http://schemas.openxmlformats.org/officeDocument/2006/relationships" id="2147483654" r:id="R1c9052ee5b60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ae3c2e9df4b29" /><Relationship Type="http://schemas.openxmlformats.org/officeDocument/2006/relationships/notesSlide" Target="/ppt/notesSlides/notesSlide1.xml" Id="R2315594049484a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8ff8083944448" /><Relationship Type="http://schemas.openxmlformats.org/officeDocument/2006/relationships/notesSlide" Target="/ppt/notesSlides/notesSlide2.xml" Id="Rfd72f37577fa44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c832a8b5d441a" /><Relationship Type="http://schemas.openxmlformats.org/officeDocument/2006/relationships/notesSlide" Target="/ppt/notesSlides/notesSlide3.xml" Id="R4eab2999c2b4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c3cd1b6384048" /><Relationship Type="http://schemas.openxmlformats.org/officeDocument/2006/relationships/notesSlide" Target="/ppt/notesSlides/notesSlide4.xml" Id="R75d54f40bc7543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66144f3414154" /><Relationship Type="http://schemas.openxmlformats.org/officeDocument/2006/relationships/chart" Target="/ppt/slides/charts/chart1.xml" Id="Rcc277328ab5741ba" /><Relationship Type="http://schemas.openxmlformats.org/officeDocument/2006/relationships/notesSlide" Target="/ppt/notesSlides/notesSlide5.xml" Id="R101c73046d2040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97601b2d84d9b" /><Relationship Type="http://schemas.openxmlformats.org/officeDocument/2006/relationships/notesSlide" Target="/ppt/notesSlides/notesSlide6.xml" Id="R5ee832323c3a48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fda0fd704477e" /><Relationship Type="http://schemas.openxmlformats.org/officeDocument/2006/relationships/notesSlide" Target="/ppt/notesSlides/notesSlide7.xml" Id="Rb4f80a27790742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eaa0203c14557" /><Relationship Type="http://schemas.openxmlformats.org/officeDocument/2006/relationships/chart" Target="/ppt/slides/charts/chart2.xml" Id="R5e433a6d7c32454d" /><Relationship Type="http://schemas.openxmlformats.org/officeDocument/2006/relationships/notesSlide" Target="/ppt/notesSlides/notesSlide8.xml" Id="R0d8ed10acd394c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4dd8d636144b8" /><Relationship Type="http://schemas.openxmlformats.org/officeDocument/2006/relationships/notesSlide" Target="/ppt/notesSlides/notesSlide9.xml" Id="Rb9a6935f382042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fd7498d084d57" /><Relationship Type="http://schemas.openxmlformats.org/officeDocument/2006/relationships/notesSlide" Target="/ppt/notesSlides/notesSlide10.xml" Id="R05bb0eba21de4e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678cbbf5a42da" /><Relationship Type="http://schemas.openxmlformats.org/officeDocument/2006/relationships/notesSlide" Target="/ppt/notesSlides/notesSlide11.xml" Id="R96a7684428274a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d53c81be642ff" /><Relationship Type="http://schemas.openxmlformats.org/officeDocument/2006/relationships/notesSlide" Target="/ppt/notesSlides/notesSlide12.xml" Id="R6a41d64d67a149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8173788624a66" /><Relationship Type="http://schemas.openxmlformats.org/officeDocument/2006/relationships/notesSlide" Target="/ppt/notesSlides/notesSlide13.xml" Id="Rc7b0af3ad4564d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1a0c0cfb4430c" /><Relationship Type="http://schemas.openxmlformats.org/officeDocument/2006/relationships/chart" Target="/ppt/slides/charts/chart3.xml" Id="Rd7e16e87eec54c47" /><Relationship Type="http://schemas.openxmlformats.org/officeDocument/2006/relationships/notesSlide" Target="/ppt/notesSlides/notesSlide14.xml" Id="Ref3baf6f01314b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77d9f91004c0b" /><Relationship Type="http://schemas.openxmlformats.org/officeDocument/2006/relationships/notesSlide" Target="/ppt/notesSlides/notesSlide15.xml" Id="Rf8ab653ed1f642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5163bfcb84196" /><Relationship Type="http://schemas.openxmlformats.org/officeDocument/2006/relationships/notesSlide" Target="/ppt/notesSlides/notesSlide16.xml" Id="R9b96d240bae148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1625c2b69426d" /><Relationship Type="http://schemas.openxmlformats.org/officeDocument/2006/relationships/chart" Target="/ppt/slides/charts/chart4.xml" Id="R736ad23ca4f54126" /><Relationship Type="http://schemas.openxmlformats.org/officeDocument/2006/relationships/notesSlide" Target="/ppt/notesSlides/notesSlide17.xml" Id="Re37915d2489d4d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ee65a816f4054" /><Relationship Type="http://schemas.openxmlformats.org/officeDocument/2006/relationships/chart" Target="/ppt/slides/charts/chart5.xml" Id="R781a0b7e6d004aab" /><Relationship Type="http://schemas.openxmlformats.org/officeDocument/2006/relationships/notesSlide" Target="/ppt/notesSlides/notesSlide18.xml" Id="R7cd562a2532540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f50cd68564547" /><Relationship Type="http://schemas.openxmlformats.org/officeDocument/2006/relationships/chart" Target="/ppt/slides/charts/chart6.xml" Id="Rc6151205341846a0" /><Relationship Type="http://schemas.openxmlformats.org/officeDocument/2006/relationships/notesSlide" Target="/ppt/notesSlides/notesSlide19.xml" Id="R0e306740a3eb41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61806a1764599" /><Relationship Type="http://schemas.openxmlformats.org/officeDocument/2006/relationships/notesSlide" Target="/ppt/notesSlides/notesSlide20.xml" Id="Re10f5e7cf3c448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2155d47704436" /><Relationship Type="http://schemas.openxmlformats.org/officeDocument/2006/relationships/notesSlide" Target="/ppt/notesSlides/notesSlide21.xml" Id="R9f90cdcb8fb547b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c7053027240ce" /><Relationship Type="http://schemas.openxmlformats.org/officeDocument/2006/relationships/notesSlide" Target="/ppt/notesSlides/notesSlide22.xml" Id="R9e8f8cf05a2048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7494B-7923-4187-B987-C27E96E1AE9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C1667-C3A5-44E5-BA03-C29AEF14F43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B5943-3C83-4ADB-9E84-2D2B68479E2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BF8A6-ED34-4862-9E7C-6359FF3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FD31-96E4-4027-9288-E2B51A48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0615E-D750-4654-AD32-DBEBB16D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1B365-AC49-48A4-87BF-4620B86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E53D1-4D41-4017-B635-C8CBB20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02D4B-F0F8-4C61-9A62-53E0B875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5FE7F-6779-4AC5-876E-EEEC84D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C76B3-42D6-4DE6-A79B-052E1625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DC0D6-4943-4B76-AC27-C339D7D0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B5AA4-BC90-48CD-A825-C164669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34EEC-DA8D-4257-AF9B-A1B18C2F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D3402-FB62-411E-9EC1-FC12A57F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DB565-C8E4-4EEF-B0EA-51D399F0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FCA0D-3C9A-437F-87E5-14F673E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3E4EB-125E-4DD8-90D5-7623A318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BF5B9-7830-4046-995B-213993AE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61704-5F8E-461E-B6F8-E4F2A9A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9918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47691-A748-41AF-BFAD-39D4559E691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4BC85-5798-4940-A822-EB4BE1C730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B841B-2590-491E-9580-474C79A9EC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01C7-9490-49D1-A669-A0FE280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22C75-3739-40E9-A82E-88EB1F2F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D92A6-AFB4-41EB-BC0E-99E3746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89159-CF01-4EE2-ACD7-E60BE8B7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8B477-7F1F-4F8A-B880-CE28EB92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F9B1F-5D80-48FB-ABF1-EE2EB4E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0FC2F-2553-4C21-A867-B1D22D0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3AAB8-219D-47BC-8242-2798A4B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26A1D-0483-43B3-A032-6CF1598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67316-31B2-4491-AB76-6970129F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8966B-7BDD-4E73-9E5F-191E685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99426-DE09-485F-B7CE-C4EC4160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A9827-9085-4FFD-9EE6-9F25291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7DF75-DABB-4167-BF5F-55CF637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79887-B594-4BF5-B6B1-7681E66F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696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3ABD9-5758-4319-A416-5931684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18FBF-4819-45B1-85FA-4902C919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48B85-A285-46A0-A73D-0918E0C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BD26-425B-4949-A2E4-A056F30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61050-4F0E-45E4-9730-64987D6AF46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0F470-FEF6-4CD1-A077-0BCC912C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3AEBF-672C-464B-A09A-F7C5FB1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1C5C7-2509-4D70-8406-3CFB406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0280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3A805-D909-4A83-BF8F-AAB0AC0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164A5-BDD5-4B30-A6E3-67C02AA4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CAFD6-528D-4F87-AEDE-21425C1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B9DD2-019F-4364-BB77-33664419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E63EB-63EE-497B-9EE4-013C74CD704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A9A3C-91F0-4D1E-AA13-A1CEE203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356A0-A34E-468E-85E6-F27D01C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ABD46-5AD0-4E07-949D-73CB93B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5942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F3409-8888-46E5-ACCD-56403E80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8870C-5A6D-4D1D-A925-39FBBFB0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7AEFA-894C-4A62-BB22-0B4533A3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6782C-3024-4CBB-8E31-92AA1C65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08C6574-2C5F-473E-B2C6-AD5476EB5FB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277328ab5741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B0951-9773-4783-ABF6-24C8E7D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C0E66-B018-4D99-B30F-9E9391B2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FB5EB-4D07-483C-B283-BFC0060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A5A2F-25DC-4A07-84BE-D6195A2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E2B73-D1EE-4492-8246-1FACCE1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1683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AB220-6A70-43ED-A3C0-0A25C264042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3DEA6-9B38-433B-80AF-98820DC1C05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1DDA3-504B-4D10-9263-198F6B46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2D008-4022-41E9-B85A-0FDF9B4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6FB59-371B-410B-A612-EF508C61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718F5-B37F-4347-953A-A373BE08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89C38-BE21-461B-8F95-EC7404C5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0A69-ABE2-4DDA-A3CB-64C97D9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03D2C-7B5C-4375-B2A6-837C64DE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D47A3-9F79-4BA7-ACC1-6E09B683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53593-7BB0-4A5E-9535-A0D38DBA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262E3-40AB-4E2C-A3C1-DF70A94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BBD70-5923-4D02-A48B-824A110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EB2BE-9971-4FED-A70D-80B98102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812EA-2BE8-438A-998F-D28F9CE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BCAEF-43ED-4AF8-A4C6-A1F54AB3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7345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A78A2-C02D-4574-8C96-90EAD5872F6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5AE05-5297-4BC5-9BEF-8E8D3EE511D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23489-7D26-4143-8C24-2F7B5B700C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6D261-B35E-4BA4-B679-85D10A9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B0F26-F302-4EDA-8DA2-EA6FA293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异常值的复核流程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AA47B-C613-4B69-B61C-416C7175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17969-CCB9-4EE9-ACE7-03BB124A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远离多数观测的值需要查原因，删除和修正都要保留依据。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8C053-37EF-4928-819F-E8803EA6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图形或规则标记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3235F-AF55-487F-AE72-C010117F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回查原始记录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2D339-837E-4C79-87D7-B83A973D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318FE-C3AB-4582-AB08-BF331656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保留处理记录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78523-5FF6-45F7-ABF0-9BD682C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辨认需要核查的观测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F6412-FB55-49B0-AA6A-B8BC8912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核对单位与测量过程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3B9B9-1A49-48F0-B990-7DD98045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错误修正或合理保留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7BFCF-BE79-4404-95D4-01AD4CA9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必要时做敏感性分析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1EC7D-475C-4771-8A2D-9E56B8E2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94A51-0675-4CA9-A449-7D5F5A1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筛查只产生待核查记录。确认错误、修正及排除，都需说明依据。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8014C-14C9-4C5F-A2ED-C4D41B9D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按分布范围筛查标记2条，移除0条；异常原因仍需原记录复核。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42444-2B93-414F-AFE3-5512620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6D678-8737-4C3C-ADBD-962BF4F0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4988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31108-1C22-4147-AA11-CABED137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DA6C3-5B64-4EBF-9096-4404617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99F67-3DE1-48A2-876C-3F8F5EF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79AF1-9938-4475-B0F6-DCCC71D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400280-4A89-4CD7-95A6-A198896C4C75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433a6d7c32454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23733-322A-4090-B9EC-EF50345C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2338D-CC6B-4AAE-A40A-1541C5D2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8EA21-94B7-4C6A-A87C-CF355FF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C6392-F678-4667-8B4D-AA59A474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7C863-B8F3-4FD1-BF33-C7B9434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705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A8516-C955-4615-8513-C96B56C49C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BD9FF-9534-4E0A-8560-DFCF95474A2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1E826-AAC3-436F-87DA-A53E68E2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346DA-623A-4081-85B9-A73409C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B7332-6EBD-4B51-B9F7-F5FDAB5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FBE9F-4EFE-4ADB-B927-093ADB9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764C9-D513-4F06-9629-DA2829EA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6CA2C-9E19-4414-9D5B-1BA85DD7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543B0-40EA-4453-8649-BB71D7A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E51FB-3264-4460-9497-9ACA20FA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164FD-BB39-467B-B198-14FB2C24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BBD0B-BCED-4A62-97BF-3B319409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AEF66-79D9-40C2-865E-E2EC170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E40A2-B809-4EF8-BCBD-2FFE0D25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F97D0-7A36-4D78-8F6F-168FD1C5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A45AF-1359-4BB1-8D98-1DAF4637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2047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587C8-E3F2-49E0-BE8F-4E97126126D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109DE-581E-4EFE-B8E5-021D0A1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1F9C-BB47-4B42-9A83-D79D131E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BC8D7-6B9E-456C-8415-F777F4AD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1669D-54B7-429F-A098-6A95968C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EBA73-62FB-47E2-A22E-75F4F07B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8BCBD-3463-4CD4-803E-181F831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8E201-01FC-4877-9AC2-33E3BC7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96305-D92A-45C0-BD5E-72FED5DA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F4BD0-658F-4140-97C2-43A6153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14767-D3CD-43FC-87AB-77EEE9C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455DE-3E56-499C-82DC-8104819F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2713E-6C19-4F6F-B3E9-3A66F8BC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B2A35-5347-412E-8893-8912C568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AFC66-9BE1-411F-9C0C-9A2D86B6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F114B-C9C4-4CE6-814E-A08666BE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4691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6CB32-54CF-4252-8280-640BC976E4E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62DEC-317E-4E39-A73B-D0C0EEC151D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193D2-14D0-4D88-9C89-11E9FE1781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1A974-6B99-4317-9B45-33EEEA5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BFD4A-AE55-4A54-A46D-2F8945D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B8D0C-F5FD-4986-A910-F3FDDA8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06E3A-31A2-4BA9-A655-A281475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F7244-FB86-4C9C-9603-1F38FE96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9CF15-2119-4331-9791-C722B7E8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78825-AD8E-4887-BF4A-5B81630D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89674-EDAA-47AE-9BEC-4EB3DD8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333E8-B591-41F0-A777-E861D5A7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5EE58-1098-4F23-9EF7-AEAD8F35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28529-892C-437B-B2C5-EAFBCA2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0E693-5927-46FD-861D-DE73BF4D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1E568-BB53-4A6F-A97D-62D24D4D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622A0-D618-42A3-A3E1-2D9E379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0BED5-03F6-4108-9FD0-B97D8BBC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3167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538D2-AE89-4902-A21A-B8BED215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7502F-4276-47F1-8A57-F123BB8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2B3A2-D865-4C48-A47E-22FF5EEF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1C84C-1130-4101-AACA-04B5270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28A74-8248-4A05-8056-452FC107EA12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B9EE-4ADF-4CCB-AAE4-8A133E3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932CA-F159-44E0-A7A6-F1BA1B3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5949F-27C6-4FDA-812F-05316A4B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DDA0-206A-4E30-88E6-12F6CCC7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A88C3-C4D8-4ED8-BD7C-C84CAC5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B6599-0157-4346-AB7B-048271BF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68383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D81C50-E9AD-4CE0-89C9-EF8C74D8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DD634-D30F-4D44-977B-94699A20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F84C9-9F8C-4AFD-B5C5-89B8A7D9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40D7B-E230-4760-B350-52852634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如果反复按同样规则抽样并构造区间，约95%的区间会包含那个固定真值。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4CE0E-5597-4676-ADF3-A7CAE3C2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同一真值：100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50283-A7F8-4CB3-ACC3-2651E64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0" cy="36671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D80AE-E6F2-4F86-99D0-DD9D3660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78B8C-AB29-4D8A-B498-04678C4B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48" y="37147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54EBE-9D5D-4C18-98AC-6B41437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C59DB-DD74-47CE-9C66-06A4828C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868" y="40576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7B298-3474-4856-9E84-7131448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5E37F-BD0C-469B-BA92-F751A6F7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87" y="44005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2B903-3F83-40AD-A6C2-C55610AA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4AA82-3A82-4DEE-B856-AB3E960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757" y="47434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D9420-16BD-4CBD-BB48-24B42921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522BF-4B2C-4423-A18A-07FD7DD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103" y="50863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ED4D9-5812-466C-AFB6-27AFEC1A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B6136-56D3-4FCF-8FBC-3F20802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711" y="54292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21832-5F03-49F3-9919-E7612293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20BAB-443C-4110-9F8B-1CB9359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585" y="57721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B8707-61FE-453D-8D48-9EF42DEB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A9437-6621-4098-B130-9595075B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154" y="61150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482B4-12D3-416F-8F4E-D659B09D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3F89F-3B3D-45DA-9892-5F2AEF7C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269" y="64579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0F85A-8C4C-47DF-91AD-08FEB5C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79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178B0-D4FC-4F41-B214-326D375D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659" y="68008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45301-49CA-4E11-98E5-C53F0A21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87872-C303-4147-8D16-1D7EDE4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EA52B-2BB2-4433-8A75-6921631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CA716-E5AD-44DB-9FB4-98BA83F1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横线为各次区间（显示前10次）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8882A-5E3F-47FB-8A87-F4917E0D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3375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独立正态模型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98C6CA-F8ED-43EC-A8A1-10BD4F3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333875"/>
            <a:ext cx="2952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设定均值100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已知SD=10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每次n=25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1000次中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941次覆盖真值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CBD61-84D6-4BDE-9AD5-0C1FF877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正态模型教学模拟，参数自设；1000次结果及前10次区间均保留CSV。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F2A2EB-81C2-4F7A-AE0B-18D3834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452190-D768-420A-AC92-9CDA8B11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67071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50D3-1258-4BFD-8288-AC08A0A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3B2E0-A28A-4EC6-9CAB-8D55025B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81EC4-60EB-4E0C-B039-C194BA5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5F43-85EE-4A5D-9E44-0F8B0D49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4542455-0208-44F2-B164-85CAD76639C3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e16e87eec54c4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EB339-7612-40B5-909A-CE3A18B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AD0EF-4238-46DC-82C9-5245296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CD507-7856-494F-AC3D-33E70584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2C727-4892-4D98-B8A4-726EA148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6E61B-A212-4BFF-AE6C-43C8C0E2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21138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E1015-9869-4CE6-A6D8-2D92AAF99BF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7C696-6FBD-43C8-A19E-48577136AF6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03E48-80F8-40AE-8EF6-E95ACBC6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427DF-AEC8-41F0-844F-189BC61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0AC52-9651-4DDA-B99E-2BF55AC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3B180-3C1F-4558-90F2-2DC0726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D0CA1-91FF-4C66-8A82-A65E9C4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D225F-A5EF-4E67-86A7-434587FB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F1BE1-19C2-444F-8ECE-7B3B4E0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E6A31-C3B3-4400-8021-BB62E71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AEA7A-D0ED-4C86-94FC-E5C092A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3EF3E-AC87-47DD-9590-C406B00B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B745E-457E-4923-887A-724B78F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B53EA-4F56-427C-BDC9-BD3A0B88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90EE1-2CCC-459A-AF5B-4BAF3B9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8078E-58D2-4E61-BF29-D5674683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27511-E8FE-40DA-AF68-F0E87F09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4205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AAEDE-FB30-4183-84C8-DF646ACFE11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0F644-353F-491C-B7C5-69B5FBE9CED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C966F-B00E-4AD7-89C2-48F3A7AB4A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4E388-F083-429F-9A92-FFED0043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C879A-BF41-4DA5-B3E9-5FFCD13D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23440-CC90-4839-BEF0-AC602C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6CC59-C3FC-44A1-834E-863577F1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F94CD-E455-4687-9862-CA775B5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BC069-04A7-40F0-9330-38D03DC1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6902A-FD86-43F8-B85A-4DF9A94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EBAED-FFB8-4DEE-A334-7F53306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EABF8-1A30-4440-8B0D-30CE14DD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4052A-B252-400B-B854-7407412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604D9-AD00-4D52-9B25-F5E5C2FC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5183D-6E23-4A7C-9857-03FD4271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993AC-BFD3-4D53-83D5-23A3083C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C925D-E668-46D0-A370-0B8C463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C5927-3400-4E8C-BDAD-BCAD0F2D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13D2F-C934-4551-B13C-AC7E6E3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E842B-50F4-44B8-A4F4-17A71F58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698503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E91CF-D61E-4888-85CC-A9B6A5D9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F664C-7619-4FC4-BBC5-0D2B04B8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4CCD0-E72E-4B0E-A499-EF72942D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32CB1-012F-429D-AFA0-A1546FAA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E9E888-E820-4F2D-9F05-EEEDBBB1DF6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6ad23ca4f5412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EE082-A7E9-4C0F-B9C7-28E8394F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D0C5C-5240-431D-A50D-CE932EF0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B76FC-E09C-4186-A5F5-323EA2F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87D75-5297-421C-A579-9D29C6B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A8F3A-4995-4535-A016-4D9DB59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91882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2C0E8-CEF9-4074-BA49-C1C8F6E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9ABBC-049F-4A3F-928B-1F342B9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A790C-E8CC-456F-A80E-FC78F81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8E0B4-5F13-427F-B339-CFE4861B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6EB023-F0E4-42DE-8B5E-DCC9BE4DE829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a0b7e6d004a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B60A2-3801-44BF-B658-55E2749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1D803-CD62-40F3-ADFB-7D54BC3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11C8A-1317-425A-BA94-E48A249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F1C43-0455-4AC5-9D6A-DAF61105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4C85E-C06B-4B8B-AF81-A833D1B6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39999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68E84-E86E-4F89-B888-7AEC880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B3624-EF0B-4CE6-99BF-53AEDBB4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6750E-34A5-4F5C-B664-60B4719E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8CF9A-1CB9-4B3A-9B76-269B109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01A32D6-06B7-4555-869D-709CC5352F92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151205341846a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BB065-AAF0-4C91-BC57-0CEA19E9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7A65F-DDE8-4452-815E-B0CEAE5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657EF-608C-4A5E-9494-C162B26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8538A-AE63-4DF9-90E1-545B117A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F8260-93A7-4124-9385-E37C6E1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475551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252B2-607E-4407-850F-F72F170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8F856-6C2D-4DF4-AA88-0B439E9C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E0D73-2A44-42C7-B0D8-696BE8A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9EC17-0D77-4EC3-ADBC-91E8853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99D41-1AFA-4752-AD4E-0F0B0470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2183E-6F18-4851-8D04-375CB7B1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1E491-4DC0-4808-A60D-8F7CBA1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48AB7-5C42-45A1-AB37-C2E3C59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DBCDC-1B0B-4E25-B67A-6A866ED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4F4BC-5D5B-487D-A22F-1199A2B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665F3-8547-413D-8233-DCBC5498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030681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FAFED-C6F6-4618-A329-361FFCC8E5A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29700-67BD-475D-92F3-96E22474F9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9E80E-63BD-42AD-8945-E83B76908C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53046-E596-425E-81E3-EB4B49F8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E7685-45B4-4F3A-81CC-1C315732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AI协助分析时的复核位置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2DFB7-A9A6-47FC-85D2-F288CFCC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0BC1D-B557-4E80-8334-39A5E5A3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AI生成代码后，需要检查筛选条件、单位、分组方向和解释是否一致。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5F43E-60CF-4B48-B40D-22C883B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数据与研究问题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B2152-20F3-4D38-89B8-AF912E5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代码与参数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D891F-0723-4564-9EDF-6065C00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实际运行结果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0F494-D123-48ED-AA94-E228F5A4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4BE65-D257-4392-8643-828C6648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列名、单位和来源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D4F1D-F5A6-46A6-9192-B8AF0F5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过滤、抽样单位和种子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F979F-C48B-4CC8-A8F3-CA33AA8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保存表格与运行信息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E1FEC-6795-406B-AF44-EF5DC12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复算并限制结论范围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59265-B544-44D5-B039-4788E145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37385-E7B7-4E53-A72D-25910643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提示示例：只用这份CSV，列出排除依据，比较雌雄鳍长，输出代码、结果和限制。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4E574-5C03-47AC-A2C6-8B46CF9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本地脚本已执行，模型生成代码与实际计算分别核对。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E2718-B635-4A3C-9A18-A05B56F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来源：课程方法示意 / 教学模拟；NumPy有放回抽样文档；本地脚本实算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DFF3A-5884-4769-9E60-ED47B21E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247496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A15CC-293B-417A-9DE2-9C929482EB7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28612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0F918-A6FC-45A6-88A4-2C36F700389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28612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EF170-5B1E-4CF0-88A7-AE056C0DA10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8612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53B1D-4C8D-4214-AFA6-2DE06CF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237B6-2D9B-43D6-A450-7CE771A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可复查的分析材料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4725A-9779-4F29-B262-CBBD701C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3214F-CD3C-4844-B202-94C83A0B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原始文件、清洗后的记录、代码、数值结果和文字解释需要能相互对应。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01A44-C6D1-4541-944A-4E0A968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04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EFCD2-16C0-483E-8DAE-5EA9F641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记录来源及版本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38208-0D6A-41C1-B6DB-49B6238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04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清洗记录与代码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15999-7C55-4438-BA4D-5AE8EF14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保存过滤与变更依据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786FC-FB33-43F9-B5CA-792411B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04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结果表与图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8997A-5EED-414F-8F00-83A1FE8D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标明单位和计算方法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0C0FD-892C-475F-A165-EB06258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04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解释与未决问题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23E91-A271-4F11-B330-C2F5E321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保留模型及外推限制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7A26F-0514-466E-8E3E-936FDFAB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下一节：科研图表与技术路线，讲数据怎样变成可读且有来源的图。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EB12D-8E58-4983-BFF5-F88D463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E82CE-4DA6-4FB5-8339-9858C8C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69615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2026-10-18T00:10:57.8820000Z</dcterms:created>
  <dcterms:modified xsi:type="dcterms:W3CDTF">2026-10-18T00:10:57.8820000Z</dcterms:modified>
</coreProperties>
</file>