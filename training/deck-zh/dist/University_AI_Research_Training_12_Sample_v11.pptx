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b5bdd77ad940ba" /><Relationship Type="http://schemas.openxmlformats.org/officeDocument/2006/relationships/extended-properties" Target="/docProps/app.xml" Id="Rf685306073e2492c" /><Relationship Type="http://schemas.openxmlformats.org/officeDocument/2006/relationships/officeDocument" Target="/ppt/presentation.xml" Id="Re7aba333d28e4e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2cd4c88c1645e8"/>
  </p:sldMasterIdLst>
  <p:notesMasterIdLst>
    <p:notesMasterId xmlns:r="http://schemas.openxmlformats.org/officeDocument/2006/relationships" r:id="Rf84d294614fd4763"/>
  </p:notesMasterIdLst>
  <p:sldIdLst>
    <p:sldId xmlns:r="http://schemas.openxmlformats.org/officeDocument/2006/relationships" id="256" r:id="Raedd5a5789034473"/>
    <p:sldId xmlns:r="http://schemas.openxmlformats.org/officeDocument/2006/relationships" id="257" r:id="R79bbf01c2fdb491b"/>
    <p:sldId xmlns:r="http://schemas.openxmlformats.org/officeDocument/2006/relationships" id="258" r:id="R7239daa802f04e7e"/>
    <p:sldId xmlns:r="http://schemas.openxmlformats.org/officeDocument/2006/relationships" id="259" r:id="Rdea4b2fdbcb34670"/>
    <p:sldId xmlns:r="http://schemas.openxmlformats.org/officeDocument/2006/relationships" id="260" r:id="Re406bc4729d344b6"/>
    <p:sldId xmlns:r="http://schemas.openxmlformats.org/officeDocument/2006/relationships" id="261" r:id="Raa6d8d3f54b04751"/>
    <p:sldId xmlns:r="http://schemas.openxmlformats.org/officeDocument/2006/relationships" id="262" r:id="R070415dfb70d4732"/>
    <p:sldId xmlns:r="http://schemas.openxmlformats.org/officeDocument/2006/relationships" id="263" r:id="R3660d52736884e68"/>
    <p:sldId xmlns:r="http://schemas.openxmlformats.org/officeDocument/2006/relationships" id="264" r:id="Rd55ab3606d2d47a1"/>
    <p:sldId xmlns:r="http://schemas.openxmlformats.org/officeDocument/2006/relationships" id="265" r:id="Rac2cc7ab425840cc"/>
    <p:sldId xmlns:r="http://schemas.openxmlformats.org/officeDocument/2006/relationships" id="266" r:id="R948030bb5bca468d"/>
    <p:sldId xmlns:r="http://schemas.openxmlformats.org/officeDocument/2006/relationships" id="267" r:id="Rf45c885e76b2423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19995b9d5848b3" /><Relationship Type="http://schemas.openxmlformats.org/officeDocument/2006/relationships/slideMaster" Target="/ppt/slideMasters/slideMaster1.xml" Id="R322cd4c88c1645e8" /><Relationship Type="http://schemas.openxmlformats.org/officeDocument/2006/relationships/notesMaster" Target="/ppt/notesMasters/notesMaster1.xml" Id="Rf84d294614fd4763" /><Relationship Type="http://schemas.openxmlformats.org/officeDocument/2006/relationships/presProps" Target="/ppt/presProps.xml" Id="R0602ddd8dbb94ce7" /><Relationship Type="http://schemas.openxmlformats.org/officeDocument/2006/relationships/tableStyles" Target="/ppt/tableStyles.xml" Id="Rdc0e9b214a08436d" /><Relationship Type="http://schemas.openxmlformats.org/officeDocument/2006/relationships/slide" Target="/ppt/slides/slide1.xml" Id="Raedd5a5789034473" /><Relationship Type="http://schemas.openxmlformats.org/officeDocument/2006/relationships/slide" Target="/ppt/slides/slide2.xml" Id="R79bbf01c2fdb491b" /><Relationship Type="http://schemas.openxmlformats.org/officeDocument/2006/relationships/slide" Target="/ppt/slides/slide3.xml" Id="R7239daa802f04e7e" /><Relationship Type="http://schemas.openxmlformats.org/officeDocument/2006/relationships/slide" Target="/ppt/slides/slide4.xml" Id="Rdea4b2fdbcb34670" /><Relationship Type="http://schemas.openxmlformats.org/officeDocument/2006/relationships/slide" Target="/ppt/slides/slide5.xml" Id="Re406bc4729d344b6" /><Relationship Type="http://schemas.openxmlformats.org/officeDocument/2006/relationships/slide" Target="/ppt/slides/slide6.xml" Id="Raa6d8d3f54b04751" /><Relationship Type="http://schemas.openxmlformats.org/officeDocument/2006/relationships/slide" Target="/ppt/slides/slide7.xml" Id="R070415dfb70d4732" /><Relationship Type="http://schemas.openxmlformats.org/officeDocument/2006/relationships/slide" Target="/ppt/slides/slide8.xml" Id="R3660d52736884e68" /><Relationship Type="http://schemas.openxmlformats.org/officeDocument/2006/relationships/slide" Target="/ppt/slides/slide9.xml" Id="Rd55ab3606d2d47a1" /><Relationship Type="http://schemas.openxmlformats.org/officeDocument/2006/relationships/slide" Target="/ppt/slides/slide10.xml" Id="Rac2cc7ab425840cc" /><Relationship Type="http://schemas.openxmlformats.org/officeDocument/2006/relationships/slide" Target="/ppt/slides/slide11.xml" Id="R948030bb5bca468d" /><Relationship Type="http://schemas.openxmlformats.org/officeDocument/2006/relationships/slide" Target="/ppt/slides/slide12.xml" Id="Rf45c885e76b242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f78ce165d944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54e3449acf48e0" /><Relationship Type="http://schemas.openxmlformats.org/officeDocument/2006/relationships/notesMaster" Target="/ppt/notesMasters/notesMaster1.xml" Id="R3dec651f6c054b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c17ad0251343e1" /><Relationship Type="http://schemas.openxmlformats.org/officeDocument/2006/relationships/notesMaster" Target="/ppt/notesMasters/notesMaster1.xml" Id="R15546717122848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c75337e92249a5" /><Relationship Type="http://schemas.openxmlformats.org/officeDocument/2006/relationships/notesMaster" Target="/ppt/notesMasters/notesMaster1.xml" Id="R32832f847b4241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12a46232794953" /><Relationship Type="http://schemas.openxmlformats.org/officeDocument/2006/relationships/notesMaster" Target="/ppt/notesMasters/notesMaster1.xml" Id="R0c0a4080aeae4d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694b81c5954be0" /><Relationship Type="http://schemas.openxmlformats.org/officeDocument/2006/relationships/notesMaster" Target="/ppt/notesMasters/notesMaster1.xml" Id="Rc235406436df44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def621c69744c1" /><Relationship Type="http://schemas.openxmlformats.org/officeDocument/2006/relationships/notesMaster" Target="/ppt/notesMasters/notesMaster1.xml" Id="R2124f3a3c0f747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9a491049b943ce" /><Relationship Type="http://schemas.openxmlformats.org/officeDocument/2006/relationships/notesMaster" Target="/ppt/notesMasters/notesMaster1.xml" Id="Ree7bdd4ea6c043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a266a8ffe74b86" /><Relationship Type="http://schemas.openxmlformats.org/officeDocument/2006/relationships/notesMaster" Target="/ppt/notesMasters/notesMaster1.xml" Id="R4553a4d5266c4a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8440074a4e4b35" /><Relationship Type="http://schemas.openxmlformats.org/officeDocument/2006/relationships/notesMaster" Target="/ppt/notesMasters/notesMaster1.xml" Id="Rfe2858b24a1e4e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a088a37c2846eb" /><Relationship Type="http://schemas.openxmlformats.org/officeDocument/2006/relationships/notesMaster" Target="/ppt/notesMasters/notesMaster1.xml" Id="R79751af4731141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d60c04fd9d4161" /><Relationship Type="http://schemas.openxmlformats.org/officeDocument/2006/relationships/notesMaster" Target="/ppt/notesMasters/notesMaster1.xml" Id="Rc448f74759e847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7bcc1eb5ad4a93" /><Relationship Type="http://schemas.openxmlformats.org/officeDocument/2006/relationships/notesMaster" Target="/ppt/notesMasters/notesMaster1.xml" Id="R1eeb63f8e13d41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教学目标：科研责任与 AI 使用披露</a:t>
            </a:r>
          </a:p>
          <a:p xmlns:a="http://schemas.openxmlformats.org/drawingml/2006/main">
            <a:r>
              <a:t>讲解预算：300秒</a:t>
            </a:r>
          </a:p>
          <a:p xmlns:a="http://schemas.openxmlformats.org/drawingml/2006/main">
            <a:r>
              <a:t>来源为Nature Portfolio当前AI政策网页，检索日期2026-10-16，页面未显示明确更新时间，不把检索日期写成政策发布日期。现行网页按风险和责任说明使用边界。本页是中文归纳，不是逐字政策。Science页面访问403，不能把Nature条款套给Science。投稿前逐刊查看作者指南并保留日期快照。课堂判断：如果AI改了结论的力度或补了不存在的引文，即使语句通顺也应退回作者审核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教学目标：Agent、Workflow、Skill 与 MCP 的关系</a:t>
            </a:r>
          </a:p>
          <a:p xmlns:a="http://schemas.openxmlformats.org/drawingml/2006/main">
            <a:r>
              <a:t>讲解预算：298秒</a:t>
            </a:r>
          </a:p>
          <a:p xmlns:a="http://schemas.openxmlformats.org/drawingml/2006/main">
            <a:r>
              <a:t>Agentic AI描述具有一定自主性的系统设计或行为，不是某个产品的同义词。Workflow也可调用Agent，Agent也可以选择Skill，并通过MCP使用工具。固定脚本顺序执行不自动等于自主Agent。ChatGPT和Codex在这里是两种典型工作方式，二者都可能具备工具和自动执行能力。图中箭头表示调用关系，不代表所有产品都必须采用MCP。让学员判断：一个无工具的论文聊天请求属于哪一层？一个带人工审核的Word生成脚本属于哪一层？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https://modelcontextprotocol.io/docs/getting-started/intro</a:t>
            </a:r>
          </a:p>
          <a:p xmlns:a="http://schemas.openxmlformats.org/drawingml/2006/main">
            <a:r>
              <a:t>https://agentskills.io/what-are-skills</a:t>
            </a:r>
          </a:p>
          <a:p xmlns:a="http://schemas.openxmlformats.org/drawingml/2006/main">
            <a:r>
              <a:t>https://developers.openai.com/codex/skills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教学目标：本地与云端共用契约，执行边界不同</a:t>
            </a:r>
          </a:p>
          <a:p xmlns:a="http://schemas.openxmlformats.org/drawingml/2006/main">
            <a:r>
              <a:t>讲解预算：298秒</a:t>
            </a:r>
          </a:p>
          <a:p xmlns:a="http://schemas.openxmlformats.org/drawingml/2006/main">
            <a:r>
              <a:t>这是架构设计和本地执行边界图，图中云端步骤不代表已部署。Worker本身不是通用Python服务器，长任务、Office解析和代码执行需要合适的隔离服务。模型只生成候选内容；服务负责真实文件操作；研究者负责关键科研判断。后续演示检查本地实际文件，云端未联调时用接口契约说明，不能展示假成功界面。失败时把状态写为failed并保留可重试输入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https://platform.minimax.io/docs/api-reference/text-openai-api</a:t>
            </a:r>
          </a:p>
          <a:p xmlns:a="http://schemas.openxmlformats.org/drawingml/2006/main">
            <a:r>
              <a:t>https://developers.openai.com/codex/skills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教学目标：文献核验从出版记录走到正文证据</a:t>
            </a:r>
          </a:p>
          <a:p xmlns:a="http://schemas.openxmlformats.org/drawingml/2006/main">
            <a:r>
              <a:t>讲解预算：217秒</a:t>
            </a:r>
          </a:p>
          <a:p xmlns:a="http://schemas.openxmlformats.org/drawingml/2006/main">
            <a:r>
              <a:t>打开出版网页，核对题名、作者、日期和DOI，再定位Figure1及Field methods。图显示岛屿采样背景，不能由地图推断随机抽样或普遍代表性。本文还有稳定同位素等变量，简化的penguins.csv不包含所有原文分析数据。教学中将真实论文与其公开简化数据区分，避免拿CSV能复算的均值冒充整篇论文复现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https://www.crossref.org/documentation/retrieve-metadata/rest-api/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教学目标：真实论文图要连同变量和图注一起读</a:t>
            </a:r>
          </a:p>
          <a:p xmlns:a="http://schemas.openxmlformats.org/drawingml/2006/main">
            <a:r>
              <a:t>讲解预算：190秒</a:t>
            </a:r>
          </a:p>
          <a:p xmlns:a="http://schemas.openxmlformats.org/drawingml/2006/main">
            <a:r>
              <a:t>展示Gorman等2014 Figure3原图，图形未经生成式重绘。请学员首先读图注，定位不同panel对应的测量，再用正文确认误差与比较。讲师不能凭图像外观推导未给出的p值。保存图像与原文链接，引用作者及CC BY许可。公开简化CSV并不包含整篇文章的所有分析变量，后面的课堂描述统计不是该图的精确重现。 原文Figure3图注明确误差为1 SE，两个同位素分析样本量分别127和128。图中2008年的氮同位素均值较低，正式解释需结合Table4与正文模型。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教学目标：公开观测数据支持描述，不直接证明因果</a:t>
            </a:r>
          </a:p>
          <a:p xmlns:a="http://schemas.openxmlformats.org/drawingml/2006/main">
            <a:r>
              <a:t>讲解预算：217秒</a:t>
            </a:r>
          </a:p>
          <a:p xmlns:a="http://schemas.openxmlformats.org/drawingml/2006/main">
            <a:r>
              <a:t>图由本地脚本直接读取CC0的penguins.csv，导出的PowerPoint散点图保留可编辑数值。未拟合回归线，不汇报未经计算的显著性。先问坐标和单位，再看全体趋势是否主要由物种间差异驱动。研究设计决定推断边界，漂亮的拟合线不能修复混杂。随机种子不适用，因为该图没有重采样和随机操作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教学目标：体重直方图保留分布与分箱依据</a:t>
            </a:r>
          </a:p>
          <a:p xmlns:a="http://schemas.openxmlformats.org/drawingml/2006/main">
            <a:r>
              <a:t>讲解预算：76秒</a:t>
            </a:r>
          </a:p>
          <a:p xmlns:a="http://schemas.openxmlformats.org/drawingml/2006/main">
            <a:r>
              <a:t>2500–&lt;3000：9；3000–&lt;3500：62；3500–&lt;4000：94；4000–&lt;4500：59；4500–&lt;5000：51；5000–&lt;5500：34；5500–&lt;6000：29；6000–&lt;6500：4。等宽500g分箱展示全部342条有效体重。混合物种分布可能产生多个集中区，不能直接当作同一总体的单一正态分布。 图注说明箱宽与区间规则；若改变分箱，保留原数据并检查全部观测是否恰好计入一次。 数值由原始CSV复算；嵌入工作簿保留6位小数，图示取1位，未取整值另存JSON。图形只作描述，不给出未执行的统计检验。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材料属性：public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教学目标：统计报告要同时说明估计量和不确定性</a:t>
            </a:r>
          </a:p>
          <a:p xmlns:a="http://schemas.openxmlformats.org/drawingml/2006/main">
            <a:r>
              <a:t>讲解预算：190秒</a:t>
            </a:r>
          </a:p>
          <a:p xmlns:a="http://schemas.openxmlformats.org/drawingml/2006/main">
            <a:r>
              <a:t>所有数字由Python标准库对公开数据复算。SD描述个体离散程度，SE描述估计量的抽样变动，置信区间需要明确抽样模型与独立性假设。不能把SD误称为95%CI，也不能用均值差直接推出统计显著或因果作用。这里不运行t检验，因为本页目的为描述性报告。后续研究可在明确采样和分层结构后选择模型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https://docs.scipy.org/doc/scipy/reference/generated/scipy.stats.ttest_ind.html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教学目标：Humanizer 修订必须锁住数字和限定条件</a:t>
            </a:r>
          </a:p>
          <a:p xmlns:a="http://schemas.openxmlformats.org/drawingml/2006/main">
            <a:r>
              <a:t>讲解预算：190秒</a:t>
            </a:r>
          </a:p>
          <a:p xmlns:a="http://schemas.openxmlformats.org/drawingml/2006/main">
            <a:r>
              <a:t>这一段完全是教学模拟，不是客户研究或真实实验结果。先提取数字、术语、比较方向和限制作为不可变事实，再修改叙述。修订不能把“相关”改成“导致”，也不能把探索性分析写成预注册结论。该流程用于学术表达与逻辑审阅，不用于规避AI检测。修订后逐项比较事实锁，并由领域作者确认表述是否准确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教学目标：空泛评价换成可观察事实</a:t>
            </a:r>
          </a:p>
          <a:p xmlns:a="http://schemas.openxmlformats.org/drawingml/2006/main">
            <a:r>
              <a:t>讲解预算：89秒</a:t>
            </a:r>
          </a:p>
          <a:p xmlns:a="http://schemas.openxmlformats.org/drawingml/2006/main">
            <a:r>
              <a:t>“该流程具有高度可靠性和强大应用潜力”没有说明实际观察了什么。若只生成了一份Word，可靠性与应用效果均缺少测试。 可写：“输入包含6个模板章节；程序生成对应的可编辑段落，并输出3项未决问题。缺少签核时最终导出被拦截。”每句话对应具体产物。若还没测错误率、跨模板兼容或现场使用效果，就不填这些结论。 同一段话中删去宣传词后，若没有事实剩下，需要补材料；不能换一组更克制的形容词继续撑满篇幅。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case; not a new research result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教学目标：目标与指标需要双向对应</a:t>
            </a:r>
          </a:p>
          <a:p xmlns:a="http://schemas.openxmlformats.org/drawingml/2006/main">
            <a:r>
              <a:t>讲解预算：222秒</a:t>
            </a:r>
          </a:p>
          <a:p xmlns:a="http://schemas.openxmlformats.org/drawingml/2006/main">
            <a:r>
              <a:t>模拟指南编号TEACH-GRANT-01。指标是计划要求，不是已达成结果。本页不填凭空设定的召回提升百分比。双向核验：每个要求至少对应一项内容和产物；每项承诺都能回到指南或科学问题。研究基础缺失时不能把公开数据的可下载性写成团队前期成果。让学员找出如果删去筛选记录后，哪些指标无法验收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教学目标：交底书先收集可实施的技术事实</a:t>
            </a:r>
          </a:p>
          <a:p xmlns:a="http://schemas.openxmlformats.org/drawingml/2006/main">
            <a:r>
              <a:t>讲解预算：219秒</a:t>
            </a:r>
          </a:p>
          <a:p xmlns:a="http://schemas.openxmlformats.org/drawingml/2006/main">
            <a:r>
              <a:t>本案例完全为教学模拟，未声称具备新颖性或创造性。交底书首先让专业人员能够理解并实施方案。发明人一句“效果好”不能自动扩写成准确率或温度范围。区分已知事实、待确认参数和效果证据。专业专利法律判断需在正式申请流程中完成，本工具不代替检索和代理人审查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e3199c74644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0893947c843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f9d7ce45e48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de93577e844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3836a9fdd43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389b988de04c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239DC9-C8BB-46D7-9E18-10C5E79E18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8424563-B2E5-4064-85B2-B5C1E2E151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936391-41F7-4FF5-BF62-4D83E28CEB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B3ABF2-F6B5-4DA2-B82E-727275A485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1FD099-CAE2-4E07-AD4A-60A97F8615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A8C8A4-37AE-46B4-81A2-95F5BEDE9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FB02CB-200E-4EAE-9628-5B7B91800B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4381F7C-3452-4334-A1C9-46A21C3E55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74AAA6-D043-49B1-9FFD-9EC5AE34E6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CE1954-1508-4FAC-AC63-49EB743ACF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7015a1a4c14706" /><Relationship Type="http://schemas.openxmlformats.org/officeDocument/2006/relationships/slideLayout" Target="/ppt/slideLayouts/slideLayout1.xml" Id="Rc64040f0aab943c2" /><Relationship Type="http://schemas.openxmlformats.org/officeDocument/2006/relationships/slideLayout" Target="/ppt/slideLayouts/slideLayout2.xml" Id="R90135b2dbfcd4553" /><Relationship Type="http://schemas.openxmlformats.org/officeDocument/2006/relationships/slideLayout" Target="/ppt/slideLayouts/slideLayout3.xml" Id="R7fa637a3dfd14eed" /><Relationship Type="http://schemas.openxmlformats.org/officeDocument/2006/relationships/slideLayout" Target="/ppt/slideLayouts/slideLayout4.xml" Id="R8725c85ab25b4c17" /><Relationship Type="http://schemas.openxmlformats.org/officeDocument/2006/relationships/slideLayout" Target="/ppt/slideLayouts/slideLayout5.xml" Id="R7fe37ad955b44f82" /><Relationship Type="http://schemas.openxmlformats.org/officeDocument/2006/relationships/slideLayout" Target="/ppt/slideLayouts/slideLayout6.xml" Id="R564412120b9d4d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4040f0aab943c2"/>
    <p:sldLayoutId xmlns:r="http://schemas.openxmlformats.org/officeDocument/2006/relationships" id="2147483650" r:id="R90135b2dbfcd4553"/>
    <p:sldLayoutId xmlns:r="http://schemas.openxmlformats.org/officeDocument/2006/relationships" id="2147483651" r:id="R7fa637a3dfd14eed"/>
    <p:sldLayoutId xmlns:r="http://schemas.openxmlformats.org/officeDocument/2006/relationships" id="2147483652" r:id="R8725c85ab25b4c17"/>
    <p:sldLayoutId xmlns:r="http://schemas.openxmlformats.org/officeDocument/2006/relationships" id="2147483653" r:id="R7fe37ad955b44f82"/>
    <p:sldLayoutId xmlns:r="http://schemas.openxmlformats.org/officeDocument/2006/relationships" id="2147483654" r:id="R564412120b9d4d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9635114a44d82" /><Relationship Type="http://schemas.openxmlformats.org/officeDocument/2006/relationships/notesSlide" Target="/ppt/notesSlides/notesSlide1.xml" Id="Rb326df3f8cf94c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80b84df6c94dd5" /><Relationship Type="http://schemas.openxmlformats.org/officeDocument/2006/relationships/notesSlide" Target="/ppt/notesSlides/notesSlide2.xml" Id="R93494605dbb144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ebe61221f4266" /><Relationship Type="http://schemas.openxmlformats.org/officeDocument/2006/relationships/notesSlide" Target="/ppt/notesSlides/notesSlide3.xml" Id="Ra3bee62e150248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d329af5a154a1f" /><Relationship Type="http://schemas.openxmlformats.org/officeDocument/2006/relationships/image" Target="/ppt/media/image.png" Id="Rfe40305e2ece4be3" /><Relationship Type="http://schemas.openxmlformats.org/officeDocument/2006/relationships/notesSlide" Target="/ppt/notesSlides/notesSlide4.xml" Id="R3be46fa543e34d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a3fce665fb48bb" /><Relationship Type="http://schemas.openxmlformats.org/officeDocument/2006/relationships/image" Target="/ppt/media/image2.png" Id="R7f62b8d6b008416b" /><Relationship Type="http://schemas.openxmlformats.org/officeDocument/2006/relationships/notesSlide" Target="/ppt/notesSlides/notesSlide5.xml" Id="Ra4478243ff3647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7c21647b94502" /><Relationship Type="http://schemas.openxmlformats.org/officeDocument/2006/relationships/chart" Target="/ppt/slides/charts/chart1.xml" Id="Ra04482d81ecd46ab" /><Relationship Type="http://schemas.openxmlformats.org/officeDocument/2006/relationships/notesSlide" Target="/ppt/notesSlides/notesSlide6.xml" Id="R7054690245774d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34554da8e24969" /><Relationship Type="http://schemas.openxmlformats.org/officeDocument/2006/relationships/chart" Target="/ppt/slides/charts/chart2.xml" Id="R1c1fdd7f5e69482e" /><Relationship Type="http://schemas.openxmlformats.org/officeDocument/2006/relationships/notesSlide" Target="/ppt/notesSlides/notesSlide7.xml" Id="Rd9072497cdc34e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45e3860b546d8" /><Relationship Type="http://schemas.openxmlformats.org/officeDocument/2006/relationships/notesSlide" Target="/ppt/notesSlides/notesSlide8.xml" Id="Re225b1cede1d4c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36a0689de1416b" /><Relationship Type="http://schemas.openxmlformats.org/officeDocument/2006/relationships/notesSlide" Target="/ppt/notesSlides/notesSlide9.xml" Id="Rcd5a3f8074c542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8df170c0dd4ba0" /><Relationship Type="http://schemas.openxmlformats.org/officeDocument/2006/relationships/notesSlide" Target="/ppt/notesSlides/notesSlide10.xml" Id="Re6c77ddb687e44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b1316c89c43e0" /><Relationship Type="http://schemas.openxmlformats.org/officeDocument/2006/relationships/notesSlide" Target="/ppt/notesSlides/notesSlide11.xml" Id="Re7793fa6160244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b01881cc004465" /><Relationship Type="http://schemas.openxmlformats.org/officeDocument/2006/relationships/notesSlide" Target="/ppt/notesSlides/notesSlide12.xml" Id="Re17f451329d1421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Adelie</c:v>
          </c:tx>
          <c:spPr>
            <a:solidFill xmlns:a="http://schemas.openxmlformats.org/drawingml/2006/main">
              <a:srgbClr val="235F85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235F85"/>
              </a:solidFill>
            </c:spPr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181</c:v>
                </c:pt>
                <c:pt idx="1">
                  <c:v>186</c:v>
                </c:pt>
                <c:pt idx="2">
                  <c:v>195</c:v>
                </c:pt>
                <c:pt idx="3">
                  <c:v>193</c:v>
                </c:pt>
                <c:pt idx="4">
                  <c:v>190</c:v>
                </c:pt>
                <c:pt idx="5">
                  <c:v>181</c:v>
                </c:pt>
                <c:pt idx="6">
                  <c:v>195</c:v>
                </c:pt>
                <c:pt idx="7">
                  <c:v>193</c:v>
                </c:pt>
                <c:pt idx="8">
                  <c:v>190</c:v>
                </c:pt>
                <c:pt idx="9">
                  <c:v>186</c:v>
                </c:pt>
                <c:pt idx="10">
                  <c:v>180</c:v>
                </c:pt>
                <c:pt idx="11">
                  <c:v>182</c:v>
                </c:pt>
                <c:pt idx="12">
                  <c:v>191</c:v>
                </c:pt>
                <c:pt idx="13">
                  <c:v>198</c:v>
                </c:pt>
                <c:pt idx="14">
                  <c:v>185</c:v>
                </c:pt>
                <c:pt idx="15">
                  <c:v>195</c:v>
                </c:pt>
                <c:pt idx="16">
                  <c:v>197</c:v>
                </c:pt>
                <c:pt idx="17">
                  <c:v>184</c:v>
                </c:pt>
                <c:pt idx="18">
                  <c:v>194</c:v>
                </c:pt>
                <c:pt idx="19">
                  <c:v>174</c:v>
                </c:pt>
                <c:pt idx="20">
                  <c:v>180</c:v>
                </c:pt>
                <c:pt idx="21">
                  <c:v>189</c:v>
                </c:pt>
                <c:pt idx="22">
                  <c:v>185</c:v>
                </c:pt>
                <c:pt idx="23">
                  <c:v>180</c:v>
                </c:pt>
                <c:pt idx="24">
                  <c:v>187</c:v>
                </c:pt>
                <c:pt idx="25">
                  <c:v>183</c:v>
                </c:pt>
                <c:pt idx="26">
                  <c:v>187</c:v>
                </c:pt>
                <c:pt idx="27">
                  <c:v>172</c:v>
                </c:pt>
                <c:pt idx="28">
                  <c:v>180</c:v>
                </c:pt>
                <c:pt idx="29">
                  <c:v>178</c:v>
                </c:pt>
                <c:pt idx="30">
                  <c:v>178</c:v>
                </c:pt>
                <c:pt idx="31">
                  <c:v>188</c:v>
                </c:pt>
                <c:pt idx="32">
                  <c:v>184</c:v>
                </c:pt>
                <c:pt idx="33">
                  <c:v>195</c:v>
                </c:pt>
                <c:pt idx="34">
                  <c:v>196</c:v>
                </c:pt>
                <c:pt idx="35">
                  <c:v>190</c:v>
                </c:pt>
                <c:pt idx="36">
                  <c:v>180</c:v>
                </c:pt>
                <c:pt idx="37">
                  <c:v>181</c:v>
                </c:pt>
                <c:pt idx="38">
                  <c:v>184</c:v>
                </c:pt>
                <c:pt idx="39">
                  <c:v>182</c:v>
                </c:pt>
                <c:pt idx="40">
                  <c:v>195</c:v>
                </c:pt>
                <c:pt idx="41">
                  <c:v>186</c:v>
                </c:pt>
                <c:pt idx="42">
                  <c:v>196</c:v>
                </c:pt>
                <c:pt idx="43">
                  <c:v>185</c:v>
                </c:pt>
                <c:pt idx="44">
                  <c:v>190</c:v>
                </c:pt>
                <c:pt idx="45">
                  <c:v>182</c:v>
                </c:pt>
                <c:pt idx="46">
                  <c:v>179</c:v>
                </c:pt>
                <c:pt idx="47">
                  <c:v>190</c:v>
                </c:pt>
                <c:pt idx="48">
                  <c:v>191</c:v>
                </c:pt>
                <c:pt idx="49">
                  <c:v>186</c:v>
                </c:pt>
                <c:pt idx="50">
                  <c:v>188</c:v>
                </c:pt>
                <c:pt idx="51">
                  <c:v>190</c:v>
                </c:pt>
                <c:pt idx="52">
                  <c:v>200</c:v>
                </c:pt>
                <c:pt idx="53">
                  <c:v>187</c:v>
                </c:pt>
                <c:pt idx="54">
                  <c:v>191</c:v>
                </c:pt>
                <c:pt idx="55">
                  <c:v>186</c:v>
                </c:pt>
                <c:pt idx="56">
                  <c:v>193</c:v>
                </c:pt>
                <c:pt idx="57">
                  <c:v>181</c:v>
                </c:pt>
                <c:pt idx="58">
                  <c:v>194</c:v>
                </c:pt>
                <c:pt idx="59">
                  <c:v>185</c:v>
                </c:pt>
                <c:pt idx="60">
                  <c:v>195</c:v>
                </c:pt>
                <c:pt idx="61">
                  <c:v>185</c:v>
                </c:pt>
                <c:pt idx="62">
                  <c:v>192</c:v>
                </c:pt>
                <c:pt idx="63">
                  <c:v>184</c:v>
                </c:pt>
                <c:pt idx="64">
                  <c:v>192</c:v>
                </c:pt>
                <c:pt idx="65">
                  <c:v>195</c:v>
                </c:pt>
                <c:pt idx="66">
                  <c:v>188</c:v>
                </c:pt>
                <c:pt idx="67">
                  <c:v>190</c:v>
                </c:pt>
                <c:pt idx="68">
                  <c:v>198</c:v>
                </c:pt>
                <c:pt idx="69">
                  <c:v>190</c:v>
                </c:pt>
                <c:pt idx="70">
                  <c:v>190</c:v>
                </c:pt>
                <c:pt idx="71">
                  <c:v>196</c:v>
                </c:pt>
                <c:pt idx="72">
                  <c:v>197</c:v>
                </c:pt>
                <c:pt idx="73">
                  <c:v>190</c:v>
                </c:pt>
                <c:pt idx="74">
                  <c:v>195</c:v>
                </c:pt>
                <c:pt idx="75">
                  <c:v>191</c:v>
                </c:pt>
                <c:pt idx="76">
                  <c:v>184</c:v>
                </c:pt>
                <c:pt idx="77">
                  <c:v>187</c:v>
                </c:pt>
                <c:pt idx="78">
                  <c:v>195</c:v>
                </c:pt>
                <c:pt idx="79">
                  <c:v>189</c:v>
                </c:pt>
                <c:pt idx="80">
                  <c:v>196</c:v>
                </c:pt>
                <c:pt idx="81">
                  <c:v>187</c:v>
                </c:pt>
                <c:pt idx="82">
                  <c:v>193</c:v>
                </c:pt>
                <c:pt idx="83">
                  <c:v>191</c:v>
                </c:pt>
                <c:pt idx="84">
                  <c:v>194</c:v>
                </c:pt>
                <c:pt idx="85">
                  <c:v>190</c:v>
                </c:pt>
                <c:pt idx="86">
                  <c:v>189</c:v>
                </c:pt>
                <c:pt idx="87">
                  <c:v>189</c:v>
                </c:pt>
                <c:pt idx="88">
                  <c:v>190</c:v>
                </c:pt>
                <c:pt idx="89">
                  <c:v>202</c:v>
                </c:pt>
                <c:pt idx="90">
                  <c:v>205</c:v>
                </c:pt>
                <c:pt idx="91">
                  <c:v>185</c:v>
                </c:pt>
                <c:pt idx="92">
                  <c:v>186</c:v>
                </c:pt>
                <c:pt idx="93">
                  <c:v>187</c:v>
                </c:pt>
                <c:pt idx="94">
                  <c:v>208</c:v>
                </c:pt>
                <c:pt idx="95">
                  <c:v>190</c:v>
                </c:pt>
                <c:pt idx="96">
                  <c:v>196</c:v>
                </c:pt>
                <c:pt idx="97">
                  <c:v>178</c:v>
                </c:pt>
                <c:pt idx="98">
                  <c:v>192</c:v>
                </c:pt>
                <c:pt idx="99">
                  <c:v>192</c:v>
                </c:pt>
                <c:pt idx="100">
                  <c:v>203</c:v>
                </c:pt>
                <c:pt idx="101">
                  <c:v>183</c:v>
                </c:pt>
                <c:pt idx="102">
                  <c:v>190</c:v>
                </c:pt>
                <c:pt idx="103">
                  <c:v>193</c:v>
                </c:pt>
                <c:pt idx="104">
                  <c:v>184</c:v>
                </c:pt>
                <c:pt idx="105">
                  <c:v>199</c:v>
                </c:pt>
                <c:pt idx="106">
                  <c:v>190</c:v>
                </c:pt>
                <c:pt idx="107">
                  <c:v>181</c:v>
                </c:pt>
                <c:pt idx="108">
                  <c:v>197</c:v>
                </c:pt>
                <c:pt idx="109">
                  <c:v>198</c:v>
                </c:pt>
                <c:pt idx="110">
                  <c:v>191</c:v>
                </c:pt>
                <c:pt idx="111">
                  <c:v>193</c:v>
                </c:pt>
                <c:pt idx="112">
                  <c:v>197</c:v>
                </c:pt>
                <c:pt idx="113">
                  <c:v>191</c:v>
                </c:pt>
                <c:pt idx="114">
                  <c:v>196</c:v>
                </c:pt>
                <c:pt idx="115">
                  <c:v>188</c:v>
                </c:pt>
                <c:pt idx="116">
                  <c:v>199</c:v>
                </c:pt>
                <c:pt idx="117">
                  <c:v>189</c:v>
                </c:pt>
                <c:pt idx="118">
                  <c:v>189</c:v>
                </c:pt>
                <c:pt idx="119">
                  <c:v>187</c:v>
                </c:pt>
                <c:pt idx="120">
                  <c:v>198</c:v>
                </c:pt>
                <c:pt idx="121">
                  <c:v>176</c:v>
                </c:pt>
                <c:pt idx="122">
                  <c:v>202</c:v>
                </c:pt>
                <c:pt idx="123">
                  <c:v>186</c:v>
                </c:pt>
                <c:pt idx="124">
                  <c:v>199</c:v>
                </c:pt>
                <c:pt idx="125">
                  <c:v>191</c:v>
                </c:pt>
                <c:pt idx="126">
                  <c:v>195</c:v>
                </c:pt>
                <c:pt idx="127">
                  <c:v>191</c:v>
                </c:pt>
                <c:pt idx="128">
                  <c:v>210</c:v>
                </c:pt>
                <c:pt idx="129">
                  <c:v>190</c:v>
                </c:pt>
                <c:pt idx="130">
                  <c:v>197</c:v>
                </c:pt>
                <c:pt idx="131">
                  <c:v>193</c:v>
                </c:pt>
                <c:pt idx="132">
                  <c:v>199</c:v>
                </c:pt>
                <c:pt idx="133">
                  <c:v>187</c:v>
                </c:pt>
                <c:pt idx="134">
                  <c:v>190</c:v>
                </c:pt>
                <c:pt idx="135">
                  <c:v>191</c:v>
                </c:pt>
                <c:pt idx="136">
                  <c:v>200</c:v>
                </c:pt>
                <c:pt idx="137">
                  <c:v>185</c:v>
                </c:pt>
                <c:pt idx="138">
                  <c:v>193</c:v>
                </c:pt>
                <c:pt idx="139">
                  <c:v>193</c:v>
                </c:pt>
                <c:pt idx="140">
                  <c:v>187</c:v>
                </c:pt>
                <c:pt idx="141">
                  <c:v>188</c:v>
                </c:pt>
                <c:pt idx="142">
                  <c:v>190</c:v>
                </c:pt>
                <c:pt idx="143">
                  <c:v>192</c:v>
                </c:pt>
                <c:pt idx="144">
                  <c:v>185</c:v>
                </c:pt>
                <c:pt idx="145">
                  <c:v>190</c:v>
                </c:pt>
                <c:pt idx="146">
                  <c:v>184</c:v>
                </c:pt>
                <c:pt idx="147">
                  <c:v>195</c:v>
                </c:pt>
                <c:pt idx="148">
                  <c:v>193</c:v>
                </c:pt>
                <c:pt idx="149">
                  <c:v>187</c:v>
                </c:pt>
                <c:pt idx="150">
                  <c:v>201</c:v>
                </c:pt>
              </c:numCache>
            </c:numRef>
          </c:xVal>
          <c:yVal>
            <c:numRef>
              <c:f>'Chart Data'!$B$2:$B$152</c:f>
              <c:numCache>
                <c:formatCode>General</c:formatCode>
                <c:ptCount val="151"/>
                <c:pt idx="0">
                  <c:v>3750</c:v>
                </c:pt>
                <c:pt idx="1">
                  <c:v>3800</c:v>
                </c:pt>
                <c:pt idx="2">
                  <c:v>3250</c:v>
                </c:pt>
                <c:pt idx="3">
                  <c:v>3450</c:v>
                </c:pt>
                <c:pt idx="4">
                  <c:v>3650</c:v>
                </c:pt>
                <c:pt idx="5">
                  <c:v>3625</c:v>
                </c:pt>
                <c:pt idx="6">
                  <c:v>4675</c:v>
                </c:pt>
                <c:pt idx="7">
                  <c:v>3475</c:v>
                </c:pt>
                <c:pt idx="8">
                  <c:v>4250</c:v>
                </c:pt>
                <c:pt idx="9">
                  <c:v>3300</c:v>
                </c:pt>
                <c:pt idx="10">
                  <c:v>3700</c:v>
                </c:pt>
                <c:pt idx="11">
                  <c:v>3200</c:v>
                </c:pt>
                <c:pt idx="12">
                  <c:v>3800</c:v>
                </c:pt>
                <c:pt idx="13">
                  <c:v>4400</c:v>
                </c:pt>
                <c:pt idx="14">
                  <c:v>3700</c:v>
                </c:pt>
                <c:pt idx="15">
                  <c:v>3450</c:v>
                </c:pt>
                <c:pt idx="16">
                  <c:v>4500</c:v>
                </c:pt>
                <c:pt idx="17">
                  <c:v>3325</c:v>
                </c:pt>
                <c:pt idx="18">
                  <c:v>4200</c:v>
                </c:pt>
                <c:pt idx="19">
                  <c:v>3400</c:v>
                </c:pt>
                <c:pt idx="20">
                  <c:v>3600</c:v>
                </c:pt>
                <c:pt idx="21">
                  <c:v>3800</c:v>
                </c:pt>
                <c:pt idx="22">
                  <c:v>3950</c:v>
                </c:pt>
                <c:pt idx="23">
                  <c:v>3800</c:v>
                </c:pt>
                <c:pt idx="24">
                  <c:v>3800</c:v>
                </c:pt>
                <c:pt idx="25">
                  <c:v>3550</c:v>
                </c:pt>
                <c:pt idx="26">
                  <c:v>3200</c:v>
                </c:pt>
                <c:pt idx="27">
                  <c:v>3150</c:v>
                </c:pt>
                <c:pt idx="28">
                  <c:v>3950</c:v>
                </c:pt>
                <c:pt idx="29">
                  <c:v>3250</c:v>
                </c:pt>
                <c:pt idx="30">
                  <c:v>3900</c:v>
                </c:pt>
                <c:pt idx="31">
                  <c:v>3300</c:v>
                </c:pt>
                <c:pt idx="32">
                  <c:v>3900</c:v>
                </c:pt>
                <c:pt idx="33">
                  <c:v>3325</c:v>
                </c:pt>
                <c:pt idx="34">
                  <c:v>4150</c:v>
                </c:pt>
                <c:pt idx="35">
                  <c:v>3950</c:v>
                </c:pt>
                <c:pt idx="36">
                  <c:v>3550</c:v>
                </c:pt>
                <c:pt idx="37">
                  <c:v>3300</c:v>
                </c:pt>
                <c:pt idx="38">
                  <c:v>4650</c:v>
                </c:pt>
                <c:pt idx="39">
                  <c:v>3150</c:v>
                </c:pt>
                <c:pt idx="40">
                  <c:v>3900</c:v>
                </c:pt>
                <c:pt idx="41">
                  <c:v>3100</c:v>
                </c:pt>
                <c:pt idx="42">
                  <c:v>4400</c:v>
                </c:pt>
                <c:pt idx="43">
                  <c:v>3000</c:v>
                </c:pt>
                <c:pt idx="44">
                  <c:v>4600</c:v>
                </c:pt>
                <c:pt idx="45">
                  <c:v>3425</c:v>
                </c:pt>
                <c:pt idx="46">
                  <c:v>2975</c:v>
                </c:pt>
                <c:pt idx="47">
                  <c:v>3450</c:v>
                </c:pt>
                <c:pt idx="48">
                  <c:v>4150</c:v>
                </c:pt>
                <c:pt idx="49">
                  <c:v>3500</c:v>
                </c:pt>
                <c:pt idx="50">
                  <c:v>4300</c:v>
                </c:pt>
                <c:pt idx="51">
                  <c:v>3450</c:v>
                </c:pt>
                <c:pt idx="52">
                  <c:v>4050</c:v>
                </c:pt>
                <c:pt idx="53">
                  <c:v>2900</c:v>
                </c:pt>
                <c:pt idx="54">
                  <c:v>3700</c:v>
                </c:pt>
                <c:pt idx="55">
                  <c:v>3550</c:v>
                </c:pt>
                <c:pt idx="56">
                  <c:v>3800</c:v>
                </c:pt>
                <c:pt idx="57">
                  <c:v>2850</c:v>
                </c:pt>
                <c:pt idx="58">
                  <c:v>3750</c:v>
                </c:pt>
                <c:pt idx="59">
                  <c:v>3150</c:v>
                </c:pt>
                <c:pt idx="60">
                  <c:v>4400</c:v>
                </c:pt>
                <c:pt idx="61">
                  <c:v>3600</c:v>
                </c:pt>
                <c:pt idx="62">
                  <c:v>4050</c:v>
                </c:pt>
                <c:pt idx="63">
                  <c:v>2850</c:v>
                </c:pt>
                <c:pt idx="64">
                  <c:v>3950</c:v>
                </c:pt>
                <c:pt idx="65">
                  <c:v>3350</c:v>
                </c:pt>
                <c:pt idx="66">
                  <c:v>4100</c:v>
                </c:pt>
                <c:pt idx="67">
                  <c:v>3050</c:v>
                </c:pt>
                <c:pt idx="68">
                  <c:v>4450</c:v>
                </c:pt>
                <c:pt idx="69">
                  <c:v>3600</c:v>
                </c:pt>
                <c:pt idx="70">
                  <c:v>3900</c:v>
                </c:pt>
                <c:pt idx="71">
                  <c:v>3550</c:v>
                </c:pt>
                <c:pt idx="72">
                  <c:v>4150</c:v>
                </c:pt>
                <c:pt idx="73">
                  <c:v>3700</c:v>
                </c:pt>
                <c:pt idx="74">
                  <c:v>4250</c:v>
                </c:pt>
                <c:pt idx="75">
                  <c:v>3700</c:v>
                </c:pt>
                <c:pt idx="76">
                  <c:v>3900</c:v>
                </c:pt>
                <c:pt idx="77">
                  <c:v>3550</c:v>
                </c:pt>
                <c:pt idx="78">
                  <c:v>4000</c:v>
                </c:pt>
                <c:pt idx="79">
                  <c:v>3200</c:v>
                </c:pt>
                <c:pt idx="80">
                  <c:v>4700</c:v>
                </c:pt>
                <c:pt idx="81">
                  <c:v>3800</c:v>
                </c:pt>
                <c:pt idx="82">
                  <c:v>4200</c:v>
                </c:pt>
                <c:pt idx="83">
                  <c:v>3350</c:v>
                </c:pt>
                <c:pt idx="84">
                  <c:v>3550</c:v>
                </c:pt>
                <c:pt idx="85">
                  <c:v>3800</c:v>
                </c:pt>
                <c:pt idx="86">
                  <c:v>3500</c:v>
                </c:pt>
                <c:pt idx="87">
                  <c:v>3950</c:v>
                </c:pt>
                <c:pt idx="88">
                  <c:v>3600</c:v>
                </c:pt>
                <c:pt idx="89">
                  <c:v>3550</c:v>
                </c:pt>
                <c:pt idx="90">
                  <c:v>4300</c:v>
                </c:pt>
                <c:pt idx="91">
                  <c:v>3400</c:v>
                </c:pt>
                <c:pt idx="92">
                  <c:v>4450</c:v>
                </c:pt>
                <c:pt idx="93">
                  <c:v>3300</c:v>
                </c:pt>
                <c:pt idx="94">
                  <c:v>4300</c:v>
                </c:pt>
                <c:pt idx="95">
                  <c:v>3700</c:v>
                </c:pt>
                <c:pt idx="96">
                  <c:v>4350</c:v>
                </c:pt>
                <c:pt idx="97">
                  <c:v>2900</c:v>
                </c:pt>
                <c:pt idx="98">
                  <c:v>4100</c:v>
                </c:pt>
                <c:pt idx="99">
                  <c:v>3725</c:v>
                </c:pt>
                <c:pt idx="100">
                  <c:v>4725</c:v>
                </c:pt>
                <c:pt idx="101">
                  <c:v>3075</c:v>
                </c:pt>
                <c:pt idx="102">
                  <c:v>4250</c:v>
                </c:pt>
                <c:pt idx="103">
                  <c:v>2925</c:v>
                </c:pt>
                <c:pt idx="104">
                  <c:v>3550</c:v>
                </c:pt>
                <c:pt idx="105">
                  <c:v>3750</c:v>
                </c:pt>
                <c:pt idx="106">
                  <c:v>3900</c:v>
                </c:pt>
                <c:pt idx="107">
                  <c:v>3175</c:v>
                </c:pt>
                <c:pt idx="108">
                  <c:v>4775</c:v>
                </c:pt>
                <c:pt idx="109">
                  <c:v>3825</c:v>
                </c:pt>
                <c:pt idx="110">
                  <c:v>4600</c:v>
                </c:pt>
                <c:pt idx="111">
                  <c:v>3200</c:v>
                </c:pt>
                <c:pt idx="112">
                  <c:v>4275</c:v>
                </c:pt>
                <c:pt idx="113">
                  <c:v>3900</c:v>
                </c:pt>
                <c:pt idx="114">
                  <c:v>4075</c:v>
                </c:pt>
                <c:pt idx="115">
                  <c:v>2900</c:v>
                </c:pt>
                <c:pt idx="116">
                  <c:v>3775</c:v>
                </c:pt>
                <c:pt idx="117">
                  <c:v>3350</c:v>
                </c:pt>
                <c:pt idx="118">
                  <c:v>3325</c:v>
                </c:pt>
                <c:pt idx="119">
                  <c:v>3150</c:v>
                </c:pt>
                <c:pt idx="120">
                  <c:v>3500</c:v>
                </c:pt>
                <c:pt idx="121">
                  <c:v>3450</c:v>
                </c:pt>
                <c:pt idx="122">
                  <c:v>3875</c:v>
                </c:pt>
                <c:pt idx="123">
                  <c:v>3050</c:v>
                </c:pt>
                <c:pt idx="124">
                  <c:v>4000</c:v>
                </c:pt>
                <c:pt idx="125">
                  <c:v>3275</c:v>
                </c:pt>
                <c:pt idx="126">
                  <c:v>4300</c:v>
                </c:pt>
                <c:pt idx="127">
                  <c:v>3050</c:v>
                </c:pt>
                <c:pt idx="128">
                  <c:v>4000</c:v>
                </c:pt>
                <c:pt idx="129">
                  <c:v>3325</c:v>
                </c:pt>
                <c:pt idx="130">
                  <c:v>3500</c:v>
                </c:pt>
                <c:pt idx="131">
                  <c:v>3500</c:v>
                </c:pt>
                <c:pt idx="132">
                  <c:v>4475</c:v>
                </c:pt>
                <c:pt idx="133">
                  <c:v>3425</c:v>
                </c:pt>
                <c:pt idx="134">
                  <c:v>3900</c:v>
                </c:pt>
                <c:pt idx="135">
                  <c:v>3175</c:v>
                </c:pt>
                <c:pt idx="136">
                  <c:v>3975</c:v>
                </c:pt>
                <c:pt idx="137">
                  <c:v>3400</c:v>
                </c:pt>
                <c:pt idx="138">
                  <c:v>4250</c:v>
                </c:pt>
                <c:pt idx="139">
                  <c:v>3400</c:v>
                </c:pt>
                <c:pt idx="140">
                  <c:v>3475</c:v>
                </c:pt>
                <c:pt idx="141">
                  <c:v>3050</c:v>
                </c:pt>
                <c:pt idx="142">
                  <c:v>3725</c:v>
                </c:pt>
                <c:pt idx="143">
                  <c:v>3000</c:v>
                </c:pt>
                <c:pt idx="144">
                  <c:v>3650</c:v>
                </c:pt>
                <c:pt idx="145">
                  <c:v>4250</c:v>
                </c:pt>
                <c:pt idx="146">
                  <c:v>3475</c:v>
                </c:pt>
                <c:pt idx="147">
                  <c:v>3450</c:v>
                </c:pt>
                <c:pt idx="148">
                  <c:v>3750</c:v>
                </c:pt>
                <c:pt idx="149">
                  <c:v>3700</c:v>
                </c:pt>
                <c:pt idx="150">
                  <c:v>4000</c:v>
                </c:pt>
              </c:numCache>
            </c:numRef>
          </c:yVal>
        </c:ser>
        <c:ser>
          <c:idx val="1"/>
          <c:order val="1"/>
          <c:tx>
            <c:v>Chinstrap</c:v>
          </c:tx>
          <c:spPr>
            <a:solidFill xmlns:a="http://schemas.openxmlformats.org/drawingml/2006/main">
              <a:srgbClr val="A55B36"/>
            </a:solidFill>
            <a:ln xmlns:a="http://schemas.openxmlformats.org/drawingml/2006/main" w="0">
              <a:noFill/>
            </a:ln>
          </c:spPr>
          <c:marker>
            <c:symbol val="triangle"/>
            <c:size val="6"/>
            <c:spPr>
              <a:solidFill xmlns:a="http://schemas.openxmlformats.org/drawingml/2006/main">
                <a:srgbClr val="A55B36"/>
              </a:solidFill>
            </c:spPr>
          </c:marker>
          <c:xVal>
            <c:numRef>
              <c:f>'Chart Data'!$C$2:$C$69</c:f>
              <c:numCache>
                <c:formatCode>General</c:formatCode>
                <c:ptCount val="68"/>
                <c:pt idx="0">
                  <c:v>192</c:v>
                </c:pt>
                <c:pt idx="1">
                  <c:v>196</c:v>
                </c:pt>
                <c:pt idx="2">
                  <c:v>193</c:v>
                </c:pt>
                <c:pt idx="3">
                  <c:v>188</c:v>
                </c:pt>
                <c:pt idx="4">
                  <c:v>197</c:v>
                </c:pt>
                <c:pt idx="5">
                  <c:v>198</c:v>
                </c:pt>
                <c:pt idx="6">
                  <c:v>178</c:v>
                </c:pt>
                <c:pt idx="7">
                  <c:v>197</c:v>
                </c:pt>
                <c:pt idx="8">
                  <c:v>195</c:v>
                </c:pt>
                <c:pt idx="9">
                  <c:v>198</c:v>
                </c:pt>
                <c:pt idx="10">
                  <c:v>193</c:v>
                </c:pt>
                <c:pt idx="11">
                  <c:v>194</c:v>
                </c:pt>
                <c:pt idx="12">
                  <c:v>185</c:v>
                </c:pt>
                <c:pt idx="13">
                  <c:v>201</c:v>
                </c:pt>
                <c:pt idx="14">
                  <c:v>190</c:v>
                </c:pt>
                <c:pt idx="15">
                  <c:v>201</c:v>
                </c:pt>
                <c:pt idx="16">
                  <c:v>197</c:v>
                </c:pt>
                <c:pt idx="17">
                  <c:v>181</c:v>
                </c:pt>
                <c:pt idx="18">
                  <c:v>190</c:v>
                </c:pt>
                <c:pt idx="19">
                  <c:v>195</c:v>
                </c:pt>
                <c:pt idx="20">
                  <c:v>181</c:v>
                </c:pt>
                <c:pt idx="21">
                  <c:v>191</c:v>
                </c:pt>
                <c:pt idx="22">
                  <c:v>187</c:v>
                </c:pt>
                <c:pt idx="23">
                  <c:v>193</c:v>
                </c:pt>
                <c:pt idx="24">
                  <c:v>195</c:v>
                </c:pt>
                <c:pt idx="25">
                  <c:v>197</c:v>
                </c:pt>
                <c:pt idx="26">
                  <c:v>200</c:v>
                </c:pt>
                <c:pt idx="27">
                  <c:v>200</c:v>
                </c:pt>
                <c:pt idx="28">
                  <c:v>191</c:v>
                </c:pt>
                <c:pt idx="29">
                  <c:v>205</c:v>
                </c:pt>
                <c:pt idx="30">
                  <c:v>187</c:v>
                </c:pt>
                <c:pt idx="31">
                  <c:v>201</c:v>
                </c:pt>
                <c:pt idx="32">
                  <c:v>187</c:v>
                </c:pt>
                <c:pt idx="33">
                  <c:v>203</c:v>
                </c:pt>
                <c:pt idx="34">
                  <c:v>195</c:v>
                </c:pt>
                <c:pt idx="35">
                  <c:v>199</c:v>
                </c:pt>
                <c:pt idx="36">
                  <c:v>195</c:v>
                </c:pt>
                <c:pt idx="37">
                  <c:v>210</c:v>
                </c:pt>
                <c:pt idx="38">
                  <c:v>192</c:v>
                </c:pt>
                <c:pt idx="39">
                  <c:v>205</c:v>
                </c:pt>
                <c:pt idx="40">
                  <c:v>210</c:v>
                </c:pt>
                <c:pt idx="41">
                  <c:v>187</c:v>
                </c:pt>
                <c:pt idx="42">
                  <c:v>196</c:v>
                </c:pt>
                <c:pt idx="43">
                  <c:v>196</c:v>
                </c:pt>
                <c:pt idx="44">
                  <c:v>196</c:v>
                </c:pt>
                <c:pt idx="45">
                  <c:v>201</c:v>
                </c:pt>
                <c:pt idx="46">
                  <c:v>190</c:v>
                </c:pt>
                <c:pt idx="47">
                  <c:v>212</c:v>
                </c:pt>
                <c:pt idx="48">
                  <c:v>187</c:v>
                </c:pt>
                <c:pt idx="49">
                  <c:v>198</c:v>
                </c:pt>
                <c:pt idx="50">
                  <c:v>199</c:v>
                </c:pt>
                <c:pt idx="51">
                  <c:v>201</c:v>
                </c:pt>
                <c:pt idx="52">
                  <c:v>193</c:v>
                </c:pt>
                <c:pt idx="53">
                  <c:v>203</c:v>
                </c:pt>
                <c:pt idx="54">
                  <c:v>187</c:v>
                </c:pt>
                <c:pt idx="55">
                  <c:v>197</c:v>
                </c:pt>
                <c:pt idx="56">
                  <c:v>191</c:v>
                </c:pt>
                <c:pt idx="57">
                  <c:v>203</c:v>
                </c:pt>
                <c:pt idx="58">
                  <c:v>202</c:v>
                </c:pt>
                <c:pt idx="59">
                  <c:v>194</c:v>
                </c:pt>
                <c:pt idx="60">
                  <c:v>206</c:v>
                </c:pt>
                <c:pt idx="61">
                  <c:v>189</c:v>
                </c:pt>
                <c:pt idx="62">
                  <c:v>195</c:v>
                </c:pt>
                <c:pt idx="63">
                  <c:v>207</c:v>
                </c:pt>
                <c:pt idx="64">
                  <c:v>202</c:v>
                </c:pt>
                <c:pt idx="65">
                  <c:v>193</c:v>
                </c:pt>
                <c:pt idx="66">
                  <c:v>210</c:v>
                </c:pt>
                <c:pt idx="67">
                  <c:v>198</c:v>
                </c:pt>
              </c:numCache>
            </c:numRef>
          </c:xVal>
          <c:yVal>
            <c:numRef>
              <c:f>'Chart Data'!$D$2:$D$69</c:f>
              <c:numCache>
                <c:formatCode>General</c:formatCode>
                <c:ptCount val="68"/>
                <c:pt idx="0">
                  <c:v>3500</c:v>
                </c:pt>
                <c:pt idx="1">
                  <c:v>3900</c:v>
                </c:pt>
                <c:pt idx="2">
                  <c:v>3650</c:v>
                </c:pt>
                <c:pt idx="3">
                  <c:v>3525</c:v>
                </c:pt>
                <c:pt idx="4">
                  <c:v>3725</c:v>
                </c:pt>
                <c:pt idx="5">
                  <c:v>3950</c:v>
                </c:pt>
                <c:pt idx="6">
                  <c:v>3250</c:v>
                </c:pt>
                <c:pt idx="7">
                  <c:v>3750</c:v>
                </c:pt>
                <c:pt idx="8">
                  <c:v>4150</c:v>
                </c:pt>
                <c:pt idx="9">
                  <c:v>3700</c:v>
                </c:pt>
                <c:pt idx="10">
                  <c:v>3800</c:v>
                </c:pt>
                <c:pt idx="11">
                  <c:v>3775</c:v>
                </c:pt>
                <c:pt idx="12">
                  <c:v>3700</c:v>
                </c:pt>
                <c:pt idx="13">
                  <c:v>4050</c:v>
                </c:pt>
                <c:pt idx="14">
                  <c:v>3575</c:v>
                </c:pt>
                <c:pt idx="15">
                  <c:v>4050</c:v>
                </c:pt>
                <c:pt idx="16">
                  <c:v>3300</c:v>
                </c:pt>
                <c:pt idx="17">
                  <c:v>3700</c:v>
                </c:pt>
                <c:pt idx="18">
                  <c:v>3450</c:v>
                </c:pt>
                <c:pt idx="19">
                  <c:v>4400</c:v>
                </c:pt>
                <c:pt idx="20">
                  <c:v>3600</c:v>
                </c:pt>
                <c:pt idx="21">
                  <c:v>3400</c:v>
                </c:pt>
                <c:pt idx="22">
                  <c:v>2900</c:v>
                </c:pt>
                <c:pt idx="23">
                  <c:v>3800</c:v>
                </c:pt>
                <c:pt idx="24">
                  <c:v>3300</c:v>
                </c:pt>
                <c:pt idx="25">
                  <c:v>4150</c:v>
                </c:pt>
                <c:pt idx="26">
                  <c:v>3400</c:v>
                </c:pt>
                <c:pt idx="27">
                  <c:v>3800</c:v>
                </c:pt>
                <c:pt idx="28">
                  <c:v>3700</c:v>
                </c:pt>
                <c:pt idx="29">
                  <c:v>4550</c:v>
                </c:pt>
                <c:pt idx="30">
                  <c:v>3200</c:v>
                </c:pt>
                <c:pt idx="31">
                  <c:v>4300</c:v>
                </c:pt>
                <c:pt idx="32">
                  <c:v>3350</c:v>
                </c:pt>
                <c:pt idx="33">
                  <c:v>4100</c:v>
                </c:pt>
                <c:pt idx="34">
                  <c:v>3600</c:v>
                </c:pt>
                <c:pt idx="35">
                  <c:v>3900</c:v>
                </c:pt>
                <c:pt idx="36">
                  <c:v>3850</c:v>
                </c:pt>
                <c:pt idx="37">
                  <c:v>4800</c:v>
                </c:pt>
                <c:pt idx="38">
                  <c:v>2700</c:v>
                </c:pt>
                <c:pt idx="39">
                  <c:v>4500</c:v>
                </c:pt>
                <c:pt idx="40">
                  <c:v>3950</c:v>
                </c:pt>
                <c:pt idx="41">
                  <c:v>3650</c:v>
                </c:pt>
                <c:pt idx="42">
                  <c:v>3550</c:v>
                </c:pt>
                <c:pt idx="43">
                  <c:v>3500</c:v>
                </c:pt>
                <c:pt idx="44">
                  <c:v>3675</c:v>
                </c:pt>
                <c:pt idx="45">
                  <c:v>4450</c:v>
                </c:pt>
                <c:pt idx="46">
                  <c:v>3400</c:v>
                </c:pt>
                <c:pt idx="47">
                  <c:v>4300</c:v>
                </c:pt>
                <c:pt idx="48">
                  <c:v>3250</c:v>
                </c:pt>
                <c:pt idx="49">
                  <c:v>3675</c:v>
                </c:pt>
                <c:pt idx="50">
                  <c:v>3325</c:v>
                </c:pt>
                <c:pt idx="51">
                  <c:v>3950</c:v>
                </c:pt>
                <c:pt idx="52">
                  <c:v>3600</c:v>
                </c:pt>
                <c:pt idx="53">
                  <c:v>4050</c:v>
                </c:pt>
                <c:pt idx="54">
                  <c:v>3350</c:v>
                </c:pt>
                <c:pt idx="55">
                  <c:v>3450</c:v>
                </c:pt>
                <c:pt idx="56">
                  <c:v>3250</c:v>
                </c:pt>
                <c:pt idx="57">
                  <c:v>4050</c:v>
                </c:pt>
                <c:pt idx="58">
                  <c:v>3800</c:v>
                </c:pt>
                <c:pt idx="59">
                  <c:v>3525</c:v>
                </c:pt>
                <c:pt idx="60">
                  <c:v>3950</c:v>
                </c:pt>
                <c:pt idx="61">
                  <c:v>3650</c:v>
                </c:pt>
                <c:pt idx="62">
                  <c:v>3650</c:v>
                </c:pt>
                <c:pt idx="63">
                  <c:v>4000</c:v>
                </c:pt>
                <c:pt idx="64">
                  <c:v>3400</c:v>
                </c:pt>
                <c:pt idx="65">
                  <c:v>3775</c:v>
                </c:pt>
                <c:pt idx="66">
                  <c:v>4100</c:v>
                </c:pt>
                <c:pt idx="67">
                  <c:v>3775</c:v>
                </c:pt>
              </c:numCache>
            </c:numRef>
          </c:yVal>
        </c:ser>
        <c:ser>
          <c:idx val="2"/>
          <c:order val="2"/>
          <c:tx>
            <c:v>Gentoo</c:v>
          </c:tx>
          <c:spPr>
            <a:solidFill xmlns:a="http://schemas.openxmlformats.org/drawingml/2006/main">
              <a:srgbClr val="387A68"/>
            </a:solidFill>
            <a:ln xmlns:a="http://schemas.openxmlformats.org/drawingml/2006/main" w="0">
              <a:noFill/>
            </a:ln>
          </c:spPr>
          <c:marker>
            <c:symbol val="square"/>
            <c:size val="6"/>
            <c:spPr>
              <a:solidFill xmlns:a="http://schemas.openxmlformats.org/drawingml/2006/main">
                <a:srgbClr val="387A68"/>
              </a:solidFill>
            </c:spPr>
          </c:marker>
          <c:xVal>
            <c:numRef>
              <c:f>'Chart Data'!$E$2:$E$124</c:f>
              <c:numCache>
                <c:formatCode>General</c:formatCode>
                <c:ptCount val="123"/>
                <c:pt idx="0">
                  <c:v>211</c:v>
                </c:pt>
                <c:pt idx="1">
                  <c:v>230</c:v>
                </c:pt>
                <c:pt idx="2">
                  <c:v>210</c:v>
                </c:pt>
                <c:pt idx="3">
                  <c:v>218</c:v>
                </c:pt>
                <c:pt idx="4">
                  <c:v>215</c:v>
                </c:pt>
                <c:pt idx="5">
                  <c:v>210</c:v>
                </c:pt>
                <c:pt idx="6">
                  <c:v>211</c:v>
                </c:pt>
                <c:pt idx="7">
                  <c:v>219</c:v>
                </c:pt>
                <c:pt idx="8">
                  <c:v>209</c:v>
                </c:pt>
                <c:pt idx="9">
                  <c:v>215</c:v>
                </c:pt>
                <c:pt idx="10">
                  <c:v>214</c:v>
                </c:pt>
                <c:pt idx="11">
                  <c:v>216</c:v>
                </c:pt>
                <c:pt idx="12">
                  <c:v>214</c:v>
                </c:pt>
                <c:pt idx="13">
                  <c:v>213</c:v>
                </c:pt>
                <c:pt idx="14">
                  <c:v>210</c:v>
                </c:pt>
                <c:pt idx="15">
                  <c:v>217</c:v>
                </c:pt>
                <c:pt idx="16">
                  <c:v>210</c:v>
                </c:pt>
                <c:pt idx="17">
                  <c:v>221</c:v>
                </c:pt>
                <c:pt idx="18">
                  <c:v>209</c:v>
                </c:pt>
                <c:pt idx="19">
                  <c:v>222</c:v>
                </c:pt>
                <c:pt idx="20">
                  <c:v>218</c:v>
                </c:pt>
                <c:pt idx="21">
                  <c:v>215</c:v>
                </c:pt>
                <c:pt idx="22">
                  <c:v>213</c:v>
                </c:pt>
                <c:pt idx="23">
                  <c:v>215</c:v>
                </c:pt>
                <c:pt idx="24">
                  <c:v>215</c:v>
                </c:pt>
                <c:pt idx="25">
                  <c:v>215</c:v>
                </c:pt>
                <c:pt idx="26">
                  <c:v>216</c:v>
                </c:pt>
                <c:pt idx="27">
                  <c:v>215</c:v>
                </c:pt>
                <c:pt idx="28">
                  <c:v>210</c:v>
                </c:pt>
                <c:pt idx="29">
                  <c:v>220</c:v>
                </c:pt>
                <c:pt idx="30">
                  <c:v>222</c:v>
                </c:pt>
                <c:pt idx="31">
                  <c:v>209</c:v>
                </c:pt>
                <c:pt idx="32">
                  <c:v>207</c:v>
                </c:pt>
                <c:pt idx="33">
                  <c:v>230</c:v>
                </c:pt>
                <c:pt idx="34">
                  <c:v>220</c:v>
                </c:pt>
                <c:pt idx="35">
                  <c:v>220</c:v>
                </c:pt>
                <c:pt idx="36">
                  <c:v>213</c:v>
                </c:pt>
                <c:pt idx="37">
                  <c:v>219</c:v>
                </c:pt>
                <c:pt idx="38">
                  <c:v>208</c:v>
                </c:pt>
                <c:pt idx="39">
                  <c:v>208</c:v>
                </c:pt>
                <c:pt idx="40">
                  <c:v>208</c:v>
                </c:pt>
                <c:pt idx="41">
                  <c:v>225</c:v>
                </c:pt>
                <c:pt idx="42">
                  <c:v>210</c:v>
                </c:pt>
                <c:pt idx="43">
                  <c:v>216</c:v>
                </c:pt>
                <c:pt idx="44">
                  <c:v>222</c:v>
                </c:pt>
                <c:pt idx="45">
                  <c:v>217</c:v>
                </c:pt>
                <c:pt idx="46">
                  <c:v>210</c:v>
                </c:pt>
                <c:pt idx="47">
                  <c:v>225</c:v>
                </c:pt>
                <c:pt idx="48">
                  <c:v>213</c:v>
                </c:pt>
                <c:pt idx="49">
                  <c:v>215</c:v>
                </c:pt>
                <c:pt idx="50">
                  <c:v>210</c:v>
                </c:pt>
                <c:pt idx="51">
                  <c:v>220</c:v>
                </c:pt>
                <c:pt idx="52">
                  <c:v>210</c:v>
                </c:pt>
                <c:pt idx="53">
                  <c:v>225</c:v>
                </c:pt>
                <c:pt idx="54">
                  <c:v>217</c:v>
                </c:pt>
                <c:pt idx="55">
                  <c:v>220</c:v>
                </c:pt>
                <c:pt idx="56">
                  <c:v>208</c:v>
                </c:pt>
                <c:pt idx="57">
                  <c:v>220</c:v>
                </c:pt>
                <c:pt idx="58">
                  <c:v>208</c:v>
                </c:pt>
                <c:pt idx="59">
                  <c:v>224</c:v>
                </c:pt>
                <c:pt idx="60">
                  <c:v>208</c:v>
                </c:pt>
                <c:pt idx="61">
                  <c:v>221</c:v>
                </c:pt>
                <c:pt idx="62">
                  <c:v>214</c:v>
                </c:pt>
                <c:pt idx="63">
                  <c:v>231</c:v>
                </c:pt>
                <c:pt idx="64">
                  <c:v>219</c:v>
                </c:pt>
                <c:pt idx="65">
                  <c:v>230</c:v>
                </c:pt>
                <c:pt idx="66">
                  <c:v>214</c:v>
                </c:pt>
                <c:pt idx="67">
                  <c:v>229</c:v>
                </c:pt>
                <c:pt idx="68">
                  <c:v>220</c:v>
                </c:pt>
                <c:pt idx="69">
                  <c:v>223</c:v>
                </c:pt>
                <c:pt idx="70">
                  <c:v>216</c:v>
                </c:pt>
                <c:pt idx="71">
                  <c:v>221</c:v>
                </c:pt>
                <c:pt idx="72">
                  <c:v>221</c:v>
                </c:pt>
                <c:pt idx="73">
                  <c:v>217</c:v>
                </c:pt>
                <c:pt idx="74">
                  <c:v>216</c:v>
                </c:pt>
                <c:pt idx="75">
                  <c:v>230</c:v>
                </c:pt>
                <c:pt idx="76">
                  <c:v>209</c:v>
                </c:pt>
                <c:pt idx="77">
                  <c:v>220</c:v>
                </c:pt>
                <c:pt idx="78">
                  <c:v>215</c:v>
                </c:pt>
                <c:pt idx="79">
                  <c:v>223</c:v>
                </c:pt>
                <c:pt idx="80">
                  <c:v>212</c:v>
                </c:pt>
                <c:pt idx="81">
                  <c:v>221</c:v>
                </c:pt>
                <c:pt idx="82">
                  <c:v>212</c:v>
                </c:pt>
                <c:pt idx="83">
                  <c:v>224</c:v>
                </c:pt>
                <c:pt idx="84">
                  <c:v>212</c:v>
                </c:pt>
                <c:pt idx="85">
                  <c:v>228</c:v>
                </c:pt>
                <c:pt idx="86">
                  <c:v>218</c:v>
                </c:pt>
                <c:pt idx="87">
                  <c:v>218</c:v>
                </c:pt>
                <c:pt idx="88">
                  <c:v>212</c:v>
                </c:pt>
                <c:pt idx="89">
                  <c:v>230</c:v>
                </c:pt>
                <c:pt idx="90">
                  <c:v>218</c:v>
                </c:pt>
                <c:pt idx="91">
                  <c:v>228</c:v>
                </c:pt>
                <c:pt idx="92">
                  <c:v>212</c:v>
                </c:pt>
                <c:pt idx="93">
                  <c:v>224</c:v>
                </c:pt>
                <c:pt idx="94">
                  <c:v>214</c:v>
                </c:pt>
                <c:pt idx="95">
                  <c:v>226</c:v>
                </c:pt>
                <c:pt idx="96">
                  <c:v>216</c:v>
                </c:pt>
                <c:pt idx="97">
                  <c:v>222</c:v>
                </c:pt>
                <c:pt idx="98">
                  <c:v>203</c:v>
                </c:pt>
                <c:pt idx="99">
                  <c:v>225</c:v>
                </c:pt>
                <c:pt idx="100">
                  <c:v>219</c:v>
                </c:pt>
                <c:pt idx="101">
                  <c:v>228</c:v>
                </c:pt>
                <c:pt idx="102">
                  <c:v>215</c:v>
                </c:pt>
                <c:pt idx="103">
                  <c:v>228</c:v>
                </c:pt>
                <c:pt idx="104">
                  <c:v>216</c:v>
                </c:pt>
                <c:pt idx="105">
                  <c:v>215</c:v>
                </c:pt>
                <c:pt idx="106">
                  <c:v>210</c:v>
                </c:pt>
                <c:pt idx="107">
                  <c:v>219</c:v>
                </c:pt>
                <c:pt idx="108">
                  <c:v>208</c:v>
                </c:pt>
                <c:pt idx="109">
                  <c:v>209</c:v>
                </c:pt>
                <c:pt idx="110">
                  <c:v>216</c:v>
                </c:pt>
                <c:pt idx="111">
                  <c:v>229</c:v>
                </c:pt>
                <c:pt idx="112">
                  <c:v>213</c:v>
                </c:pt>
                <c:pt idx="113">
                  <c:v>230</c:v>
                </c:pt>
                <c:pt idx="114">
                  <c:v>217</c:v>
                </c:pt>
                <c:pt idx="115">
                  <c:v>230</c:v>
                </c:pt>
                <c:pt idx="116">
                  <c:v>217</c:v>
                </c:pt>
                <c:pt idx="117">
                  <c:v>222</c:v>
                </c:pt>
                <c:pt idx="118">
                  <c:v>214</c:v>
                </c:pt>
                <c:pt idx="119">
                  <c:v>215</c:v>
                </c:pt>
                <c:pt idx="120">
                  <c:v>222</c:v>
                </c:pt>
                <c:pt idx="121">
                  <c:v>212</c:v>
                </c:pt>
                <c:pt idx="122">
                  <c:v>213</c:v>
                </c:pt>
              </c:numCache>
            </c:numRef>
          </c:xVal>
          <c:yVal>
            <c:numRef>
              <c:f>'Chart Data'!$F$2:$F$124</c:f>
              <c:numCache>
                <c:formatCode>General</c:formatCode>
                <c:ptCount val="123"/>
                <c:pt idx="0">
                  <c:v>4500</c:v>
                </c:pt>
                <c:pt idx="1">
                  <c:v>5700</c:v>
                </c:pt>
                <c:pt idx="2">
                  <c:v>4450</c:v>
                </c:pt>
                <c:pt idx="3">
                  <c:v>5700</c:v>
                </c:pt>
                <c:pt idx="4">
                  <c:v>5400</c:v>
                </c:pt>
                <c:pt idx="5">
                  <c:v>4550</c:v>
                </c:pt>
                <c:pt idx="6">
                  <c:v>4800</c:v>
                </c:pt>
                <c:pt idx="7">
                  <c:v>5200</c:v>
                </c:pt>
                <c:pt idx="8">
                  <c:v>4400</c:v>
                </c:pt>
                <c:pt idx="9">
                  <c:v>5150</c:v>
                </c:pt>
                <c:pt idx="10">
                  <c:v>4650</c:v>
                </c:pt>
                <c:pt idx="11">
                  <c:v>5550</c:v>
                </c:pt>
                <c:pt idx="12">
                  <c:v>4650</c:v>
                </c:pt>
                <c:pt idx="13">
                  <c:v>5850</c:v>
                </c:pt>
                <c:pt idx="14">
                  <c:v>4200</c:v>
                </c:pt>
                <c:pt idx="15">
                  <c:v>5850</c:v>
                </c:pt>
                <c:pt idx="16">
                  <c:v>4150</c:v>
                </c:pt>
                <c:pt idx="17">
                  <c:v>6300</c:v>
                </c:pt>
                <c:pt idx="18">
                  <c:v>4800</c:v>
                </c:pt>
                <c:pt idx="19">
                  <c:v>5350</c:v>
                </c:pt>
                <c:pt idx="20">
                  <c:v>5700</c:v>
                </c:pt>
                <c:pt idx="21">
                  <c:v>5000</c:v>
                </c:pt>
                <c:pt idx="22">
                  <c:v>4400</c:v>
                </c:pt>
                <c:pt idx="23">
                  <c:v>5050</c:v>
                </c:pt>
                <c:pt idx="24">
                  <c:v>5000</c:v>
                </c:pt>
                <c:pt idx="25">
                  <c:v>5100</c:v>
                </c:pt>
                <c:pt idx="26">
                  <c:v>4100</c:v>
                </c:pt>
                <c:pt idx="27">
                  <c:v>5650</c:v>
                </c:pt>
                <c:pt idx="28">
                  <c:v>4600</c:v>
                </c:pt>
                <c:pt idx="29">
                  <c:v>5550</c:v>
                </c:pt>
                <c:pt idx="30">
                  <c:v>5250</c:v>
                </c:pt>
                <c:pt idx="31">
                  <c:v>4700</c:v>
                </c:pt>
                <c:pt idx="32">
                  <c:v>5050</c:v>
                </c:pt>
                <c:pt idx="33">
                  <c:v>6050</c:v>
                </c:pt>
                <c:pt idx="34">
                  <c:v>5150</c:v>
                </c:pt>
                <c:pt idx="35">
                  <c:v>5400</c:v>
                </c:pt>
                <c:pt idx="36">
                  <c:v>4950</c:v>
                </c:pt>
                <c:pt idx="37">
                  <c:v>5250</c:v>
                </c:pt>
                <c:pt idx="38">
                  <c:v>4350</c:v>
                </c:pt>
                <c:pt idx="39">
                  <c:v>5350</c:v>
                </c:pt>
                <c:pt idx="40">
                  <c:v>3950</c:v>
                </c:pt>
                <c:pt idx="41">
                  <c:v>5700</c:v>
                </c:pt>
                <c:pt idx="42">
                  <c:v>4300</c:v>
                </c:pt>
                <c:pt idx="43">
                  <c:v>4750</c:v>
                </c:pt>
                <c:pt idx="44">
                  <c:v>5550</c:v>
                </c:pt>
                <c:pt idx="45">
                  <c:v>4900</c:v>
                </c:pt>
                <c:pt idx="46">
                  <c:v>4200</c:v>
                </c:pt>
                <c:pt idx="47">
                  <c:v>5400</c:v>
                </c:pt>
                <c:pt idx="48">
                  <c:v>5100</c:v>
                </c:pt>
                <c:pt idx="49">
                  <c:v>5300</c:v>
                </c:pt>
                <c:pt idx="50">
                  <c:v>4850</c:v>
                </c:pt>
                <c:pt idx="51">
                  <c:v>5300</c:v>
                </c:pt>
                <c:pt idx="52">
                  <c:v>4400</c:v>
                </c:pt>
                <c:pt idx="53">
                  <c:v>5000</c:v>
                </c:pt>
                <c:pt idx="54">
                  <c:v>4900</c:v>
                </c:pt>
                <c:pt idx="55">
                  <c:v>5050</c:v>
                </c:pt>
                <c:pt idx="56">
                  <c:v>4300</c:v>
                </c:pt>
                <c:pt idx="57">
                  <c:v>5000</c:v>
                </c:pt>
                <c:pt idx="58">
                  <c:v>4450</c:v>
                </c:pt>
                <c:pt idx="59">
                  <c:v>5550</c:v>
                </c:pt>
                <c:pt idx="60">
                  <c:v>4200</c:v>
                </c:pt>
                <c:pt idx="61">
                  <c:v>5300</c:v>
                </c:pt>
                <c:pt idx="62">
                  <c:v>4400</c:v>
                </c:pt>
                <c:pt idx="63">
                  <c:v>5650</c:v>
                </c:pt>
                <c:pt idx="64">
                  <c:v>4700</c:v>
                </c:pt>
                <c:pt idx="65">
                  <c:v>5700</c:v>
                </c:pt>
                <c:pt idx="66">
                  <c:v>4650</c:v>
                </c:pt>
                <c:pt idx="67">
                  <c:v>5800</c:v>
                </c:pt>
                <c:pt idx="68">
                  <c:v>4700</c:v>
                </c:pt>
                <c:pt idx="69">
                  <c:v>5550</c:v>
                </c:pt>
                <c:pt idx="70">
                  <c:v>4750</c:v>
                </c:pt>
                <c:pt idx="71">
                  <c:v>5000</c:v>
                </c:pt>
                <c:pt idx="72">
                  <c:v>5100</c:v>
                </c:pt>
                <c:pt idx="73">
                  <c:v>5200</c:v>
                </c:pt>
                <c:pt idx="74">
                  <c:v>4700</c:v>
                </c:pt>
                <c:pt idx="75">
                  <c:v>5800</c:v>
                </c:pt>
                <c:pt idx="76">
                  <c:v>4600</c:v>
                </c:pt>
                <c:pt idx="77">
                  <c:v>6000</c:v>
                </c:pt>
                <c:pt idx="78">
                  <c:v>4750</c:v>
                </c:pt>
                <c:pt idx="79">
                  <c:v>5950</c:v>
                </c:pt>
                <c:pt idx="80">
                  <c:v>4625</c:v>
                </c:pt>
                <c:pt idx="81">
                  <c:v>5450</c:v>
                </c:pt>
                <c:pt idx="82">
                  <c:v>4725</c:v>
                </c:pt>
                <c:pt idx="83">
                  <c:v>5350</c:v>
                </c:pt>
                <c:pt idx="84">
                  <c:v>4750</c:v>
                </c:pt>
                <c:pt idx="85">
                  <c:v>5600</c:v>
                </c:pt>
                <c:pt idx="86">
                  <c:v>4600</c:v>
                </c:pt>
                <c:pt idx="87">
                  <c:v>5300</c:v>
                </c:pt>
                <c:pt idx="88">
                  <c:v>4875</c:v>
                </c:pt>
                <c:pt idx="89">
                  <c:v>5550</c:v>
                </c:pt>
                <c:pt idx="90">
                  <c:v>4950</c:v>
                </c:pt>
                <c:pt idx="91">
                  <c:v>5400</c:v>
                </c:pt>
                <c:pt idx="92">
                  <c:v>4750</c:v>
                </c:pt>
                <c:pt idx="93">
                  <c:v>5650</c:v>
                </c:pt>
                <c:pt idx="94">
                  <c:v>4850</c:v>
                </c:pt>
                <c:pt idx="95">
                  <c:v>5200</c:v>
                </c:pt>
                <c:pt idx="96">
                  <c:v>4925</c:v>
                </c:pt>
                <c:pt idx="97">
                  <c:v>4875</c:v>
                </c:pt>
                <c:pt idx="98">
                  <c:v>4625</c:v>
                </c:pt>
                <c:pt idx="99">
                  <c:v>5250</c:v>
                </c:pt>
                <c:pt idx="100">
                  <c:v>4850</c:v>
                </c:pt>
                <c:pt idx="101">
                  <c:v>5600</c:v>
                </c:pt>
                <c:pt idx="102">
                  <c:v>4975</c:v>
                </c:pt>
                <c:pt idx="103">
                  <c:v>5500</c:v>
                </c:pt>
                <c:pt idx="104">
                  <c:v>4725</c:v>
                </c:pt>
                <c:pt idx="105">
                  <c:v>5500</c:v>
                </c:pt>
                <c:pt idx="106">
                  <c:v>4700</c:v>
                </c:pt>
                <c:pt idx="107">
                  <c:v>5500</c:v>
                </c:pt>
                <c:pt idx="108">
                  <c:v>4575</c:v>
                </c:pt>
                <c:pt idx="109">
                  <c:v>5500</c:v>
                </c:pt>
                <c:pt idx="110">
                  <c:v>5000</c:v>
                </c:pt>
                <c:pt idx="111">
                  <c:v>5950</c:v>
                </c:pt>
                <c:pt idx="112">
                  <c:v>4650</c:v>
                </c:pt>
                <c:pt idx="113">
                  <c:v>5500</c:v>
                </c:pt>
                <c:pt idx="114">
                  <c:v>4375</c:v>
                </c:pt>
                <c:pt idx="115">
                  <c:v>5850</c:v>
                </c:pt>
                <c:pt idx="116">
                  <c:v>4875</c:v>
                </c:pt>
                <c:pt idx="117">
                  <c:v>6000</c:v>
                </c:pt>
                <c:pt idx="118">
                  <c:v>4925</c:v>
                </c:pt>
                <c:pt idx="119">
                  <c:v>4850</c:v>
                </c:pt>
                <c:pt idx="120">
                  <c:v>5750</c:v>
                </c:pt>
                <c:pt idx="121">
                  <c:v>5200</c:v>
                </c:pt>
                <c:pt idx="122">
                  <c:v>5400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500"/>
          <c:min val="25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/>
                  <a:t>体重 (g)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/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235"/>
          <c:min val="17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/>
                  <a:t>鳍肢长度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/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记录数</c:v>
          </c:tx>
          <c:spPr>
            <a:solidFill xmlns:a="http://schemas.openxmlformats.org/drawingml/2006/main">
              <a:srgbClr val="235F85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2500–&lt;3000</c:v>
                </c:pt>
                <c:pt idx="1">
                  <c:v>3000–&lt;3500</c:v>
                </c:pt>
                <c:pt idx="2">
                  <c:v>3500–&lt;4000</c:v>
                </c:pt>
                <c:pt idx="3">
                  <c:v>4000–&lt;4500</c:v>
                </c:pt>
                <c:pt idx="4">
                  <c:v>4500–&lt;5000</c:v>
                </c:pt>
                <c:pt idx="5">
                  <c:v>5000–&lt;5500</c:v>
                </c:pt>
                <c:pt idx="6">
                  <c:v>5500–&lt;6000</c:v>
                </c:pt>
                <c:pt idx="7">
                  <c:v>6000–&lt;6500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9</c:v>
                </c:pt>
                <c:pt idx="1">
                  <c:v>62</c:v>
                </c:pt>
                <c:pt idx="2">
                  <c:v>94</c:v>
                </c:pt>
                <c:pt idx="3">
                  <c:v>59</c:v>
                </c:pt>
                <c:pt idx="4">
                  <c:v>51</c:v>
                </c:pt>
                <c:pt idx="5">
                  <c:v>34</c:v>
                </c:pt>
                <c:pt idx="6">
                  <c:v>29</c:v>
                </c:pt>
                <c:pt idx="7">
                  <c:v>4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/>
                  <a:t>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/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/>
                  <a:t>记录数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/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1CF0E-35A6-4C9B-A08D-57F02EF0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50A3F-4F5F-4592-9229-D839BFE9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科研责任与 AI 使用披露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F8B21-D195-43C7-B59D-45EA9139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Nature Portfolio AI policy  ·  O02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85C34-F158-48E1-8DA2-D12B43A0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6A1AD-41FC-41D6-9172-DB898D6B9B56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使用情境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具体任务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研究者责任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表达与组织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语言修订、结构建议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作者检查原意与准确性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解释与评价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分析方案、统计解释、段落起草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保留人工判断，说明实质使用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禁止行为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伪造数据、引用与结果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无法承担作者责任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保密边界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未公开稿件、评审与敏感材料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先查权限和工具的数据条款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4969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4DDD7A-8379-474C-965E-E68BF083C557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2525375" y="481012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01285-7DD2-4BC1-B2A0-923C44568553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7477125" y="481012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89E08-D373-42EF-BA51-63B952CD0EF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239250" y="39528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7D337-22B1-4598-86C1-BD059B8C547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39528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06AC4-F876-47CB-96FA-0802A9E9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A47CD-495F-44A2-BAC7-5EDF4A07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Agent、Workflow、Skill 与 MCP 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3E752-12F6-4E1E-9BFE-E1B92835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Building effective agents；MCP introduction；Agent Skills specification；Codex Skills  ·  M103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6F5CF-615B-4192-AC54-07F6CDA6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96BF8-9C61-4BBB-BA75-9AD87D2A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Agentic AI：具有一定自主性的系统行为与设计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EF4C1-161D-436B-A882-319F4C1C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3524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399AC-530C-437B-A8EC-6ADEBE87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36364-6F98-4461-AF63-91771991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预定步骤、条件与人工关口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737BF-24B7-4CE4-8914-3C4985A2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95625"/>
            <a:ext cx="3524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81AAA-41C8-41BF-828B-7B7C82B3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AI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67827-28BC-4725-8F6B-E74B67D8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根据工具结果选择下一步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CAACB-D157-4C0B-8D4A-020DA035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95625"/>
            <a:ext cx="3714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519D8-746D-46BC-B4A8-FFAB3BE3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FE69A-F56C-4F9C-A44E-30A0F223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57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复用指令、脚本与模板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7B0AA-E174-4A00-B87F-2C5D056D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00750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A9B45-C236-4C5D-AD60-BB8C66B6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436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生成式模型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6F748-C009-4E14-ACD4-4E6A4307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7627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生成候选内容或动作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C9AF0-DEF6-40FF-AF61-90C7B7E4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0"/>
            <a:ext cx="3714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AA3BE-AA4C-4557-9BE6-03CC084F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43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23B63-5297-4603-90EF-F3FC24A3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7627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连接外部工具与资源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74BF36-5833-44A0-8F2F-68BBAEFE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编排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C94C7C-2AAD-49B6-92BC-DEBF7D2D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33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选用</a:t>
            </a:r>
          </a:p>
        </p:txBody>
      </p:sp>
    </p:spTree>
    <p:extLst>
      <p:ext uri="{BB962C8B-B14F-4D97-AF65-F5344CB8AC3E}">
        <p14:creationId xmlns:p14="http://schemas.microsoft.com/office/powerpoint/2010/main" val="1724089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3C7483-443A-459C-88F4-328BA231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E313E-D189-4C42-828B-7CB3CC62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本地与云端共用契约，执行边界不同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C45AE-B9ED-4152-B452-AE2EDC0F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MiniMax OpenAI compatibility；Codex Skills  ·  M107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50789-224B-4FB5-91A5-D8A5F91E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7D1DA-E9F9-40D8-BC0E-4ECF70E6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87242-8C74-4A6E-8520-B439A702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研究者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CBB25-B490-471B-BA86-D6E08A76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确认指南与模板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33947-5C8B-4ACE-A3D3-18A35DB3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66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审阅大纲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172C7-AEF1-4AF2-9F32-B9F39856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66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检查最终草稿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4F60E-9110-4C0F-B99E-366AFB16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3928C-8BC9-43AF-B89A-303DA505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99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本地 Codex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4AF78-AE5E-46E6-A01A-8B06B47C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9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读取与校验文件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9CC0E-31BE-4689-AE83-5F4DAF98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9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运行脚本和统计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072C5-3BE6-4B68-80C6-BC00E348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09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生成 DOCX 与账本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0ECAD-8850-4105-BB03-C73D9CD3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46496-FC89-45E1-981E-A46808F8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529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Worker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C06DF-8969-47AF-83F9-459473E4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52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接收任务并鉴权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9B9717-2595-4C43-9980-94A964ED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52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保存阶段与审批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AF68FD-700A-4029-9B77-CD4B1C61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752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调用模型或工具服务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4C40B7-8751-41EC-AB26-4659B8F7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D0570-FDFD-4A32-8F93-FE08D5A6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959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隔离工具服务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00C35-708A-4CF3-958D-EED9FF3D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95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校验输入类型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9810A-37EC-45BF-B0F2-7379EFA2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895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解析文件与执行代码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5817C-481B-474A-A90B-325FE664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895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返回产物及哈希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D421A4-7F81-4DAB-A6EF-D5EF15B9F21B}"/>
              </a:ext>
            </a:extLst>
          </p:cNvPr>
          <p:cNvCxnSpPr/>
          <p:nvPr/>
        </p:nvCxnSpPr>
        <p:spPr>
          <a:xfrm xmlns:a="http://schemas.openxmlformats.org/drawingml/2006/main">
            <a:off x="6667500" y="3000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A1589E-4514-4454-8BB6-CFCC8759959E}"/>
              </a:ext>
            </a:extLst>
          </p:cNvPr>
          <p:cNvCxnSpPr/>
          <p:nvPr/>
        </p:nvCxnSpPr>
        <p:spPr>
          <a:xfrm xmlns:a="http://schemas.openxmlformats.org/drawingml/2006/main">
            <a:off x="10382250" y="3000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51E815-2AC5-4F5B-A994-4834E348DFC5}"/>
              </a:ext>
            </a:extLst>
          </p:cNvPr>
          <p:cNvCxnSpPr/>
          <p:nvPr/>
        </p:nvCxnSpPr>
        <p:spPr>
          <a:xfrm xmlns:a="http://schemas.openxmlformats.org/drawingml/2006/main">
            <a:off x="6667500" y="4143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44EFA-FA3E-477F-BBD5-2FE3A693D212}"/>
              </a:ext>
            </a:extLst>
          </p:cNvPr>
          <p:cNvCxnSpPr/>
          <p:nvPr/>
        </p:nvCxnSpPr>
        <p:spPr>
          <a:xfrm xmlns:a="http://schemas.openxmlformats.org/drawingml/2006/main">
            <a:off x="10382250" y="4143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55825C-F241-42DF-90E8-7A063D0DCBBE}"/>
              </a:ext>
            </a:extLst>
          </p:cNvPr>
          <p:cNvCxnSpPr/>
          <p:nvPr/>
        </p:nvCxnSpPr>
        <p:spPr>
          <a:xfrm xmlns:a="http://schemas.openxmlformats.org/drawingml/2006/main">
            <a:off x="6667500" y="5286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4302D2-3C12-4312-9C4E-2FAE6523D384}"/>
              </a:ext>
            </a:extLst>
          </p:cNvPr>
          <p:cNvCxnSpPr/>
          <p:nvPr/>
        </p:nvCxnSpPr>
        <p:spPr>
          <a:xfrm xmlns:a="http://schemas.openxmlformats.org/drawingml/2006/main">
            <a:off x="10382250" y="5286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7A2797-46AB-40EF-81FA-DDE73A16DBF4}"/>
              </a:ext>
            </a:extLst>
          </p:cNvPr>
          <p:cNvCxnSpPr/>
          <p:nvPr/>
        </p:nvCxnSpPr>
        <p:spPr>
          <a:xfrm xmlns:a="http://schemas.openxmlformats.org/drawingml/2006/main">
            <a:off x="6667500" y="6429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110352-E581-4AD1-9B90-7B7917273260}"/>
              </a:ext>
            </a:extLst>
          </p:cNvPr>
          <p:cNvCxnSpPr/>
          <p:nvPr/>
        </p:nvCxnSpPr>
        <p:spPr>
          <a:xfrm xmlns:a="http://schemas.openxmlformats.org/drawingml/2006/main">
            <a:off x="10382250" y="6429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FF30C6-494E-4B07-88D1-5A99562B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本地运行链路与云端设计分别验收；云端联调和部署尚未验证</a:t>
            </a:r>
          </a:p>
        </p:txBody>
      </p:sp>
    </p:spTree>
    <p:extLst>
      <p:ext uri="{BB962C8B-B14F-4D97-AF65-F5344CB8AC3E}">
        <p14:creationId xmlns:p14="http://schemas.microsoft.com/office/powerpoint/2010/main" val="7674076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CEE43-CACF-424D-AEC2-65761CF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34949-8A3D-495F-AD69-A74A0AE9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文献核验从出版记录走到正文证据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9D483-9880-4ECB-8353-C7BAED1D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Gorman Williams Fraser 2014 PLOS ONE 9 e90081；palmerpenguins；Crossref REST API  ·  M204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BBB89-0B84-447E-9B5D-64BE37DC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FE4DB-50CE-4481-8118-E9840074DC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0305e2ece4be3"/>
          <a:stretch xmlns:a="http://schemas.openxmlformats.org/drawingml/2006/main"/>
        </p:blipFill>
        <p:spPr>
          <a:xfrm xmlns:a="http://schemas.openxmlformats.org/drawingml/2006/main">
            <a:off x="1070055" y="1952625"/>
            <a:ext cx="7480139" cy="5429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57F7E-023B-4C6B-B207-8A42DA8E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4312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Gorman、Williams 与 Fraser，2014，PLOS ONE 9(3): e90081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D82EA-CBAA-406B-BF71-8A473D61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DOI：10.1371/journal.pone.0090081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5D964-E7D4-4F77-92FB-6F2B8265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5297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Fig. 1 定位采样地点；Methods 说明现场测量与样本来源。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6F41A-0D34-41FE-A13C-F5711928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05790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元数据存在只能确认文章身份，正文定位才支撑具体主张。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ABB86-7213-4BCB-B1ED-6D6716D1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485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原论文图，未经生成式重绘。Gorman et al. (2014), CC BY</a:t>
            </a:r>
          </a:p>
        </p:txBody>
      </p:sp>
    </p:spTree>
    <p:extLst>
      <p:ext uri="{BB962C8B-B14F-4D97-AF65-F5344CB8AC3E}">
        <p14:creationId xmlns:p14="http://schemas.microsoft.com/office/powerpoint/2010/main" val="16744901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4AC1A-E82A-42E3-976B-DA9D99D3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6CABC-F52E-4384-BCEF-CE5D9B4B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真实论文图要连同变量和图注一起读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1049A-43BF-4831-8724-8FFB2693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Gorman Williams Fraser 2014 PLOS ONE 9 e90081  ·  M206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8DE3D-DC57-4E5D-B5FD-A97C793E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390B8-0FCF-4461-8FF8-91B7FBA51D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2b8d6b008416b"/>
          <a:stretch xmlns:a="http://schemas.openxmlformats.org/drawingml/2006/main"/>
        </p:blipFill>
        <p:spPr>
          <a:xfrm xmlns:a="http://schemas.openxmlformats.org/drawingml/2006/main">
            <a:off x="1351194" y="1952625"/>
            <a:ext cx="6917861" cy="5429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45085-B5C9-4246-86E9-29D02A89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4312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Adélie 企鹅：横轴 δ¹³C，纵轴 δ¹⁵N。蓝色雄性、橙色雌性。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6F272-E58C-406F-879D-451A8C5F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图注规定均值 ±1 SE。δ¹³C 的 n=127，δ¹⁵N 的 n=128。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B5F3D-3D2E-4A2A-B667-DB3BFFA4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5297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年份和性别效应需结合正文模型解释。不能仅凭误差线重叠判定显著性。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17FB1-2D99-4113-A113-D9828C64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485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原论文图，未经生成式重绘。Gorman et al. (2014), CC BY</a:t>
            </a:r>
          </a:p>
        </p:txBody>
      </p:sp>
    </p:spTree>
    <p:extLst>
      <p:ext uri="{BB962C8B-B14F-4D97-AF65-F5344CB8AC3E}">
        <p14:creationId xmlns:p14="http://schemas.microsoft.com/office/powerpoint/2010/main" val="1591136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8260E-85D7-4D1A-B2A3-1392E9B8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8624F-714F-4453-9125-12FE3B48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公开观测数据支持描述，不直接证明因果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DE213-12C8-4DA5-A8D7-EF9EB8D3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palmerpenguins  ·  M210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D0F0C-3953-4474-BAEB-E95BF799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5CA58D6-46AA-4691-BE4E-2425859D46B2}"/>
              </a:ext>
            </a:extLst>
          </p:cNvPr>
          <p:cNvGraphicFramePr/>
          <p:nvPr/>
        </p:nvGraphicFramePr>
        <p:xfrm>
          <a:off xmlns:a="http://schemas.openxmlformats.org/drawingml/2006/main" x="762000" y="2000250"/>
          <a:ext xmlns:a="http://schemas.openxmlformats.org/drawingml/2006/main" cx="9048750" cy="514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4482d81ecd46a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B2E66-F105-419D-9F7A-7C6F27BB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38375"/>
            <a:ext cx="4048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每个点对应一个有完整体重与鳍肢长度的观测。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B221A-3EA6-45C2-ABDF-5403A6A2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86200"/>
            <a:ext cx="4048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按物种分色并使用不同点型，观察组内与组间关系。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3EBBC-FA56-4AEC-9BE4-2A5FCBDC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34025"/>
            <a:ext cx="4048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比较需考虑物种、性别、岛屿和年份。</a:t>
            </a:r>
          </a:p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当前散点图不证明因果作用。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E1E77-1C41-4C19-AE61-50BED45B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33425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原始观测，完整配对 n = 342；没有随机采样或生成数据</a:t>
            </a:r>
          </a:p>
        </p:txBody>
      </p:sp>
    </p:spTree>
    <p:extLst>
      <p:ext uri="{BB962C8B-B14F-4D97-AF65-F5344CB8AC3E}">
        <p14:creationId xmlns:p14="http://schemas.microsoft.com/office/powerpoint/2010/main" val="221965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3748D-10E4-40FC-8D61-13F5F8BA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96A6D-47C3-4F92-BEBA-4C9D2312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体重直方图保留分布与分箱依据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FBBB0-A4F6-4189-BE91-ABCB04B9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公开真实数据 · 本地复算  ·  D06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ADCDD-D250-4D78-ABE4-92277B99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B4287FD-FCA9-4E7E-9CF3-DAFF0A4CD2F2}"/>
              </a:ext>
            </a:extLst>
          </p:cNvPr>
          <p:cNvGraphicFramePr/>
          <p:nvPr/>
        </p:nvGraphicFramePr>
        <p:xfrm>
          <a:off xmlns:a="http://schemas.openxmlformats.org/drawingml/2006/main" x="762000" y="2000250"/>
          <a:ext xmlns:a="http://schemas.openxmlformats.org/drawingml/2006/main" cx="8572500" cy="514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1fdd7f5e69482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55B80-4E18-4DAC-B02B-60F4C9C1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47148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等宽500g分箱展示全部342条有效体重。混合物种分布可能产生多个集中区，不能直接当作同一总体的单一正态分布。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F6ADC-1EBD-4574-B7A4-0494A9E3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43500"/>
            <a:ext cx="4714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图注说明箱宽与区间规则；若改变分箱，保留原数据并检查全部观测是否恰好计入一次。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68D8F-BCA2-4750-905E-CC4B5D9A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429500"/>
            <a:ext cx="1352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来源：palmerpenguins CSV（CC0）；本地描述性复算，未做显著性或因果检验</a:t>
            </a:r>
          </a:p>
        </p:txBody>
      </p:sp>
    </p:spTree>
    <p:extLst>
      <p:ext uri="{BB962C8B-B14F-4D97-AF65-F5344CB8AC3E}">
        <p14:creationId xmlns:p14="http://schemas.microsoft.com/office/powerpoint/2010/main" val="3485958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AABE6-E7C9-4C23-8BC9-3A6A77EE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7159F-5D73-40F2-B5AB-6F081258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统计报告要同时说明估计量和不确定性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7139D-250B-4C2D-A71C-AA13E593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palmerpenguins；Independent samples t test  ·  M211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FD9D2-27AE-41F4-A139-B5AFD739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3B57B-3133-43B2-BE81-C75D3B05A565}"/>
              </a:ext>
            </a:extLst>
          </p:cNvPr>
          <p:cNvGraphicFramePr/>
          <p:nvPr/>
        </p:nvGraphicFramePr>
        <p:xfrm>
          <a:off xmlns:a="http://schemas.openxmlformats.org/drawingml/2006/main" x="762000" y="2047875"/>
          <a:ext xmlns:a="http://schemas.openxmlformats.org/drawingml/2006/main" cx="13716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476500"/>
                <a:gridCol w="3714750"/>
                <a:gridCol w="3714750"/>
              </a:tblGrid>
              <a:tr h="85725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 n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平均体重 g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 SD g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151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3700.7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458.6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Chinstrap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3733.1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384.3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Gentoo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123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5076.0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504.1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79111-29D2-45F5-A4F3-61D574EB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1323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SD 描述个体离散，SE 描述估计量变动，CI 需要抽样模型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5A7BF-7EBB-4544-A776-B1009DC1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877050"/>
            <a:ext cx="1323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本页仅为公开数据的描述性复算。缺失体重 2 行；未进行显著性检验。</a:t>
            </a:r>
          </a:p>
        </p:txBody>
      </p:sp>
    </p:spTree>
    <p:extLst>
      <p:ext uri="{BB962C8B-B14F-4D97-AF65-F5344CB8AC3E}">
        <p14:creationId xmlns:p14="http://schemas.microsoft.com/office/powerpoint/2010/main" val="4543377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95581-206E-4A5A-A24B-F27170E1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98279-CDFC-4E34-B18C-30C2FD1B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Humanizer 修订必须锁住数字和限定条件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7B7C8-ABA2-4DBF-B042-61BC1E5D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M304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E1C75-479E-44F6-906B-E47D20AD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113E9-4549-4B72-B028-F5BDF4F9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教学原稿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26607-A385-47DC-BFB5-016225E1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本研究实现了革命性提升。42名参与者完成前后测，量表均分从3.1增至3.6，但未设置对照组。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C5C61-F1EC-4B7A-B90A-CBEB8697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44AE4-D69F-4AA9-8386-6E4019B0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CB878-4396-4601-8368-9D3362A3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42名参与者完成前后测，量表均分由3.1增至3.6。由于未设置对照组，当前结果不能单独归因于该干预。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F7C40-831E-422F-8CAF-3F32205B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45BAF-EDC4-4AEB-9144-8CF9E3B7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事实锁定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3310D-1076-47CA-9BB2-06DCBF3C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42、3.1、3.6、前后测、无对照组均保留。删除宣传性判断，补清因果推断边界。</a:t>
            </a:r>
          </a:p>
        </p:txBody>
      </p:sp>
    </p:spTree>
    <p:extLst>
      <p:ext uri="{BB962C8B-B14F-4D97-AF65-F5344CB8AC3E}">
        <p14:creationId xmlns:p14="http://schemas.microsoft.com/office/powerpoint/2010/main" val="17574035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BCB4B-E0BA-4098-B46E-808EF753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9FD18-9BA8-4D96-8FD2-6FE533C3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空泛评价换成可观察事实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5FB58-0642-4E0F-8C31-CD887BBF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教学案例与专业方法  ·  X050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EDA06-0A9C-42F8-BB69-4CDBC1B0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44604-DD89-4CF1-BDB7-F316A871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给定材料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666CE-26DC-4E36-ACE2-61B754BB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11858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“该流程具有高度可靠性和强大应用潜力”没有说明实际观察了什么。若只生成了一份Word，可靠性与应用效果均缺少测试。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4A9EB-7FAE-4CF2-80B9-72B26869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71875"/>
            <a:ext cx="1185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B6D4E-AF76-4622-A4B2-F9E64732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推理与处理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7286B-16FA-4459-90FB-B5A9C4BE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14750"/>
            <a:ext cx="118586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可写：“输入包含6个模板章节；程序生成对应的可编辑段落，并输出3项未决问题。缺少签核时最终导出被拦截。”每句话对应具体产物。若还没测错误率、跨模板兼容或现场使用效果，就不填这些结论。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CBB44-12EE-457D-B0C2-B8869A8C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67375"/>
            <a:ext cx="11858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0EA3E-621B-47DA-8DEC-CF6D7308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8BF29-6BDD-4C7D-8158-13F44E21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57875"/>
            <a:ext cx="11858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同一段话中删去宣传词后，若没有事实剩下，需要补材料；不能换一组更克制的形容词继续撑满篇幅。</a:t>
            </a:r>
          </a:p>
        </p:txBody>
      </p:sp>
    </p:spTree>
    <p:extLst>
      <p:ext uri="{BB962C8B-B14F-4D97-AF65-F5344CB8AC3E}">
        <p14:creationId xmlns:p14="http://schemas.microsoft.com/office/powerpoint/2010/main" val="549471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18239-0109-48E6-BE0E-30B402BD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42176-4F47-44F3-BEA5-B1F94744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目标与指标需要双向对应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710E0-2248-4521-88B1-4147BB48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M312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22ACF-570D-4969-8C85-D52EC994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D71F6-B2C5-41EB-AA30-3075838F1CE9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指南要求（教学模拟）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研究目标与内容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验收产物与证据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12个月内形成可复算流程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建立公开文献筛选与核验流程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代码、依赖、输入、日志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独立评价召回与耗时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固定参考文献集，比较人工与 AI 流程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逐条筛选记录和统计报告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成果可复用且保留人工判断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设置遗漏审查和阶段审核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Word 草稿、来源账本、审核记录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研究基础必须真实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仅陈述已提供的材料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目前无团队成果证明，列为缺口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7967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041F1-9B72-44AC-9BC4-4813750C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1832B-ADC2-4EDF-95D0-7939FB29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交底书先收集可实施的技术事实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B8968-C811-4436-9D02-6F20D2A3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M321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9C18E-0551-4606-A122-26108A6B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6DF1F-97EE-4950-894E-D84DBFC5073A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发明人说法</a:t>
                      </a:r>
                    </a:p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（教学模拟）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目前知道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必须追问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用双传感器减少温漂误报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两个温度传感器和控制器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位置、采样频率与校准方式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差值超过阈值触发告警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存在差值比较步骤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阈值来源、持续时间、异常处理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效果明显好于旧方案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未提供对照数据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旧方案、测试条件、原始记录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希望申请专利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希望保护技术方案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区别特征、公开情况、实施细节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5358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2026-10-16T16:56:36.6030000Z</dcterms:created>
  <dcterms:modified xsi:type="dcterms:W3CDTF">2026-10-16T16:56:36.6030000Z</dcterms:modified>
</coreProperties>
</file>