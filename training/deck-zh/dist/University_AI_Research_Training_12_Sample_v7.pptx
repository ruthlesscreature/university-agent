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df072ed1b84360" /><Relationship Type="http://schemas.openxmlformats.org/officeDocument/2006/relationships/extended-properties" Target="/docProps/app.xml" Id="R15dfce3bafdb4f48" /><Relationship Type="http://schemas.openxmlformats.org/officeDocument/2006/relationships/officeDocument" Target="/ppt/presentation.xml" Id="Rd4df78ac330a4d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cff4258b6249b2"/>
  </p:sldMasterIdLst>
  <p:notesMasterIdLst>
    <p:notesMasterId xmlns:r="http://schemas.openxmlformats.org/officeDocument/2006/relationships" r:id="Rbf3ca143be4d4811"/>
  </p:notesMasterIdLst>
  <p:sldIdLst>
    <p:sldId xmlns:r="http://schemas.openxmlformats.org/officeDocument/2006/relationships" id="256" r:id="R5181598231c5405e"/>
    <p:sldId xmlns:r="http://schemas.openxmlformats.org/officeDocument/2006/relationships" id="257" r:id="Rfd6ceeab09c14cd1"/>
    <p:sldId xmlns:r="http://schemas.openxmlformats.org/officeDocument/2006/relationships" id="258" r:id="R3127037db5494dc5"/>
    <p:sldId xmlns:r="http://schemas.openxmlformats.org/officeDocument/2006/relationships" id="259" r:id="R23ff0a039b394c66"/>
    <p:sldId xmlns:r="http://schemas.openxmlformats.org/officeDocument/2006/relationships" id="260" r:id="Rfdd89ddfc2294aee"/>
    <p:sldId xmlns:r="http://schemas.openxmlformats.org/officeDocument/2006/relationships" id="261" r:id="Re386586506ed445b"/>
    <p:sldId xmlns:r="http://schemas.openxmlformats.org/officeDocument/2006/relationships" id="262" r:id="R9b19e5a590cc4530"/>
    <p:sldId xmlns:r="http://schemas.openxmlformats.org/officeDocument/2006/relationships" id="263" r:id="R9fb2f8a97cc040a1"/>
    <p:sldId xmlns:r="http://schemas.openxmlformats.org/officeDocument/2006/relationships" id="264" r:id="R00d19d2cea45472a"/>
    <p:sldId xmlns:r="http://schemas.openxmlformats.org/officeDocument/2006/relationships" id="265" r:id="R0679bdbdd1864c96"/>
    <p:sldId xmlns:r="http://schemas.openxmlformats.org/officeDocument/2006/relationships" id="266" r:id="R56593703da5a41aa"/>
    <p:sldId xmlns:r="http://schemas.openxmlformats.org/officeDocument/2006/relationships" id="267" r:id="Rebe097aaed8745b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f75d2e6ccd4dc6" /><Relationship Type="http://schemas.openxmlformats.org/officeDocument/2006/relationships/slideMaster" Target="/ppt/slideMasters/slideMaster1.xml" Id="R75cff4258b6249b2" /><Relationship Type="http://schemas.openxmlformats.org/officeDocument/2006/relationships/notesMaster" Target="/ppt/notesMasters/notesMaster1.xml" Id="Rbf3ca143be4d4811" /><Relationship Type="http://schemas.openxmlformats.org/officeDocument/2006/relationships/presProps" Target="/ppt/presProps.xml" Id="R9ed2fe63413b4b2d" /><Relationship Type="http://schemas.openxmlformats.org/officeDocument/2006/relationships/tableStyles" Target="/ppt/tableStyles.xml" Id="R937ebf71316449cb" /><Relationship Type="http://schemas.openxmlformats.org/officeDocument/2006/relationships/slide" Target="/ppt/slides/slide1.xml" Id="R5181598231c5405e" /><Relationship Type="http://schemas.openxmlformats.org/officeDocument/2006/relationships/slide" Target="/ppt/slides/slide2.xml" Id="Rfd6ceeab09c14cd1" /><Relationship Type="http://schemas.openxmlformats.org/officeDocument/2006/relationships/slide" Target="/ppt/slides/slide3.xml" Id="R3127037db5494dc5" /><Relationship Type="http://schemas.openxmlformats.org/officeDocument/2006/relationships/slide" Target="/ppt/slides/slide4.xml" Id="R23ff0a039b394c66" /><Relationship Type="http://schemas.openxmlformats.org/officeDocument/2006/relationships/slide" Target="/ppt/slides/slide5.xml" Id="Rfdd89ddfc2294aee" /><Relationship Type="http://schemas.openxmlformats.org/officeDocument/2006/relationships/slide" Target="/ppt/slides/slide6.xml" Id="Re386586506ed445b" /><Relationship Type="http://schemas.openxmlformats.org/officeDocument/2006/relationships/slide" Target="/ppt/slides/slide7.xml" Id="R9b19e5a590cc4530" /><Relationship Type="http://schemas.openxmlformats.org/officeDocument/2006/relationships/slide" Target="/ppt/slides/slide8.xml" Id="R9fb2f8a97cc040a1" /><Relationship Type="http://schemas.openxmlformats.org/officeDocument/2006/relationships/slide" Target="/ppt/slides/slide9.xml" Id="R00d19d2cea45472a" /><Relationship Type="http://schemas.openxmlformats.org/officeDocument/2006/relationships/slide" Target="/ppt/slides/slide10.xml" Id="R0679bdbdd1864c96" /><Relationship Type="http://schemas.openxmlformats.org/officeDocument/2006/relationships/slide" Target="/ppt/slides/slide11.xml" Id="R56593703da5a41aa" /><Relationship Type="http://schemas.openxmlformats.org/officeDocument/2006/relationships/slide" Target="/ppt/slides/slide12.xml" Id="Rebe097aaed8745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3e5168a3b54c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54c355df2e4e3f" /><Relationship Type="http://schemas.openxmlformats.org/officeDocument/2006/relationships/notesMaster" Target="/ppt/notesMasters/notesMaster1.xml" Id="R47d8085af10f45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c5f13f7a5243e7" /><Relationship Type="http://schemas.openxmlformats.org/officeDocument/2006/relationships/notesMaster" Target="/ppt/notesMasters/notesMaster1.xml" Id="Rb86c3ce91d074f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e211cc881942da" /><Relationship Type="http://schemas.openxmlformats.org/officeDocument/2006/relationships/notesMaster" Target="/ppt/notesMasters/notesMaster1.xml" Id="R58f7db231a644c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d3c956a3e4c52" /><Relationship Type="http://schemas.openxmlformats.org/officeDocument/2006/relationships/notesMaster" Target="/ppt/notesMasters/notesMaster1.xml" Id="Rf9adc67619f448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afba60df9f4ea4" /><Relationship Type="http://schemas.openxmlformats.org/officeDocument/2006/relationships/notesMaster" Target="/ppt/notesMasters/notesMaster1.xml" Id="R6689040af03c4f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1c7168a9b145e4" /><Relationship Type="http://schemas.openxmlformats.org/officeDocument/2006/relationships/notesMaster" Target="/ppt/notesMasters/notesMaster1.xml" Id="R2a2392d1dc6348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8b450afc3d4d34" /><Relationship Type="http://schemas.openxmlformats.org/officeDocument/2006/relationships/notesMaster" Target="/ppt/notesMasters/notesMaster1.xml" Id="R5fb26f86912447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869732e102463e" /><Relationship Type="http://schemas.openxmlformats.org/officeDocument/2006/relationships/notesMaster" Target="/ppt/notesMasters/notesMaster1.xml" Id="R2413f95cdde74f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f2ad14caff451b" /><Relationship Type="http://schemas.openxmlformats.org/officeDocument/2006/relationships/notesMaster" Target="/ppt/notesMasters/notesMaster1.xml" Id="R07f862b8b19840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f0501cfa6247a5" /><Relationship Type="http://schemas.openxmlformats.org/officeDocument/2006/relationships/notesMaster" Target="/ppt/notesMasters/notesMaster1.xml" Id="Rfcf1ee68c1de4c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6d587aa6fc42a8" /><Relationship Type="http://schemas.openxmlformats.org/officeDocument/2006/relationships/notesMaster" Target="/ppt/notesMasters/notesMaster1.xml" Id="R77acbd5460de4b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3777d30c8f4df1" /><Relationship Type="http://schemas.openxmlformats.org/officeDocument/2006/relationships/notesMaster" Target="/ppt/notesMasters/notesMaster1.xml" Id="R7c9e64c45af841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教学目标：今天要完成哪些科研任务</a:t>
            </a:r>
          </a:p>
          <a:p xmlns:a="http://schemas.openxmlformats.org/drawingml/2006/main">
            <a:r>
              <a:t>讲解预算：300秒</a:t>
            </a:r>
          </a:p>
          <a:p xmlns:a="http://schemas.openxmlformats.org/drawingml/2006/main">
            <a:r>
              <a:t>正式时段共390分钟，10:20和15:00各休息10分钟，实际授课370分钟。另备110分钟延伸讨论，总备课480分钟。上午沿研究问题走向设计与数据，下午围绕可交付文件组织。介绍同一条证据链贯穿文献、申报与结题：每个结论能定位输入，每个文件能重新生成。课前尚无真实问卷数据，不报告使用率。请学员带着一个实际任务听课，最后用同一套验收问题判断其是否能交给AI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教学目标：科研责任与 AI 使用披露</a:t>
            </a:r>
          </a:p>
          <a:p xmlns:a="http://schemas.openxmlformats.org/drawingml/2006/main">
            <a:r>
              <a:t>讲解预算：300秒</a:t>
            </a:r>
          </a:p>
          <a:p xmlns:a="http://schemas.openxmlformats.org/drawingml/2006/main">
            <a:r>
              <a:t>来源为Nature Portfolio当前AI政策网页，检索日期2026-10-16，页面未显示明确更新时间，不把检索日期写成政策发布日期。现行网页按风险和责任说明使用边界。本页是中文归纳，不是逐字政策。Science页面访问403，不能把Nature条款套给Science。投稿前逐刊查看作者指南并保留日期快照。课堂判断：如果AI改了结论的力度或补了不存在的引文，即使语句通顺也应退回作者审核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教学目标：提示词五步落实为可验收任务</a:t>
            </a:r>
          </a:p>
          <a:p xmlns:a="http://schemas.openxmlformats.org/drawingml/2006/main">
            <a:r>
              <a:t>讲解预算：471秒</a:t>
            </a:r>
          </a:p>
          <a:p xmlns:a="http://schemas.openxmlformats.org/drawingml/2006/main">
            <a:r>
              <a:t>客户原稿五步为角色设定、任务拆解、约束条件、输出格式、迭代优化。角色设定之后，还要写清交付内容和检查办法。让学员指出请求中哪些条件可机器检查：表头、篇数、来源定位。哪些仍需专家：方法是否恰当、局限是否充分。随后故意删去“仅用附件”，解释模型可能以背景知识补全而失去证据可追溯性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教学目标：Agent、Workflow、Skill 与 MCP 的关系</a:t>
            </a:r>
          </a:p>
          <a:p xmlns:a="http://schemas.openxmlformats.org/drawingml/2006/main">
            <a:r>
              <a:t>讲解预算：538秒</a:t>
            </a:r>
          </a:p>
          <a:p xmlns:a="http://schemas.openxmlformats.org/drawingml/2006/main">
            <a:r>
              <a:t>Agentic AI描述具有一定自主性的系统设计或行为，不是某个产品的同义词。Workflow也可调用Agent，Agent也可以选择Skill，并通过MCP使用工具。固定脚本顺序执行不自动等于自主Agent。ChatGPT和Codex在这里是两种典型工作方式，二者都可能具备工具和自动执行能力。图中箭头表示调用关系，不代表所有产品都必须采用MCP。让学员判断：一个无工具的论文聊天请求属于哪一层？一个带人工审核的Word生成脚本属于哪一层？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https://modelcontextprotocol.io/docs/getting-started/intro</a:t>
            </a:r>
          </a:p>
          <a:p xmlns:a="http://schemas.openxmlformats.org/drawingml/2006/main">
            <a:r>
              <a:t>https://agentskills.io/what-are-skills</a:t>
            </a:r>
          </a:p>
          <a:p xmlns:a="http://schemas.openxmlformats.org/drawingml/2006/main">
            <a:r>
              <a:t>https://developers.openai.com/codex/skills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教学目标：本地与云端共用契约，执行边界不同</a:t>
            </a:r>
          </a:p>
          <a:p xmlns:a="http://schemas.openxmlformats.org/drawingml/2006/main">
            <a:r>
              <a:t>讲解预算：538秒</a:t>
            </a:r>
          </a:p>
          <a:p xmlns:a="http://schemas.openxmlformats.org/drawingml/2006/main">
            <a:r>
              <a:t>这是架构设计和本地执行边界图，图中云端步骤不代表已部署。Worker本身不是通用Python服务器，长任务、Office解析和代码执行需要合适的隔离服务。模型只生成候选内容；服务负责真实文件操作；研究者负责关键科研判断。后续演示检查本地实际文件，云端未联调时用接口契约说明，不能展示假成功界面。失败时把状态写为failed并保留可重试输入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https://platform.minimax.io/docs/api-reference/text-openai-api</a:t>
            </a:r>
          </a:p>
          <a:p xmlns:a="http://schemas.openxmlformats.org/drawingml/2006/main">
            <a:r>
              <a:t>https://developers.openai.com/codex/skills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教学目标：文献核验从出版记录走到正文证据</a:t>
            </a:r>
          </a:p>
          <a:p xmlns:a="http://schemas.openxmlformats.org/drawingml/2006/main">
            <a:r>
              <a:t>讲解预算：428秒</a:t>
            </a:r>
          </a:p>
          <a:p xmlns:a="http://schemas.openxmlformats.org/drawingml/2006/main">
            <a:r>
              <a:t>打开出版网页，核对题名、作者、日期和DOI，再定位Figure1及Field methods。图显示岛屿采样背景，不能由地图推断随机抽样或普遍代表性。本文还有稳定同位素等变量，简化的penguins.csv不包含所有原文分析数据。教学中将真实论文与其公开简化数据区分，避免拿CSV能复算的均值冒充整篇论文复现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https://www.crossref.org/documentation/retrieve-metadata/rest-api/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教学目标：真实论文图要连同变量和图注一起读</a:t>
            </a:r>
          </a:p>
          <a:p xmlns:a="http://schemas.openxmlformats.org/drawingml/2006/main">
            <a:r>
              <a:t>讲解预算：374秒</a:t>
            </a:r>
          </a:p>
          <a:p xmlns:a="http://schemas.openxmlformats.org/drawingml/2006/main">
            <a:r>
              <a:t>展示Gorman等2014 Figure3原图，图形未经生成式重绘。请学员首先读图注，定位不同panel对应的测量，再用正文确认误差与比较。讲师不能凭图像外观推导未给出的p值。保存图像与原文链接，引用作者及CC BY许可。公开简化CSV并不包含整篇文章的所有分析变量，后面的课堂描述统计不是该图的精确重现。 原文Figure3图注明确误差为1 SE，两个同位素分析样本量分别127和128。图中2008年的氮同位素均值较低，正式解释需结合Table4与正文模型。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https://journals.plos.org/plosone/article?id=10.1371/journal.pone.0090081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教学目标：公开观测数据支持描述，不直接证明因果</a:t>
            </a:r>
          </a:p>
          <a:p xmlns:a="http://schemas.openxmlformats.org/drawingml/2006/main">
            <a:r>
              <a:t>讲解预算：428秒</a:t>
            </a:r>
          </a:p>
          <a:p xmlns:a="http://schemas.openxmlformats.org/drawingml/2006/main">
            <a:r>
              <a:t>图由本地脚本直接读取CC0的penguins.csv，导出的PowerPoint散点图保留可编辑数值。未拟合回归线，不汇报未经计算的显著性。先问坐标和单位，再看全体趋势是否主要由物种间差异驱动。研究设计决定推断边界，漂亮的拟合线不能修复混杂。随机种子不适用，因为该图没有重采样和随机操作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教学目标：统计报告要同时说明估计量和不确定性</a:t>
            </a:r>
          </a:p>
          <a:p xmlns:a="http://schemas.openxmlformats.org/drawingml/2006/main">
            <a:r>
              <a:t>讲解预算：374秒</a:t>
            </a:r>
          </a:p>
          <a:p xmlns:a="http://schemas.openxmlformats.org/drawingml/2006/main">
            <a:r>
              <a:t>所有数字由Python标准库对公开数据复算。SD描述个体离散程度，SE描述估计量的抽样变动，置信区间需要明确抽样模型与独立性假设。不能把SD误称为95%CI，也不能用均值差直接推出统计显著或因果作用。这里不运行t检验，因为本页目的为描述性报告。后续研究可在明确采样和分层结构后选择模型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https://docs.scipy.org/doc/scipy/reference/generated/scipy.stats.ttest_ind.html</a:t>
            </a:r>
          </a:p>
          <a:p xmlns:a="http://schemas.openxmlformats.org/drawingml/2006/main">
            <a:r>
              <a:t>材料属性：public source + teaching 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教学目标：Humanizer 修订必须锁住数字和限定条件</a:t>
            </a:r>
          </a:p>
          <a:p xmlns:a="http://schemas.openxmlformats.org/drawingml/2006/main">
            <a:r>
              <a:t>讲解预算：320秒</a:t>
            </a:r>
          </a:p>
          <a:p xmlns:a="http://schemas.openxmlformats.org/drawingml/2006/main">
            <a:r>
              <a:t>这一段完全是教学模拟，不是客户研究或真实实验结果。先提取数字、术语、比较方向和限制作为不可变事实，再修改叙述。修订不能把“相关”改成“导致”，也不能把探索性分析写成预注册结论。该流程用于学术表达与逻辑审阅，不用于规避AI检测。修订后逐项比较事实锁，并由领域作者确认表述是否准确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教学目标：目标与指标需要双向对应</a:t>
            </a:r>
          </a:p>
          <a:p xmlns:a="http://schemas.openxmlformats.org/drawingml/2006/main">
            <a:r>
              <a:t>讲解预算：400秒</a:t>
            </a:r>
          </a:p>
          <a:p xmlns:a="http://schemas.openxmlformats.org/drawingml/2006/main">
            <a:r>
              <a:t>模拟指南编号TEACH-GRANT-01。指标是计划要求，不是已达成结果。本页不填凭空设定的召回提升百分比。双向核验：每个要求至少对应一项内容和产物；每项承诺都能回到指南或科学问题。研究基础缺失时不能把公开数据的可下载性写成团队前期成果。让学员找出如果删去筛选记录后，哪些指标无法验收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教学目标：交底书先收集可实施的技术事实</a:t>
            </a:r>
          </a:p>
          <a:p xmlns:a="http://schemas.openxmlformats.org/drawingml/2006/main">
            <a:r>
              <a:t>讲解预算：360秒</a:t>
            </a:r>
          </a:p>
          <a:p xmlns:a="http://schemas.openxmlformats.org/drawingml/2006/main">
            <a:r>
              <a:t>本案例完全为教学模拟，未声称具备新颖性或创造性。交底书首先让专业人员能够理解并实施方案。发明人一句“效果好”不能自动扩写成准确率或温度范围。区分已知事实、待确认参数和效果证据。专业专利法律判断需在正式申请流程中完成，本工具不代替检索和代理人审查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本课程原创教学模拟 / 分析框架</a:t>
            </a:r>
          </a:p>
          <a:p xmlns:a="http://schemas.openxmlformats.org/drawingml/2006/main">
            <a:r>
              <a:t>材料属性：teaching simulation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8a6eed61641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3a93d41ac44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f7ac88ebe43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c1ea216494f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dd7af0caf43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9d881dd2049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69B168-8204-4D41-B940-9D31D11BB8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3D861F-CFE3-4B45-A94F-4CD5A44B17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F78F67-08F7-4C6E-A64D-3CCC291529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62F4A9-D0F7-411F-B830-E38716CC3C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C97C7F-7003-4CED-B820-806C2B2759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1785F8-02F3-45CD-8640-B48F11D097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B857D6-21EE-4771-9D7B-A27AA8856E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93992D-48DC-4251-B433-02F414CB56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AA8154-C3D3-4841-9A7F-5F838E7D8D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35911C-E67F-4B08-A7C7-544790DABF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9f499edf124635" /><Relationship Type="http://schemas.openxmlformats.org/officeDocument/2006/relationships/slideLayout" Target="/ppt/slideLayouts/slideLayout1.xml" Id="R1a53679968d0426d" /><Relationship Type="http://schemas.openxmlformats.org/officeDocument/2006/relationships/slideLayout" Target="/ppt/slideLayouts/slideLayout2.xml" Id="R113c804cf4164e16" /><Relationship Type="http://schemas.openxmlformats.org/officeDocument/2006/relationships/slideLayout" Target="/ppt/slideLayouts/slideLayout3.xml" Id="R4d997855cbee41e0" /><Relationship Type="http://schemas.openxmlformats.org/officeDocument/2006/relationships/slideLayout" Target="/ppt/slideLayouts/slideLayout4.xml" Id="R7524768915774034" /><Relationship Type="http://schemas.openxmlformats.org/officeDocument/2006/relationships/slideLayout" Target="/ppt/slideLayouts/slideLayout5.xml" Id="Raec27e564f934079" /><Relationship Type="http://schemas.openxmlformats.org/officeDocument/2006/relationships/slideLayout" Target="/ppt/slideLayouts/slideLayout6.xml" Id="R2de5df6ba74a41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53679968d0426d"/>
    <p:sldLayoutId xmlns:r="http://schemas.openxmlformats.org/officeDocument/2006/relationships" id="2147483650" r:id="R113c804cf4164e16"/>
    <p:sldLayoutId xmlns:r="http://schemas.openxmlformats.org/officeDocument/2006/relationships" id="2147483651" r:id="R4d997855cbee41e0"/>
    <p:sldLayoutId xmlns:r="http://schemas.openxmlformats.org/officeDocument/2006/relationships" id="2147483652" r:id="R7524768915774034"/>
    <p:sldLayoutId xmlns:r="http://schemas.openxmlformats.org/officeDocument/2006/relationships" id="2147483653" r:id="Raec27e564f934079"/>
    <p:sldLayoutId xmlns:r="http://schemas.openxmlformats.org/officeDocument/2006/relationships" id="2147483654" r:id="R2de5df6ba74a41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aaef6b1637464f" /><Relationship Type="http://schemas.openxmlformats.org/officeDocument/2006/relationships/notesSlide" Target="/ppt/notesSlides/notesSlide1.xml" Id="R7a7e0ea42c754c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eafa44e8da479b" /><Relationship Type="http://schemas.openxmlformats.org/officeDocument/2006/relationships/notesSlide" Target="/ppt/notesSlides/notesSlide2.xml" Id="Ra64f899f9e5143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aadffdbe9348b9" /><Relationship Type="http://schemas.openxmlformats.org/officeDocument/2006/relationships/notesSlide" Target="/ppt/notesSlides/notesSlide3.xml" Id="Rf8d5acc8d8fc4e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d19775c65b4338" /><Relationship Type="http://schemas.openxmlformats.org/officeDocument/2006/relationships/notesSlide" Target="/ppt/notesSlides/notesSlide4.xml" Id="Re32220722f3e45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e2c81d2c434c03" /><Relationship Type="http://schemas.openxmlformats.org/officeDocument/2006/relationships/notesSlide" Target="/ppt/notesSlides/notesSlide5.xml" Id="Rb786476d6da640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b93244ac934539" /><Relationship Type="http://schemas.openxmlformats.org/officeDocument/2006/relationships/image" Target="/ppt/media/image.png" Id="R858ed86f01384152" /><Relationship Type="http://schemas.openxmlformats.org/officeDocument/2006/relationships/notesSlide" Target="/ppt/notesSlides/notesSlide6.xml" Id="R1ba81907f66d4d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8984dba4234823" /><Relationship Type="http://schemas.openxmlformats.org/officeDocument/2006/relationships/image" Target="/ppt/media/image2.png" Id="R78bf1d6baaad4a02" /><Relationship Type="http://schemas.openxmlformats.org/officeDocument/2006/relationships/notesSlide" Target="/ppt/notesSlides/notesSlide7.xml" Id="R52fa20a5c90945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3b0145c83a4ab4" /><Relationship Type="http://schemas.openxmlformats.org/officeDocument/2006/relationships/chart" Target="/ppt/slides/charts/chart1.xml" Id="R01103548f98546d8" /><Relationship Type="http://schemas.openxmlformats.org/officeDocument/2006/relationships/notesSlide" Target="/ppt/notesSlides/notesSlide8.xml" Id="R0cd4619294344a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7f7659aa84928" /><Relationship Type="http://schemas.openxmlformats.org/officeDocument/2006/relationships/notesSlide" Target="/ppt/notesSlides/notesSlide9.xml" Id="R6b276d3f8cba49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fb5ede0f6847d7" /><Relationship Type="http://schemas.openxmlformats.org/officeDocument/2006/relationships/notesSlide" Target="/ppt/notesSlides/notesSlide10.xml" Id="R9ca624c88e864f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ae33ba44db4049" /><Relationship Type="http://schemas.openxmlformats.org/officeDocument/2006/relationships/notesSlide" Target="/ppt/notesSlides/notesSlide11.xml" Id="Re7a4a9b776234e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4724144c4c4ef8" /><Relationship Type="http://schemas.openxmlformats.org/officeDocument/2006/relationships/notesSlide" Target="/ppt/notesSlides/notesSlide12.xml" Id="Rbb65cfa3b691424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Adelie</c:v>
          </c:tx>
          <c:spPr>
            <a:solidFill xmlns:a="http://schemas.openxmlformats.org/drawingml/2006/main">
              <a:srgbClr val="235F85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235F85"/>
              </a:solidFill>
            </c:spPr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181</c:v>
                </c:pt>
                <c:pt idx="1">
                  <c:v>186</c:v>
                </c:pt>
                <c:pt idx="2">
                  <c:v>195</c:v>
                </c:pt>
                <c:pt idx="3">
                  <c:v>193</c:v>
                </c:pt>
                <c:pt idx="4">
                  <c:v>190</c:v>
                </c:pt>
                <c:pt idx="5">
                  <c:v>181</c:v>
                </c:pt>
                <c:pt idx="6">
                  <c:v>195</c:v>
                </c:pt>
                <c:pt idx="7">
                  <c:v>193</c:v>
                </c:pt>
                <c:pt idx="8">
                  <c:v>190</c:v>
                </c:pt>
                <c:pt idx="9">
                  <c:v>186</c:v>
                </c:pt>
                <c:pt idx="10">
                  <c:v>180</c:v>
                </c:pt>
                <c:pt idx="11">
                  <c:v>182</c:v>
                </c:pt>
                <c:pt idx="12">
                  <c:v>191</c:v>
                </c:pt>
                <c:pt idx="13">
                  <c:v>198</c:v>
                </c:pt>
                <c:pt idx="14">
                  <c:v>185</c:v>
                </c:pt>
                <c:pt idx="15">
                  <c:v>195</c:v>
                </c:pt>
                <c:pt idx="16">
                  <c:v>197</c:v>
                </c:pt>
                <c:pt idx="17">
                  <c:v>184</c:v>
                </c:pt>
                <c:pt idx="18">
                  <c:v>194</c:v>
                </c:pt>
                <c:pt idx="19">
                  <c:v>174</c:v>
                </c:pt>
                <c:pt idx="20">
                  <c:v>180</c:v>
                </c:pt>
                <c:pt idx="21">
                  <c:v>189</c:v>
                </c:pt>
                <c:pt idx="22">
                  <c:v>185</c:v>
                </c:pt>
                <c:pt idx="23">
                  <c:v>180</c:v>
                </c:pt>
                <c:pt idx="24">
                  <c:v>187</c:v>
                </c:pt>
                <c:pt idx="25">
                  <c:v>183</c:v>
                </c:pt>
                <c:pt idx="26">
                  <c:v>187</c:v>
                </c:pt>
                <c:pt idx="27">
                  <c:v>172</c:v>
                </c:pt>
                <c:pt idx="28">
                  <c:v>180</c:v>
                </c:pt>
                <c:pt idx="29">
                  <c:v>178</c:v>
                </c:pt>
                <c:pt idx="30">
                  <c:v>178</c:v>
                </c:pt>
                <c:pt idx="31">
                  <c:v>188</c:v>
                </c:pt>
                <c:pt idx="32">
                  <c:v>184</c:v>
                </c:pt>
                <c:pt idx="33">
                  <c:v>195</c:v>
                </c:pt>
                <c:pt idx="34">
                  <c:v>196</c:v>
                </c:pt>
                <c:pt idx="35">
                  <c:v>190</c:v>
                </c:pt>
                <c:pt idx="36">
                  <c:v>180</c:v>
                </c:pt>
                <c:pt idx="37">
                  <c:v>181</c:v>
                </c:pt>
                <c:pt idx="38">
                  <c:v>184</c:v>
                </c:pt>
                <c:pt idx="39">
                  <c:v>182</c:v>
                </c:pt>
                <c:pt idx="40">
                  <c:v>195</c:v>
                </c:pt>
                <c:pt idx="41">
                  <c:v>186</c:v>
                </c:pt>
                <c:pt idx="42">
                  <c:v>196</c:v>
                </c:pt>
                <c:pt idx="43">
                  <c:v>185</c:v>
                </c:pt>
                <c:pt idx="44">
                  <c:v>190</c:v>
                </c:pt>
                <c:pt idx="45">
                  <c:v>182</c:v>
                </c:pt>
                <c:pt idx="46">
                  <c:v>179</c:v>
                </c:pt>
                <c:pt idx="47">
                  <c:v>190</c:v>
                </c:pt>
                <c:pt idx="48">
                  <c:v>191</c:v>
                </c:pt>
                <c:pt idx="49">
                  <c:v>186</c:v>
                </c:pt>
                <c:pt idx="50">
                  <c:v>188</c:v>
                </c:pt>
                <c:pt idx="51">
                  <c:v>190</c:v>
                </c:pt>
                <c:pt idx="52">
                  <c:v>200</c:v>
                </c:pt>
                <c:pt idx="53">
                  <c:v>187</c:v>
                </c:pt>
                <c:pt idx="54">
                  <c:v>191</c:v>
                </c:pt>
                <c:pt idx="55">
                  <c:v>186</c:v>
                </c:pt>
                <c:pt idx="56">
                  <c:v>193</c:v>
                </c:pt>
                <c:pt idx="57">
                  <c:v>181</c:v>
                </c:pt>
                <c:pt idx="58">
                  <c:v>194</c:v>
                </c:pt>
                <c:pt idx="59">
                  <c:v>185</c:v>
                </c:pt>
                <c:pt idx="60">
                  <c:v>195</c:v>
                </c:pt>
                <c:pt idx="61">
                  <c:v>185</c:v>
                </c:pt>
                <c:pt idx="62">
                  <c:v>192</c:v>
                </c:pt>
                <c:pt idx="63">
                  <c:v>184</c:v>
                </c:pt>
                <c:pt idx="64">
                  <c:v>192</c:v>
                </c:pt>
                <c:pt idx="65">
                  <c:v>195</c:v>
                </c:pt>
                <c:pt idx="66">
                  <c:v>188</c:v>
                </c:pt>
                <c:pt idx="67">
                  <c:v>190</c:v>
                </c:pt>
                <c:pt idx="68">
                  <c:v>198</c:v>
                </c:pt>
                <c:pt idx="69">
                  <c:v>190</c:v>
                </c:pt>
                <c:pt idx="70">
                  <c:v>190</c:v>
                </c:pt>
                <c:pt idx="71">
                  <c:v>196</c:v>
                </c:pt>
                <c:pt idx="72">
                  <c:v>197</c:v>
                </c:pt>
                <c:pt idx="73">
                  <c:v>190</c:v>
                </c:pt>
                <c:pt idx="74">
                  <c:v>195</c:v>
                </c:pt>
                <c:pt idx="75">
                  <c:v>191</c:v>
                </c:pt>
                <c:pt idx="76">
                  <c:v>184</c:v>
                </c:pt>
                <c:pt idx="77">
                  <c:v>187</c:v>
                </c:pt>
                <c:pt idx="78">
                  <c:v>195</c:v>
                </c:pt>
                <c:pt idx="79">
                  <c:v>189</c:v>
                </c:pt>
                <c:pt idx="80">
                  <c:v>196</c:v>
                </c:pt>
                <c:pt idx="81">
                  <c:v>187</c:v>
                </c:pt>
                <c:pt idx="82">
                  <c:v>193</c:v>
                </c:pt>
                <c:pt idx="83">
                  <c:v>191</c:v>
                </c:pt>
                <c:pt idx="84">
                  <c:v>194</c:v>
                </c:pt>
                <c:pt idx="85">
                  <c:v>190</c:v>
                </c:pt>
                <c:pt idx="86">
                  <c:v>189</c:v>
                </c:pt>
                <c:pt idx="87">
                  <c:v>189</c:v>
                </c:pt>
                <c:pt idx="88">
                  <c:v>190</c:v>
                </c:pt>
                <c:pt idx="89">
                  <c:v>202</c:v>
                </c:pt>
                <c:pt idx="90">
                  <c:v>205</c:v>
                </c:pt>
                <c:pt idx="91">
                  <c:v>185</c:v>
                </c:pt>
                <c:pt idx="92">
                  <c:v>186</c:v>
                </c:pt>
                <c:pt idx="93">
                  <c:v>187</c:v>
                </c:pt>
                <c:pt idx="94">
                  <c:v>208</c:v>
                </c:pt>
                <c:pt idx="95">
                  <c:v>190</c:v>
                </c:pt>
                <c:pt idx="96">
                  <c:v>196</c:v>
                </c:pt>
                <c:pt idx="97">
                  <c:v>178</c:v>
                </c:pt>
                <c:pt idx="98">
                  <c:v>192</c:v>
                </c:pt>
                <c:pt idx="99">
                  <c:v>192</c:v>
                </c:pt>
                <c:pt idx="100">
                  <c:v>203</c:v>
                </c:pt>
                <c:pt idx="101">
                  <c:v>183</c:v>
                </c:pt>
                <c:pt idx="102">
                  <c:v>190</c:v>
                </c:pt>
                <c:pt idx="103">
                  <c:v>193</c:v>
                </c:pt>
                <c:pt idx="104">
                  <c:v>184</c:v>
                </c:pt>
                <c:pt idx="105">
                  <c:v>199</c:v>
                </c:pt>
                <c:pt idx="106">
                  <c:v>190</c:v>
                </c:pt>
                <c:pt idx="107">
                  <c:v>181</c:v>
                </c:pt>
                <c:pt idx="108">
                  <c:v>197</c:v>
                </c:pt>
                <c:pt idx="109">
                  <c:v>198</c:v>
                </c:pt>
                <c:pt idx="110">
                  <c:v>191</c:v>
                </c:pt>
                <c:pt idx="111">
                  <c:v>193</c:v>
                </c:pt>
                <c:pt idx="112">
                  <c:v>197</c:v>
                </c:pt>
                <c:pt idx="113">
                  <c:v>191</c:v>
                </c:pt>
                <c:pt idx="114">
                  <c:v>196</c:v>
                </c:pt>
                <c:pt idx="115">
                  <c:v>188</c:v>
                </c:pt>
                <c:pt idx="116">
                  <c:v>199</c:v>
                </c:pt>
                <c:pt idx="117">
                  <c:v>189</c:v>
                </c:pt>
                <c:pt idx="118">
                  <c:v>189</c:v>
                </c:pt>
                <c:pt idx="119">
                  <c:v>187</c:v>
                </c:pt>
                <c:pt idx="120">
                  <c:v>198</c:v>
                </c:pt>
                <c:pt idx="121">
                  <c:v>176</c:v>
                </c:pt>
                <c:pt idx="122">
                  <c:v>202</c:v>
                </c:pt>
                <c:pt idx="123">
                  <c:v>186</c:v>
                </c:pt>
                <c:pt idx="124">
                  <c:v>199</c:v>
                </c:pt>
                <c:pt idx="125">
                  <c:v>191</c:v>
                </c:pt>
                <c:pt idx="126">
                  <c:v>195</c:v>
                </c:pt>
                <c:pt idx="127">
                  <c:v>191</c:v>
                </c:pt>
                <c:pt idx="128">
                  <c:v>210</c:v>
                </c:pt>
                <c:pt idx="129">
                  <c:v>190</c:v>
                </c:pt>
                <c:pt idx="130">
                  <c:v>197</c:v>
                </c:pt>
                <c:pt idx="131">
                  <c:v>193</c:v>
                </c:pt>
                <c:pt idx="132">
                  <c:v>199</c:v>
                </c:pt>
                <c:pt idx="133">
                  <c:v>187</c:v>
                </c:pt>
                <c:pt idx="134">
                  <c:v>190</c:v>
                </c:pt>
                <c:pt idx="135">
                  <c:v>191</c:v>
                </c:pt>
                <c:pt idx="136">
                  <c:v>200</c:v>
                </c:pt>
                <c:pt idx="137">
                  <c:v>185</c:v>
                </c:pt>
                <c:pt idx="138">
                  <c:v>193</c:v>
                </c:pt>
                <c:pt idx="139">
                  <c:v>193</c:v>
                </c:pt>
                <c:pt idx="140">
                  <c:v>187</c:v>
                </c:pt>
                <c:pt idx="141">
                  <c:v>188</c:v>
                </c:pt>
                <c:pt idx="142">
                  <c:v>190</c:v>
                </c:pt>
                <c:pt idx="143">
                  <c:v>192</c:v>
                </c:pt>
                <c:pt idx="144">
                  <c:v>185</c:v>
                </c:pt>
                <c:pt idx="145">
                  <c:v>190</c:v>
                </c:pt>
                <c:pt idx="146">
                  <c:v>184</c:v>
                </c:pt>
                <c:pt idx="147">
                  <c:v>195</c:v>
                </c:pt>
                <c:pt idx="148">
                  <c:v>193</c:v>
                </c:pt>
                <c:pt idx="149">
                  <c:v>187</c:v>
                </c:pt>
                <c:pt idx="150">
                  <c:v>201</c:v>
                </c:pt>
              </c:numCache>
            </c:numRef>
          </c:xVal>
          <c:yVal>
            <c:numRef>
              <c:f>'Chart Data'!$B$2:$B$152</c:f>
              <c:numCache>
                <c:formatCode>General</c:formatCode>
                <c:ptCount val="151"/>
                <c:pt idx="0">
                  <c:v>3750</c:v>
                </c:pt>
                <c:pt idx="1">
                  <c:v>3800</c:v>
                </c:pt>
                <c:pt idx="2">
                  <c:v>3250</c:v>
                </c:pt>
                <c:pt idx="3">
                  <c:v>3450</c:v>
                </c:pt>
                <c:pt idx="4">
                  <c:v>3650</c:v>
                </c:pt>
                <c:pt idx="5">
                  <c:v>3625</c:v>
                </c:pt>
                <c:pt idx="6">
                  <c:v>4675</c:v>
                </c:pt>
                <c:pt idx="7">
                  <c:v>3475</c:v>
                </c:pt>
                <c:pt idx="8">
                  <c:v>4250</c:v>
                </c:pt>
                <c:pt idx="9">
                  <c:v>3300</c:v>
                </c:pt>
                <c:pt idx="10">
                  <c:v>3700</c:v>
                </c:pt>
                <c:pt idx="11">
                  <c:v>3200</c:v>
                </c:pt>
                <c:pt idx="12">
                  <c:v>3800</c:v>
                </c:pt>
                <c:pt idx="13">
                  <c:v>4400</c:v>
                </c:pt>
                <c:pt idx="14">
                  <c:v>3700</c:v>
                </c:pt>
                <c:pt idx="15">
                  <c:v>3450</c:v>
                </c:pt>
                <c:pt idx="16">
                  <c:v>4500</c:v>
                </c:pt>
                <c:pt idx="17">
                  <c:v>3325</c:v>
                </c:pt>
                <c:pt idx="18">
                  <c:v>4200</c:v>
                </c:pt>
                <c:pt idx="19">
                  <c:v>3400</c:v>
                </c:pt>
                <c:pt idx="20">
                  <c:v>3600</c:v>
                </c:pt>
                <c:pt idx="21">
                  <c:v>3800</c:v>
                </c:pt>
                <c:pt idx="22">
                  <c:v>3950</c:v>
                </c:pt>
                <c:pt idx="23">
                  <c:v>3800</c:v>
                </c:pt>
                <c:pt idx="24">
                  <c:v>3800</c:v>
                </c:pt>
                <c:pt idx="25">
                  <c:v>3550</c:v>
                </c:pt>
                <c:pt idx="26">
                  <c:v>3200</c:v>
                </c:pt>
                <c:pt idx="27">
                  <c:v>3150</c:v>
                </c:pt>
                <c:pt idx="28">
                  <c:v>3950</c:v>
                </c:pt>
                <c:pt idx="29">
                  <c:v>3250</c:v>
                </c:pt>
                <c:pt idx="30">
                  <c:v>3900</c:v>
                </c:pt>
                <c:pt idx="31">
                  <c:v>3300</c:v>
                </c:pt>
                <c:pt idx="32">
                  <c:v>3900</c:v>
                </c:pt>
                <c:pt idx="33">
                  <c:v>3325</c:v>
                </c:pt>
                <c:pt idx="34">
                  <c:v>4150</c:v>
                </c:pt>
                <c:pt idx="35">
                  <c:v>3950</c:v>
                </c:pt>
                <c:pt idx="36">
                  <c:v>3550</c:v>
                </c:pt>
                <c:pt idx="37">
                  <c:v>3300</c:v>
                </c:pt>
                <c:pt idx="38">
                  <c:v>4650</c:v>
                </c:pt>
                <c:pt idx="39">
                  <c:v>3150</c:v>
                </c:pt>
                <c:pt idx="40">
                  <c:v>3900</c:v>
                </c:pt>
                <c:pt idx="41">
                  <c:v>3100</c:v>
                </c:pt>
                <c:pt idx="42">
                  <c:v>4400</c:v>
                </c:pt>
                <c:pt idx="43">
                  <c:v>3000</c:v>
                </c:pt>
                <c:pt idx="44">
                  <c:v>4600</c:v>
                </c:pt>
                <c:pt idx="45">
                  <c:v>3425</c:v>
                </c:pt>
                <c:pt idx="46">
                  <c:v>2975</c:v>
                </c:pt>
                <c:pt idx="47">
                  <c:v>3450</c:v>
                </c:pt>
                <c:pt idx="48">
                  <c:v>4150</c:v>
                </c:pt>
                <c:pt idx="49">
                  <c:v>3500</c:v>
                </c:pt>
                <c:pt idx="50">
                  <c:v>4300</c:v>
                </c:pt>
                <c:pt idx="51">
                  <c:v>3450</c:v>
                </c:pt>
                <c:pt idx="52">
                  <c:v>4050</c:v>
                </c:pt>
                <c:pt idx="53">
                  <c:v>2900</c:v>
                </c:pt>
                <c:pt idx="54">
                  <c:v>3700</c:v>
                </c:pt>
                <c:pt idx="55">
                  <c:v>3550</c:v>
                </c:pt>
                <c:pt idx="56">
                  <c:v>3800</c:v>
                </c:pt>
                <c:pt idx="57">
                  <c:v>2850</c:v>
                </c:pt>
                <c:pt idx="58">
                  <c:v>3750</c:v>
                </c:pt>
                <c:pt idx="59">
                  <c:v>3150</c:v>
                </c:pt>
                <c:pt idx="60">
                  <c:v>4400</c:v>
                </c:pt>
                <c:pt idx="61">
                  <c:v>3600</c:v>
                </c:pt>
                <c:pt idx="62">
                  <c:v>4050</c:v>
                </c:pt>
                <c:pt idx="63">
                  <c:v>2850</c:v>
                </c:pt>
                <c:pt idx="64">
                  <c:v>3950</c:v>
                </c:pt>
                <c:pt idx="65">
                  <c:v>3350</c:v>
                </c:pt>
                <c:pt idx="66">
                  <c:v>4100</c:v>
                </c:pt>
                <c:pt idx="67">
                  <c:v>3050</c:v>
                </c:pt>
                <c:pt idx="68">
                  <c:v>4450</c:v>
                </c:pt>
                <c:pt idx="69">
                  <c:v>3600</c:v>
                </c:pt>
                <c:pt idx="70">
                  <c:v>3900</c:v>
                </c:pt>
                <c:pt idx="71">
                  <c:v>3550</c:v>
                </c:pt>
                <c:pt idx="72">
                  <c:v>4150</c:v>
                </c:pt>
                <c:pt idx="73">
                  <c:v>3700</c:v>
                </c:pt>
                <c:pt idx="74">
                  <c:v>4250</c:v>
                </c:pt>
                <c:pt idx="75">
                  <c:v>3700</c:v>
                </c:pt>
                <c:pt idx="76">
                  <c:v>3900</c:v>
                </c:pt>
                <c:pt idx="77">
                  <c:v>3550</c:v>
                </c:pt>
                <c:pt idx="78">
                  <c:v>4000</c:v>
                </c:pt>
                <c:pt idx="79">
                  <c:v>3200</c:v>
                </c:pt>
                <c:pt idx="80">
                  <c:v>4700</c:v>
                </c:pt>
                <c:pt idx="81">
                  <c:v>3800</c:v>
                </c:pt>
                <c:pt idx="82">
                  <c:v>4200</c:v>
                </c:pt>
                <c:pt idx="83">
                  <c:v>3350</c:v>
                </c:pt>
                <c:pt idx="84">
                  <c:v>3550</c:v>
                </c:pt>
                <c:pt idx="85">
                  <c:v>3800</c:v>
                </c:pt>
                <c:pt idx="86">
                  <c:v>3500</c:v>
                </c:pt>
                <c:pt idx="87">
                  <c:v>3950</c:v>
                </c:pt>
                <c:pt idx="88">
                  <c:v>3600</c:v>
                </c:pt>
                <c:pt idx="89">
                  <c:v>3550</c:v>
                </c:pt>
                <c:pt idx="90">
                  <c:v>4300</c:v>
                </c:pt>
                <c:pt idx="91">
                  <c:v>3400</c:v>
                </c:pt>
                <c:pt idx="92">
                  <c:v>4450</c:v>
                </c:pt>
                <c:pt idx="93">
                  <c:v>3300</c:v>
                </c:pt>
                <c:pt idx="94">
                  <c:v>4300</c:v>
                </c:pt>
                <c:pt idx="95">
                  <c:v>3700</c:v>
                </c:pt>
                <c:pt idx="96">
                  <c:v>4350</c:v>
                </c:pt>
                <c:pt idx="97">
                  <c:v>2900</c:v>
                </c:pt>
                <c:pt idx="98">
                  <c:v>4100</c:v>
                </c:pt>
                <c:pt idx="99">
                  <c:v>3725</c:v>
                </c:pt>
                <c:pt idx="100">
                  <c:v>4725</c:v>
                </c:pt>
                <c:pt idx="101">
                  <c:v>3075</c:v>
                </c:pt>
                <c:pt idx="102">
                  <c:v>4250</c:v>
                </c:pt>
                <c:pt idx="103">
                  <c:v>2925</c:v>
                </c:pt>
                <c:pt idx="104">
                  <c:v>3550</c:v>
                </c:pt>
                <c:pt idx="105">
                  <c:v>3750</c:v>
                </c:pt>
                <c:pt idx="106">
                  <c:v>3900</c:v>
                </c:pt>
                <c:pt idx="107">
                  <c:v>3175</c:v>
                </c:pt>
                <c:pt idx="108">
                  <c:v>4775</c:v>
                </c:pt>
                <c:pt idx="109">
                  <c:v>3825</c:v>
                </c:pt>
                <c:pt idx="110">
                  <c:v>4600</c:v>
                </c:pt>
                <c:pt idx="111">
                  <c:v>3200</c:v>
                </c:pt>
                <c:pt idx="112">
                  <c:v>4275</c:v>
                </c:pt>
                <c:pt idx="113">
                  <c:v>3900</c:v>
                </c:pt>
                <c:pt idx="114">
                  <c:v>4075</c:v>
                </c:pt>
                <c:pt idx="115">
                  <c:v>2900</c:v>
                </c:pt>
                <c:pt idx="116">
                  <c:v>3775</c:v>
                </c:pt>
                <c:pt idx="117">
                  <c:v>3350</c:v>
                </c:pt>
                <c:pt idx="118">
                  <c:v>3325</c:v>
                </c:pt>
                <c:pt idx="119">
                  <c:v>3150</c:v>
                </c:pt>
                <c:pt idx="120">
                  <c:v>3500</c:v>
                </c:pt>
                <c:pt idx="121">
                  <c:v>3450</c:v>
                </c:pt>
                <c:pt idx="122">
                  <c:v>3875</c:v>
                </c:pt>
                <c:pt idx="123">
                  <c:v>3050</c:v>
                </c:pt>
                <c:pt idx="124">
                  <c:v>4000</c:v>
                </c:pt>
                <c:pt idx="125">
                  <c:v>3275</c:v>
                </c:pt>
                <c:pt idx="126">
                  <c:v>4300</c:v>
                </c:pt>
                <c:pt idx="127">
                  <c:v>3050</c:v>
                </c:pt>
                <c:pt idx="128">
                  <c:v>4000</c:v>
                </c:pt>
                <c:pt idx="129">
                  <c:v>3325</c:v>
                </c:pt>
                <c:pt idx="130">
                  <c:v>3500</c:v>
                </c:pt>
                <c:pt idx="131">
                  <c:v>3500</c:v>
                </c:pt>
                <c:pt idx="132">
                  <c:v>4475</c:v>
                </c:pt>
                <c:pt idx="133">
                  <c:v>3425</c:v>
                </c:pt>
                <c:pt idx="134">
                  <c:v>3900</c:v>
                </c:pt>
                <c:pt idx="135">
                  <c:v>3175</c:v>
                </c:pt>
                <c:pt idx="136">
                  <c:v>3975</c:v>
                </c:pt>
                <c:pt idx="137">
                  <c:v>3400</c:v>
                </c:pt>
                <c:pt idx="138">
                  <c:v>4250</c:v>
                </c:pt>
                <c:pt idx="139">
                  <c:v>3400</c:v>
                </c:pt>
                <c:pt idx="140">
                  <c:v>3475</c:v>
                </c:pt>
                <c:pt idx="141">
                  <c:v>3050</c:v>
                </c:pt>
                <c:pt idx="142">
                  <c:v>3725</c:v>
                </c:pt>
                <c:pt idx="143">
                  <c:v>3000</c:v>
                </c:pt>
                <c:pt idx="144">
                  <c:v>3650</c:v>
                </c:pt>
                <c:pt idx="145">
                  <c:v>4250</c:v>
                </c:pt>
                <c:pt idx="146">
                  <c:v>3475</c:v>
                </c:pt>
                <c:pt idx="147">
                  <c:v>3450</c:v>
                </c:pt>
                <c:pt idx="148">
                  <c:v>3750</c:v>
                </c:pt>
                <c:pt idx="149">
                  <c:v>3700</c:v>
                </c:pt>
                <c:pt idx="150">
                  <c:v>4000</c:v>
                </c:pt>
              </c:numCache>
            </c:numRef>
          </c:yVal>
        </c:ser>
        <c:ser>
          <c:idx val="1"/>
          <c:order val="1"/>
          <c:tx>
            <c:v>Chinstrap</c:v>
          </c:tx>
          <c:spPr>
            <a:solidFill xmlns:a="http://schemas.openxmlformats.org/drawingml/2006/main">
              <a:srgbClr val="A55B36"/>
            </a:solidFill>
            <a:ln xmlns:a="http://schemas.openxmlformats.org/drawingml/2006/main" w="0">
              <a:noFill/>
            </a:ln>
          </c:spPr>
          <c:marker>
            <c:symbol val="triangle"/>
            <c:size val="6"/>
            <c:spPr>
              <a:solidFill xmlns:a="http://schemas.openxmlformats.org/drawingml/2006/main">
                <a:srgbClr val="A55B36"/>
              </a:solidFill>
            </c:spPr>
          </c:marker>
          <c:xVal>
            <c:numRef>
              <c:f>'Chart Data'!$C$2:$C$69</c:f>
              <c:numCache>
                <c:formatCode>General</c:formatCode>
                <c:ptCount val="68"/>
                <c:pt idx="0">
                  <c:v>192</c:v>
                </c:pt>
                <c:pt idx="1">
                  <c:v>196</c:v>
                </c:pt>
                <c:pt idx="2">
                  <c:v>193</c:v>
                </c:pt>
                <c:pt idx="3">
                  <c:v>188</c:v>
                </c:pt>
                <c:pt idx="4">
                  <c:v>197</c:v>
                </c:pt>
                <c:pt idx="5">
                  <c:v>198</c:v>
                </c:pt>
                <c:pt idx="6">
                  <c:v>178</c:v>
                </c:pt>
                <c:pt idx="7">
                  <c:v>197</c:v>
                </c:pt>
                <c:pt idx="8">
                  <c:v>195</c:v>
                </c:pt>
                <c:pt idx="9">
                  <c:v>198</c:v>
                </c:pt>
                <c:pt idx="10">
                  <c:v>193</c:v>
                </c:pt>
                <c:pt idx="11">
                  <c:v>194</c:v>
                </c:pt>
                <c:pt idx="12">
                  <c:v>185</c:v>
                </c:pt>
                <c:pt idx="13">
                  <c:v>201</c:v>
                </c:pt>
                <c:pt idx="14">
                  <c:v>190</c:v>
                </c:pt>
                <c:pt idx="15">
                  <c:v>201</c:v>
                </c:pt>
                <c:pt idx="16">
                  <c:v>197</c:v>
                </c:pt>
                <c:pt idx="17">
                  <c:v>181</c:v>
                </c:pt>
                <c:pt idx="18">
                  <c:v>190</c:v>
                </c:pt>
                <c:pt idx="19">
                  <c:v>195</c:v>
                </c:pt>
                <c:pt idx="20">
                  <c:v>181</c:v>
                </c:pt>
                <c:pt idx="21">
                  <c:v>191</c:v>
                </c:pt>
                <c:pt idx="22">
                  <c:v>187</c:v>
                </c:pt>
                <c:pt idx="23">
                  <c:v>193</c:v>
                </c:pt>
                <c:pt idx="24">
                  <c:v>195</c:v>
                </c:pt>
                <c:pt idx="25">
                  <c:v>197</c:v>
                </c:pt>
                <c:pt idx="26">
                  <c:v>200</c:v>
                </c:pt>
                <c:pt idx="27">
                  <c:v>200</c:v>
                </c:pt>
                <c:pt idx="28">
                  <c:v>191</c:v>
                </c:pt>
                <c:pt idx="29">
                  <c:v>205</c:v>
                </c:pt>
                <c:pt idx="30">
                  <c:v>187</c:v>
                </c:pt>
                <c:pt idx="31">
                  <c:v>201</c:v>
                </c:pt>
                <c:pt idx="32">
                  <c:v>187</c:v>
                </c:pt>
                <c:pt idx="33">
                  <c:v>203</c:v>
                </c:pt>
                <c:pt idx="34">
                  <c:v>195</c:v>
                </c:pt>
                <c:pt idx="35">
                  <c:v>199</c:v>
                </c:pt>
                <c:pt idx="36">
                  <c:v>195</c:v>
                </c:pt>
                <c:pt idx="37">
                  <c:v>210</c:v>
                </c:pt>
                <c:pt idx="38">
                  <c:v>192</c:v>
                </c:pt>
                <c:pt idx="39">
                  <c:v>205</c:v>
                </c:pt>
                <c:pt idx="40">
                  <c:v>210</c:v>
                </c:pt>
                <c:pt idx="41">
                  <c:v>187</c:v>
                </c:pt>
                <c:pt idx="42">
                  <c:v>196</c:v>
                </c:pt>
                <c:pt idx="43">
                  <c:v>196</c:v>
                </c:pt>
                <c:pt idx="44">
                  <c:v>196</c:v>
                </c:pt>
                <c:pt idx="45">
                  <c:v>201</c:v>
                </c:pt>
                <c:pt idx="46">
                  <c:v>190</c:v>
                </c:pt>
                <c:pt idx="47">
                  <c:v>212</c:v>
                </c:pt>
                <c:pt idx="48">
                  <c:v>187</c:v>
                </c:pt>
                <c:pt idx="49">
                  <c:v>198</c:v>
                </c:pt>
                <c:pt idx="50">
                  <c:v>199</c:v>
                </c:pt>
                <c:pt idx="51">
                  <c:v>201</c:v>
                </c:pt>
                <c:pt idx="52">
                  <c:v>193</c:v>
                </c:pt>
                <c:pt idx="53">
                  <c:v>203</c:v>
                </c:pt>
                <c:pt idx="54">
                  <c:v>187</c:v>
                </c:pt>
                <c:pt idx="55">
                  <c:v>197</c:v>
                </c:pt>
                <c:pt idx="56">
                  <c:v>191</c:v>
                </c:pt>
                <c:pt idx="57">
                  <c:v>203</c:v>
                </c:pt>
                <c:pt idx="58">
                  <c:v>202</c:v>
                </c:pt>
                <c:pt idx="59">
                  <c:v>194</c:v>
                </c:pt>
                <c:pt idx="60">
                  <c:v>206</c:v>
                </c:pt>
                <c:pt idx="61">
                  <c:v>189</c:v>
                </c:pt>
                <c:pt idx="62">
                  <c:v>195</c:v>
                </c:pt>
                <c:pt idx="63">
                  <c:v>207</c:v>
                </c:pt>
                <c:pt idx="64">
                  <c:v>202</c:v>
                </c:pt>
                <c:pt idx="65">
                  <c:v>193</c:v>
                </c:pt>
                <c:pt idx="66">
                  <c:v>210</c:v>
                </c:pt>
                <c:pt idx="67">
                  <c:v>198</c:v>
                </c:pt>
              </c:numCache>
            </c:numRef>
          </c:xVal>
          <c:yVal>
            <c:numRef>
              <c:f>'Chart Data'!$D$2:$D$69</c:f>
              <c:numCache>
                <c:formatCode>General</c:formatCode>
                <c:ptCount val="68"/>
                <c:pt idx="0">
                  <c:v>3500</c:v>
                </c:pt>
                <c:pt idx="1">
                  <c:v>3900</c:v>
                </c:pt>
                <c:pt idx="2">
                  <c:v>3650</c:v>
                </c:pt>
                <c:pt idx="3">
                  <c:v>3525</c:v>
                </c:pt>
                <c:pt idx="4">
                  <c:v>3725</c:v>
                </c:pt>
                <c:pt idx="5">
                  <c:v>3950</c:v>
                </c:pt>
                <c:pt idx="6">
                  <c:v>3250</c:v>
                </c:pt>
                <c:pt idx="7">
                  <c:v>3750</c:v>
                </c:pt>
                <c:pt idx="8">
                  <c:v>4150</c:v>
                </c:pt>
                <c:pt idx="9">
                  <c:v>3700</c:v>
                </c:pt>
                <c:pt idx="10">
                  <c:v>3800</c:v>
                </c:pt>
                <c:pt idx="11">
                  <c:v>3775</c:v>
                </c:pt>
                <c:pt idx="12">
                  <c:v>3700</c:v>
                </c:pt>
                <c:pt idx="13">
                  <c:v>4050</c:v>
                </c:pt>
                <c:pt idx="14">
                  <c:v>3575</c:v>
                </c:pt>
                <c:pt idx="15">
                  <c:v>4050</c:v>
                </c:pt>
                <c:pt idx="16">
                  <c:v>3300</c:v>
                </c:pt>
                <c:pt idx="17">
                  <c:v>3700</c:v>
                </c:pt>
                <c:pt idx="18">
                  <c:v>3450</c:v>
                </c:pt>
                <c:pt idx="19">
                  <c:v>4400</c:v>
                </c:pt>
                <c:pt idx="20">
                  <c:v>3600</c:v>
                </c:pt>
                <c:pt idx="21">
                  <c:v>3400</c:v>
                </c:pt>
                <c:pt idx="22">
                  <c:v>2900</c:v>
                </c:pt>
                <c:pt idx="23">
                  <c:v>3800</c:v>
                </c:pt>
                <c:pt idx="24">
                  <c:v>3300</c:v>
                </c:pt>
                <c:pt idx="25">
                  <c:v>4150</c:v>
                </c:pt>
                <c:pt idx="26">
                  <c:v>3400</c:v>
                </c:pt>
                <c:pt idx="27">
                  <c:v>3800</c:v>
                </c:pt>
                <c:pt idx="28">
                  <c:v>3700</c:v>
                </c:pt>
                <c:pt idx="29">
                  <c:v>4550</c:v>
                </c:pt>
                <c:pt idx="30">
                  <c:v>3200</c:v>
                </c:pt>
                <c:pt idx="31">
                  <c:v>4300</c:v>
                </c:pt>
                <c:pt idx="32">
                  <c:v>3350</c:v>
                </c:pt>
                <c:pt idx="33">
                  <c:v>4100</c:v>
                </c:pt>
                <c:pt idx="34">
                  <c:v>3600</c:v>
                </c:pt>
                <c:pt idx="35">
                  <c:v>3900</c:v>
                </c:pt>
                <c:pt idx="36">
                  <c:v>3850</c:v>
                </c:pt>
                <c:pt idx="37">
                  <c:v>4800</c:v>
                </c:pt>
                <c:pt idx="38">
                  <c:v>2700</c:v>
                </c:pt>
                <c:pt idx="39">
                  <c:v>4500</c:v>
                </c:pt>
                <c:pt idx="40">
                  <c:v>3950</c:v>
                </c:pt>
                <c:pt idx="41">
                  <c:v>3650</c:v>
                </c:pt>
                <c:pt idx="42">
                  <c:v>3550</c:v>
                </c:pt>
                <c:pt idx="43">
                  <c:v>3500</c:v>
                </c:pt>
                <c:pt idx="44">
                  <c:v>3675</c:v>
                </c:pt>
                <c:pt idx="45">
                  <c:v>4450</c:v>
                </c:pt>
                <c:pt idx="46">
                  <c:v>3400</c:v>
                </c:pt>
                <c:pt idx="47">
                  <c:v>4300</c:v>
                </c:pt>
                <c:pt idx="48">
                  <c:v>3250</c:v>
                </c:pt>
                <c:pt idx="49">
                  <c:v>3675</c:v>
                </c:pt>
                <c:pt idx="50">
                  <c:v>3325</c:v>
                </c:pt>
                <c:pt idx="51">
                  <c:v>3950</c:v>
                </c:pt>
                <c:pt idx="52">
                  <c:v>3600</c:v>
                </c:pt>
                <c:pt idx="53">
                  <c:v>4050</c:v>
                </c:pt>
                <c:pt idx="54">
                  <c:v>3350</c:v>
                </c:pt>
                <c:pt idx="55">
                  <c:v>3450</c:v>
                </c:pt>
                <c:pt idx="56">
                  <c:v>3250</c:v>
                </c:pt>
                <c:pt idx="57">
                  <c:v>4050</c:v>
                </c:pt>
                <c:pt idx="58">
                  <c:v>3800</c:v>
                </c:pt>
                <c:pt idx="59">
                  <c:v>3525</c:v>
                </c:pt>
                <c:pt idx="60">
                  <c:v>3950</c:v>
                </c:pt>
                <c:pt idx="61">
                  <c:v>3650</c:v>
                </c:pt>
                <c:pt idx="62">
                  <c:v>3650</c:v>
                </c:pt>
                <c:pt idx="63">
                  <c:v>4000</c:v>
                </c:pt>
                <c:pt idx="64">
                  <c:v>3400</c:v>
                </c:pt>
                <c:pt idx="65">
                  <c:v>3775</c:v>
                </c:pt>
                <c:pt idx="66">
                  <c:v>4100</c:v>
                </c:pt>
                <c:pt idx="67">
                  <c:v>3775</c:v>
                </c:pt>
              </c:numCache>
            </c:numRef>
          </c:yVal>
        </c:ser>
        <c:ser>
          <c:idx val="2"/>
          <c:order val="2"/>
          <c:tx>
            <c:v>Gentoo</c:v>
          </c:tx>
          <c:spPr>
            <a:solidFill xmlns:a="http://schemas.openxmlformats.org/drawingml/2006/main">
              <a:srgbClr val="387A68"/>
            </a:solidFill>
            <a:ln xmlns:a="http://schemas.openxmlformats.org/drawingml/2006/main" w="0">
              <a:noFill/>
            </a:ln>
          </c:spPr>
          <c:marker>
            <c:symbol val="square"/>
            <c:size val="6"/>
            <c:spPr>
              <a:solidFill xmlns:a="http://schemas.openxmlformats.org/drawingml/2006/main">
                <a:srgbClr val="387A68"/>
              </a:solidFill>
            </c:spPr>
          </c:marker>
          <c:xVal>
            <c:numRef>
              <c:f>'Chart Data'!$E$2:$E$124</c:f>
              <c:numCache>
                <c:formatCode>General</c:formatCode>
                <c:ptCount val="123"/>
                <c:pt idx="0">
                  <c:v>211</c:v>
                </c:pt>
                <c:pt idx="1">
                  <c:v>230</c:v>
                </c:pt>
                <c:pt idx="2">
                  <c:v>210</c:v>
                </c:pt>
                <c:pt idx="3">
                  <c:v>218</c:v>
                </c:pt>
                <c:pt idx="4">
                  <c:v>215</c:v>
                </c:pt>
                <c:pt idx="5">
                  <c:v>210</c:v>
                </c:pt>
                <c:pt idx="6">
                  <c:v>211</c:v>
                </c:pt>
                <c:pt idx="7">
                  <c:v>219</c:v>
                </c:pt>
                <c:pt idx="8">
                  <c:v>209</c:v>
                </c:pt>
                <c:pt idx="9">
                  <c:v>215</c:v>
                </c:pt>
                <c:pt idx="10">
                  <c:v>214</c:v>
                </c:pt>
                <c:pt idx="11">
                  <c:v>216</c:v>
                </c:pt>
                <c:pt idx="12">
                  <c:v>214</c:v>
                </c:pt>
                <c:pt idx="13">
                  <c:v>213</c:v>
                </c:pt>
                <c:pt idx="14">
                  <c:v>210</c:v>
                </c:pt>
                <c:pt idx="15">
                  <c:v>217</c:v>
                </c:pt>
                <c:pt idx="16">
                  <c:v>210</c:v>
                </c:pt>
                <c:pt idx="17">
                  <c:v>221</c:v>
                </c:pt>
                <c:pt idx="18">
                  <c:v>209</c:v>
                </c:pt>
                <c:pt idx="19">
                  <c:v>222</c:v>
                </c:pt>
                <c:pt idx="20">
                  <c:v>218</c:v>
                </c:pt>
                <c:pt idx="21">
                  <c:v>215</c:v>
                </c:pt>
                <c:pt idx="22">
                  <c:v>213</c:v>
                </c:pt>
                <c:pt idx="23">
                  <c:v>215</c:v>
                </c:pt>
                <c:pt idx="24">
                  <c:v>215</c:v>
                </c:pt>
                <c:pt idx="25">
                  <c:v>215</c:v>
                </c:pt>
                <c:pt idx="26">
                  <c:v>216</c:v>
                </c:pt>
                <c:pt idx="27">
                  <c:v>215</c:v>
                </c:pt>
                <c:pt idx="28">
                  <c:v>210</c:v>
                </c:pt>
                <c:pt idx="29">
                  <c:v>220</c:v>
                </c:pt>
                <c:pt idx="30">
                  <c:v>222</c:v>
                </c:pt>
                <c:pt idx="31">
                  <c:v>209</c:v>
                </c:pt>
                <c:pt idx="32">
                  <c:v>207</c:v>
                </c:pt>
                <c:pt idx="33">
                  <c:v>230</c:v>
                </c:pt>
                <c:pt idx="34">
                  <c:v>220</c:v>
                </c:pt>
                <c:pt idx="35">
                  <c:v>220</c:v>
                </c:pt>
                <c:pt idx="36">
                  <c:v>213</c:v>
                </c:pt>
                <c:pt idx="37">
                  <c:v>219</c:v>
                </c:pt>
                <c:pt idx="38">
                  <c:v>208</c:v>
                </c:pt>
                <c:pt idx="39">
                  <c:v>208</c:v>
                </c:pt>
                <c:pt idx="40">
                  <c:v>208</c:v>
                </c:pt>
                <c:pt idx="41">
                  <c:v>225</c:v>
                </c:pt>
                <c:pt idx="42">
                  <c:v>210</c:v>
                </c:pt>
                <c:pt idx="43">
                  <c:v>216</c:v>
                </c:pt>
                <c:pt idx="44">
                  <c:v>222</c:v>
                </c:pt>
                <c:pt idx="45">
                  <c:v>217</c:v>
                </c:pt>
                <c:pt idx="46">
                  <c:v>210</c:v>
                </c:pt>
                <c:pt idx="47">
                  <c:v>225</c:v>
                </c:pt>
                <c:pt idx="48">
                  <c:v>213</c:v>
                </c:pt>
                <c:pt idx="49">
                  <c:v>215</c:v>
                </c:pt>
                <c:pt idx="50">
                  <c:v>210</c:v>
                </c:pt>
                <c:pt idx="51">
                  <c:v>220</c:v>
                </c:pt>
                <c:pt idx="52">
                  <c:v>210</c:v>
                </c:pt>
                <c:pt idx="53">
                  <c:v>225</c:v>
                </c:pt>
                <c:pt idx="54">
                  <c:v>217</c:v>
                </c:pt>
                <c:pt idx="55">
                  <c:v>220</c:v>
                </c:pt>
                <c:pt idx="56">
                  <c:v>208</c:v>
                </c:pt>
                <c:pt idx="57">
                  <c:v>220</c:v>
                </c:pt>
                <c:pt idx="58">
                  <c:v>208</c:v>
                </c:pt>
                <c:pt idx="59">
                  <c:v>224</c:v>
                </c:pt>
                <c:pt idx="60">
                  <c:v>208</c:v>
                </c:pt>
                <c:pt idx="61">
                  <c:v>221</c:v>
                </c:pt>
                <c:pt idx="62">
                  <c:v>214</c:v>
                </c:pt>
                <c:pt idx="63">
                  <c:v>231</c:v>
                </c:pt>
                <c:pt idx="64">
                  <c:v>219</c:v>
                </c:pt>
                <c:pt idx="65">
                  <c:v>230</c:v>
                </c:pt>
                <c:pt idx="66">
                  <c:v>214</c:v>
                </c:pt>
                <c:pt idx="67">
                  <c:v>229</c:v>
                </c:pt>
                <c:pt idx="68">
                  <c:v>220</c:v>
                </c:pt>
                <c:pt idx="69">
                  <c:v>223</c:v>
                </c:pt>
                <c:pt idx="70">
                  <c:v>216</c:v>
                </c:pt>
                <c:pt idx="71">
                  <c:v>221</c:v>
                </c:pt>
                <c:pt idx="72">
                  <c:v>221</c:v>
                </c:pt>
                <c:pt idx="73">
                  <c:v>217</c:v>
                </c:pt>
                <c:pt idx="74">
                  <c:v>216</c:v>
                </c:pt>
                <c:pt idx="75">
                  <c:v>230</c:v>
                </c:pt>
                <c:pt idx="76">
                  <c:v>209</c:v>
                </c:pt>
                <c:pt idx="77">
                  <c:v>220</c:v>
                </c:pt>
                <c:pt idx="78">
                  <c:v>215</c:v>
                </c:pt>
                <c:pt idx="79">
                  <c:v>223</c:v>
                </c:pt>
                <c:pt idx="80">
                  <c:v>212</c:v>
                </c:pt>
                <c:pt idx="81">
                  <c:v>221</c:v>
                </c:pt>
                <c:pt idx="82">
                  <c:v>212</c:v>
                </c:pt>
                <c:pt idx="83">
                  <c:v>224</c:v>
                </c:pt>
                <c:pt idx="84">
                  <c:v>212</c:v>
                </c:pt>
                <c:pt idx="85">
                  <c:v>228</c:v>
                </c:pt>
                <c:pt idx="86">
                  <c:v>218</c:v>
                </c:pt>
                <c:pt idx="87">
                  <c:v>218</c:v>
                </c:pt>
                <c:pt idx="88">
                  <c:v>212</c:v>
                </c:pt>
                <c:pt idx="89">
                  <c:v>230</c:v>
                </c:pt>
                <c:pt idx="90">
                  <c:v>218</c:v>
                </c:pt>
                <c:pt idx="91">
                  <c:v>228</c:v>
                </c:pt>
                <c:pt idx="92">
                  <c:v>212</c:v>
                </c:pt>
                <c:pt idx="93">
                  <c:v>224</c:v>
                </c:pt>
                <c:pt idx="94">
                  <c:v>214</c:v>
                </c:pt>
                <c:pt idx="95">
                  <c:v>226</c:v>
                </c:pt>
                <c:pt idx="96">
                  <c:v>216</c:v>
                </c:pt>
                <c:pt idx="97">
                  <c:v>222</c:v>
                </c:pt>
                <c:pt idx="98">
                  <c:v>203</c:v>
                </c:pt>
                <c:pt idx="99">
                  <c:v>225</c:v>
                </c:pt>
                <c:pt idx="100">
                  <c:v>219</c:v>
                </c:pt>
                <c:pt idx="101">
                  <c:v>228</c:v>
                </c:pt>
                <c:pt idx="102">
                  <c:v>215</c:v>
                </c:pt>
                <c:pt idx="103">
                  <c:v>228</c:v>
                </c:pt>
                <c:pt idx="104">
                  <c:v>216</c:v>
                </c:pt>
                <c:pt idx="105">
                  <c:v>215</c:v>
                </c:pt>
                <c:pt idx="106">
                  <c:v>210</c:v>
                </c:pt>
                <c:pt idx="107">
                  <c:v>219</c:v>
                </c:pt>
                <c:pt idx="108">
                  <c:v>208</c:v>
                </c:pt>
                <c:pt idx="109">
                  <c:v>209</c:v>
                </c:pt>
                <c:pt idx="110">
                  <c:v>216</c:v>
                </c:pt>
                <c:pt idx="111">
                  <c:v>229</c:v>
                </c:pt>
                <c:pt idx="112">
                  <c:v>213</c:v>
                </c:pt>
                <c:pt idx="113">
                  <c:v>230</c:v>
                </c:pt>
                <c:pt idx="114">
                  <c:v>217</c:v>
                </c:pt>
                <c:pt idx="115">
                  <c:v>230</c:v>
                </c:pt>
                <c:pt idx="116">
                  <c:v>217</c:v>
                </c:pt>
                <c:pt idx="117">
                  <c:v>222</c:v>
                </c:pt>
                <c:pt idx="118">
                  <c:v>214</c:v>
                </c:pt>
                <c:pt idx="119">
                  <c:v>215</c:v>
                </c:pt>
                <c:pt idx="120">
                  <c:v>222</c:v>
                </c:pt>
                <c:pt idx="121">
                  <c:v>212</c:v>
                </c:pt>
                <c:pt idx="122">
                  <c:v>213</c:v>
                </c:pt>
              </c:numCache>
            </c:numRef>
          </c:xVal>
          <c:yVal>
            <c:numRef>
              <c:f>'Chart Data'!$F$2:$F$124</c:f>
              <c:numCache>
                <c:formatCode>General</c:formatCode>
                <c:ptCount val="123"/>
                <c:pt idx="0">
                  <c:v>4500</c:v>
                </c:pt>
                <c:pt idx="1">
                  <c:v>5700</c:v>
                </c:pt>
                <c:pt idx="2">
                  <c:v>4450</c:v>
                </c:pt>
                <c:pt idx="3">
                  <c:v>5700</c:v>
                </c:pt>
                <c:pt idx="4">
                  <c:v>5400</c:v>
                </c:pt>
                <c:pt idx="5">
                  <c:v>4550</c:v>
                </c:pt>
                <c:pt idx="6">
                  <c:v>4800</c:v>
                </c:pt>
                <c:pt idx="7">
                  <c:v>5200</c:v>
                </c:pt>
                <c:pt idx="8">
                  <c:v>4400</c:v>
                </c:pt>
                <c:pt idx="9">
                  <c:v>5150</c:v>
                </c:pt>
                <c:pt idx="10">
                  <c:v>4650</c:v>
                </c:pt>
                <c:pt idx="11">
                  <c:v>5550</c:v>
                </c:pt>
                <c:pt idx="12">
                  <c:v>4650</c:v>
                </c:pt>
                <c:pt idx="13">
                  <c:v>5850</c:v>
                </c:pt>
                <c:pt idx="14">
                  <c:v>4200</c:v>
                </c:pt>
                <c:pt idx="15">
                  <c:v>5850</c:v>
                </c:pt>
                <c:pt idx="16">
                  <c:v>4150</c:v>
                </c:pt>
                <c:pt idx="17">
                  <c:v>6300</c:v>
                </c:pt>
                <c:pt idx="18">
                  <c:v>4800</c:v>
                </c:pt>
                <c:pt idx="19">
                  <c:v>5350</c:v>
                </c:pt>
                <c:pt idx="20">
                  <c:v>5700</c:v>
                </c:pt>
                <c:pt idx="21">
                  <c:v>5000</c:v>
                </c:pt>
                <c:pt idx="22">
                  <c:v>4400</c:v>
                </c:pt>
                <c:pt idx="23">
                  <c:v>5050</c:v>
                </c:pt>
                <c:pt idx="24">
                  <c:v>5000</c:v>
                </c:pt>
                <c:pt idx="25">
                  <c:v>5100</c:v>
                </c:pt>
                <c:pt idx="26">
                  <c:v>4100</c:v>
                </c:pt>
                <c:pt idx="27">
                  <c:v>5650</c:v>
                </c:pt>
                <c:pt idx="28">
                  <c:v>4600</c:v>
                </c:pt>
                <c:pt idx="29">
                  <c:v>5550</c:v>
                </c:pt>
                <c:pt idx="30">
                  <c:v>5250</c:v>
                </c:pt>
                <c:pt idx="31">
                  <c:v>4700</c:v>
                </c:pt>
                <c:pt idx="32">
                  <c:v>5050</c:v>
                </c:pt>
                <c:pt idx="33">
                  <c:v>6050</c:v>
                </c:pt>
                <c:pt idx="34">
                  <c:v>5150</c:v>
                </c:pt>
                <c:pt idx="35">
                  <c:v>5400</c:v>
                </c:pt>
                <c:pt idx="36">
                  <c:v>4950</c:v>
                </c:pt>
                <c:pt idx="37">
                  <c:v>5250</c:v>
                </c:pt>
                <c:pt idx="38">
                  <c:v>4350</c:v>
                </c:pt>
                <c:pt idx="39">
                  <c:v>5350</c:v>
                </c:pt>
                <c:pt idx="40">
                  <c:v>3950</c:v>
                </c:pt>
                <c:pt idx="41">
                  <c:v>5700</c:v>
                </c:pt>
                <c:pt idx="42">
                  <c:v>4300</c:v>
                </c:pt>
                <c:pt idx="43">
                  <c:v>4750</c:v>
                </c:pt>
                <c:pt idx="44">
                  <c:v>5550</c:v>
                </c:pt>
                <c:pt idx="45">
                  <c:v>4900</c:v>
                </c:pt>
                <c:pt idx="46">
                  <c:v>4200</c:v>
                </c:pt>
                <c:pt idx="47">
                  <c:v>5400</c:v>
                </c:pt>
                <c:pt idx="48">
                  <c:v>5100</c:v>
                </c:pt>
                <c:pt idx="49">
                  <c:v>5300</c:v>
                </c:pt>
                <c:pt idx="50">
                  <c:v>4850</c:v>
                </c:pt>
                <c:pt idx="51">
                  <c:v>5300</c:v>
                </c:pt>
                <c:pt idx="52">
                  <c:v>4400</c:v>
                </c:pt>
                <c:pt idx="53">
                  <c:v>5000</c:v>
                </c:pt>
                <c:pt idx="54">
                  <c:v>4900</c:v>
                </c:pt>
                <c:pt idx="55">
                  <c:v>5050</c:v>
                </c:pt>
                <c:pt idx="56">
                  <c:v>4300</c:v>
                </c:pt>
                <c:pt idx="57">
                  <c:v>5000</c:v>
                </c:pt>
                <c:pt idx="58">
                  <c:v>4450</c:v>
                </c:pt>
                <c:pt idx="59">
                  <c:v>5550</c:v>
                </c:pt>
                <c:pt idx="60">
                  <c:v>4200</c:v>
                </c:pt>
                <c:pt idx="61">
                  <c:v>5300</c:v>
                </c:pt>
                <c:pt idx="62">
                  <c:v>4400</c:v>
                </c:pt>
                <c:pt idx="63">
                  <c:v>5650</c:v>
                </c:pt>
                <c:pt idx="64">
                  <c:v>4700</c:v>
                </c:pt>
                <c:pt idx="65">
                  <c:v>5700</c:v>
                </c:pt>
                <c:pt idx="66">
                  <c:v>4650</c:v>
                </c:pt>
                <c:pt idx="67">
                  <c:v>5800</c:v>
                </c:pt>
                <c:pt idx="68">
                  <c:v>4700</c:v>
                </c:pt>
                <c:pt idx="69">
                  <c:v>5550</c:v>
                </c:pt>
                <c:pt idx="70">
                  <c:v>4750</c:v>
                </c:pt>
                <c:pt idx="71">
                  <c:v>5000</c:v>
                </c:pt>
                <c:pt idx="72">
                  <c:v>5100</c:v>
                </c:pt>
                <c:pt idx="73">
                  <c:v>5200</c:v>
                </c:pt>
                <c:pt idx="74">
                  <c:v>4700</c:v>
                </c:pt>
                <c:pt idx="75">
                  <c:v>5800</c:v>
                </c:pt>
                <c:pt idx="76">
                  <c:v>4600</c:v>
                </c:pt>
                <c:pt idx="77">
                  <c:v>6000</c:v>
                </c:pt>
                <c:pt idx="78">
                  <c:v>4750</c:v>
                </c:pt>
                <c:pt idx="79">
                  <c:v>5950</c:v>
                </c:pt>
                <c:pt idx="80">
                  <c:v>4625</c:v>
                </c:pt>
                <c:pt idx="81">
                  <c:v>5450</c:v>
                </c:pt>
                <c:pt idx="82">
                  <c:v>4725</c:v>
                </c:pt>
                <c:pt idx="83">
                  <c:v>5350</c:v>
                </c:pt>
                <c:pt idx="84">
                  <c:v>4750</c:v>
                </c:pt>
                <c:pt idx="85">
                  <c:v>5600</c:v>
                </c:pt>
                <c:pt idx="86">
                  <c:v>4600</c:v>
                </c:pt>
                <c:pt idx="87">
                  <c:v>5300</c:v>
                </c:pt>
                <c:pt idx="88">
                  <c:v>4875</c:v>
                </c:pt>
                <c:pt idx="89">
                  <c:v>5550</c:v>
                </c:pt>
                <c:pt idx="90">
                  <c:v>4950</c:v>
                </c:pt>
                <c:pt idx="91">
                  <c:v>5400</c:v>
                </c:pt>
                <c:pt idx="92">
                  <c:v>4750</c:v>
                </c:pt>
                <c:pt idx="93">
                  <c:v>5650</c:v>
                </c:pt>
                <c:pt idx="94">
                  <c:v>4850</c:v>
                </c:pt>
                <c:pt idx="95">
                  <c:v>5200</c:v>
                </c:pt>
                <c:pt idx="96">
                  <c:v>4925</c:v>
                </c:pt>
                <c:pt idx="97">
                  <c:v>4875</c:v>
                </c:pt>
                <c:pt idx="98">
                  <c:v>4625</c:v>
                </c:pt>
                <c:pt idx="99">
                  <c:v>5250</c:v>
                </c:pt>
                <c:pt idx="100">
                  <c:v>4850</c:v>
                </c:pt>
                <c:pt idx="101">
                  <c:v>5600</c:v>
                </c:pt>
                <c:pt idx="102">
                  <c:v>4975</c:v>
                </c:pt>
                <c:pt idx="103">
                  <c:v>5500</c:v>
                </c:pt>
                <c:pt idx="104">
                  <c:v>4725</c:v>
                </c:pt>
                <c:pt idx="105">
                  <c:v>5500</c:v>
                </c:pt>
                <c:pt idx="106">
                  <c:v>4700</c:v>
                </c:pt>
                <c:pt idx="107">
                  <c:v>5500</c:v>
                </c:pt>
                <c:pt idx="108">
                  <c:v>4575</c:v>
                </c:pt>
                <c:pt idx="109">
                  <c:v>5500</c:v>
                </c:pt>
                <c:pt idx="110">
                  <c:v>5000</c:v>
                </c:pt>
                <c:pt idx="111">
                  <c:v>5950</c:v>
                </c:pt>
                <c:pt idx="112">
                  <c:v>4650</c:v>
                </c:pt>
                <c:pt idx="113">
                  <c:v>5500</c:v>
                </c:pt>
                <c:pt idx="114">
                  <c:v>4375</c:v>
                </c:pt>
                <c:pt idx="115">
                  <c:v>5850</c:v>
                </c:pt>
                <c:pt idx="116">
                  <c:v>4875</c:v>
                </c:pt>
                <c:pt idx="117">
                  <c:v>6000</c:v>
                </c:pt>
                <c:pt idx="118">
                  <c:v>4925</c:v>
                </c:pt>
                <c:pt idx="119">
                  <c:v>4850</c:v>
                </c:pt>
                <c:pt idx="120">
                  <c:v>5750</c:v>
                </c:pt>
                <c:pt idx="121">
                  <c:v>5200</c:v>
                </c:pt>
                <c:pt idx="122">
                  <c:v>5400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6500"/>
          <c:min val="25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/>
                  <a:t>体重 (g)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/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</c:valAx>
      <c:valAx>
        <c:axId val="48650112"/>
        <c:scaling>
          <c:orientation val="minMax"/>
          <c:max val="235"/>
          <c:min val="17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/>
                  <a:t>鳍肢长度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/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C5BE9-906A-4A06-83D8-58A2C153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DF79F-271A-4D4E-8849-8B889C1B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今天要完成哪些科研任务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47E90-13D3-4E0D-8F73-D9B5DE1D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课程方法讲义  ·  O01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41D3C-82BA-49E7-BB73-A982BF6A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4964D-6962-4E0A-9995-F6E6BABBD7A3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8096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主要材料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09:00–09:15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开场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科研诚信与课前需求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09:15–10:20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模块一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任务表达、工具、Agent 与 Skill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10:30–12:00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模块二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选题、文献、设计、数据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13:30–16:20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模块三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论文、申报、专利、科研图表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16:20–17:00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模块四与收尾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结题证据、成果传播、答疑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40EF2-35B6-4300-8D14-B6D9F78B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05650"/>
            <a:ext cx="1314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正式授课 370 分钟  /  短休 20 分钟  /  延伸备课 110 分钟</a:t>
            </a:r>
          </a:p>
        </p:txBody>
      </p:sp>
    </p:spTree>
    <p:extLst>
      <p:ext uri="{BB962C8B-B14F-4D97-AF65-F5344CB8AC3E}">
        <p14:creationId xmlns:p14="http://schemas.microsoft.com/office/powerpoint/2010/main" val="1299285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B1497-FA5F-44BA-8069-C6FB8E4A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33FB7-9D53-45AC-A323-4E376DF8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科研责任与 AI 使用披露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EF8E1-5714-49DE-B28C-68B946CD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Nature Portfolio AI policy  ·  O02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91D40-85C6-4560-948D-6F0ADC11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54541-A73A-41B5-94AA-756D6BE4E1AC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使用情境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具体任务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研究者责任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表达与组织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语言修订、结构建议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作者检查原意与准确性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解释与评价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分析方案、统计解释、段落起草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保留人工判断，说明实质使用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禁止行为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伪造数据、引用与结果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无法承担作者责任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保密边界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未公开稿件、评审与敏感材料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先查权限和工具的数据条款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322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C72C4-CDFC-4362-875A-C33E9442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D57B1-383F-4F48-94C4-1FA789F8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提示词五步落实为可验收任务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D2F17-4AE1-4955-805E-B37F8C55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M101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30DCF-5A19-40AB-94AF-BE4D3081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B0153-DD35-47C6-98B3-8BCA0CF1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原始请求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14EEC-BCD3-4660-A0D5-BDD89ABA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帮我读几篇文献，写个综述。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5B2A6-D4F8-45D5-9FB7-B212EFD6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76A8B-6E8F-46A8-8406-3C8E5982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可执行请求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4ACC5-DFE4-4CF4-8FF7-2E5C966E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角色：教育技术研究助理。把给定的3篇全文按研究问题、样本、方法和局限制成矩阵。每项附页码。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E1CCE-F735-4F0E-AC8A-86E53AC9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1673C-6AE6-4D43-B89B-C81C78C3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约束与验收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712E3-3015-490C-9534-69709373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仅用附件，不补引文。找不到的信息填“原文未报告”。先给1篇试做，确认口径后处理其余2篇。</a:t>
            </a:r>
          </a:p>
        </p:txBody>
      </p:sp>
    </p:spTree>
    <p:extLst>
      <p:ext uri="{BB962C8B-B14F-4D97-AF65-F5344CB8AC3E}">
        <p14:creationId xmlns:p14="http://schemas.microsoft.com/office/powerpoint/2010/main" val="2145809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74169-82F1-4CA9-90CC-0F437C90DC22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2525375" y="481012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1098B-7E6B-4DF8-AB7A-8D422FCE7A19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7477125" y="481012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16AB14-45EB-4E65-B18E-4DE0749F3BE6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239250" y="39528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660D0-B7EC-4F38-B7F3-46B6BF46159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39528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9E8DF1-2C3C-4A99-BC5C-4D5BD518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8851E-3473-4403-AA7D-C73CDAF5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Agent、Workflow、Skill 与 MCP 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B41DF-E07E-4BF1-91BC-BA00DE49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Building effective agents；MCP introduction；Agent Skills specification；Codex Skills  ·  M103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02ACC-9F35-413B-8D22-9E3CA1C8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9D180-2C0C-4F8C-ADDA-95FF0493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Agentic AI：具有一定自主性的系统行为与设计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742F2-BB50-4376-BA24-977A3DCC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3524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512C4-0438-4001-8622-4FB748F3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3B28C-B528-4E9E-94DC-10343818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预定步骤、条件与人工关口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83F96-1F23-4C50-80B0-E6C6BA74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95625"/>
            <a:ext cx="3524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C60F2-8800-4690-9781-FA92F7C3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AI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0DD86-9F50-43E7-A104-94B555DF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根据工具结果选择下一步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18667-D3D7-47A6-A612-DEE8C596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95625"/>
            <a:ext cx="3714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17DAB-CD9C-48A0-B41C-67A811A9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77D3C-C6E0-41EC-BF5F-82398BB8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576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复用指令、脚本与模板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98314-5591-4719-8BD9-DC116BEB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00750"/>
            <a:ext cx="3524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CC960-15A9-452C-BDFE-76AB7D7C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1436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生成式模型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54E7B-FE5B-41D7-904E-E0C3712C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7627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生成候选内容或动作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712BC-BEE6-4C1A-A945-5D40235C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0"/>
            <a:ext cx="3714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69030B-BB98-4BED-B310-C21B4D4B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436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68FDD-80E2-42C6-87CA-82D43CC1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7627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连接外部工具与资源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1BD071-A0BD-44AF-B3A7-8CFEE16E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编排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80EBDD-D341-4E24-BDE0-218CFCD3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33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选用</a:t>
            </a:r>
          </a:p>
        </p:txBody>
      </p:sp>
    </p:spTree>
    <p:extLst>
      <p:ext uri="{BB962C8B-B14F-4D97-AF65-F5344CB8AC3E}">
        <p14:creationId xmlns:p14="http://schemas.microsoft.com/office/powerpoint/2010/main" val="19095163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94800C-EEA8-4E92-ACAA-EE6C1E6D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40E76-C955-4477-8E30-87535DA6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本地与云端共用契约，执行边界不同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C3990-139D-4B9F-9F24-FBC2A824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MiniMax OpenAI compatibility；Codex Skills  ·  M107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68269-5891-4E8D-837D-105020EC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8673D-CAC7-42F8-9163-B8BA34F7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A08E7-7B43-4CA5-819F-9AD1BD90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669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研究者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AA1C0-F00A-4B78-AA15-C854FBF2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确认指南与模板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46198-ACB8-4036-8FC5-856B41A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66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审阅大纲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68898-1F72-4D63-A147-ED34B0E7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66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检查最终草稿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0CF1C-035B-4125-94EF-A9EE39A6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2D2D3-B155-4327-95BF-2F73F633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99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本地 Codex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B395D-EE2E-4636-9DE7-E10104B4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09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读取与校验文件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14C10-B4D9-495B-9B7B-9DA1A6DB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9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运行脚本和统计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E067C-5E5F-42F4-B292-8FCE8F53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09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生成 DOCX 与账本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A5897-E22C-47D5-AADC-97854932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30E86-7BFE-4A52-8078-7DC1FD2F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529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Worker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483BC-B00D-4DCD-9EA6-47EDB704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52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接收任务并鉴权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96F75-C14C-4AA1-ABD0-4AE8F531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52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保存阶段与审批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4683E-A72A-4C2E-8D11-F19538EF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752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调用模型或工具服务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F27557-8BD6-4391-AF84-79CC6962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A9A1A-034A-464C-A4D3-BBFEA1E6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959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隔离工具服务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07BCE-EA75-4B44-9B1A-F44240E5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95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校验输入类型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45E3DF-8C5C-4729-8EFD-D10CF783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895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解析文件与执行代码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7BCB06-7A3F-4CDC-8929-BC0BF6F4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895975"/>
            <a:ext cx="3286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返回产物及哈希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FE5204-9B28-4979-9256-C222A4504F5F}"/>
              </a:ext>
            </a:extLst>
          </p:cNvPr>
          <p:cNvCxnSpPr/>
          <p:nvPr/>
        </p:nvCxnSpPr>
        <p:spPr>
          <a:xfrm xmlns:a="http://schemas.openxmlformats.org/drawingml/2006/main">
            <a:off x="6667500" y="3000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2F12A3-EC34-4A9E-9F75-C9376B758A10}"/>
              </a:ext>
            </a:extLst>
          </p:cNvPr>
          <p:cNvCxnSpPr/>
          <p:nvPr/>
        </p:nvCxnSpPr>
        <p:spPr>
          <a:xfrm xmlns:a="http://schemas.openxmlformats.org/drawingml/2006/main">
            <a:off x="10382250" y="3000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B221B5-2A9C-4D8D-BEC0-7FC94CBB63EA}"/>
              </a:ext>
            </a:extLst>
          </p:cNvPr>
          <p:cNvCxnSpPr/>
          <p:nvPr/>
        </p:nvCxnSpPr>
        <p:spPr>
          <a:xfrm xmlns:a="http://schemas.openxmlformats.org/drawingml/2006/main">
            <a:off x="6667500" y="4143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987B83-DBA8-404E-816D-D28F93458C59}"/>
              </a:ext>
            </a:extLst>
          </p:cNvPr>
          <p:cNvCxnSpPr/>
          <p:nvPr/>
        </p:nvCxnSpPr>
        <p:spPr>
          <a:xfrm xmlns:a="http://schemas.openxmlformats.org/drawingml/2006/main">
            <a:off x="10382250" y="4143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3396B9-1194-4A9F-930F-1BEFD0E80611}"/>
              </a:ext>
            </a:extLst>
          </p:cNvPr>
          <p:cNvCxnSpPr/>
          <p:nvPr/>
        </p:nvCxnSpPr>
        <p:spPr>
          <a:xfrm xmlns:a="http://schemas.openxmlformats.org/drawingml/2006/main">
            <a:off x="6667500" y="5286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294180-2751-4014-8BB2-6A4C667C3D55}"/>
              </a:ext>
            </a:extLst>
          </p:cNvPr>
          <p:cNvCxnSpPr/>
          <p:nvPr/>
        </p:nvCxnSpPr>
        <p:spPr>
          <a:xfrm xmlns:a="http://schemas.openxmlformats.org/drawingml/2006/main">
            <a:off x="10382250" y="5286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BDFC3A-EF83-4215-A167-2CE0183ACA8A}"/>
              </a:ext>
            </a:extLst>
          </p:cNvPr>
          <p:cNvCxnSpPr/>
          <p:nvPr/>
        </p:nvCxnSpPr>
        <p:spPr>
          <a:xfrm xmlns:a="http://schemas.openxmlformats.org/drawingml/2006/main">
            <a:off x="6667500" y="6429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A8034F-1407-48E3-907E-C3511354158D}"/>
              </a:ext>
            </a:extLst>
          </p:cNvPr>
          <p:cNvCxnSpPr/>
          <p:nvPr/>
        </p:nvCxnSpPr>
        <p:spPr>
          <a:xfrm xmlns:a="http://schemas.openxmlformats.org/drawingml/2006/main">
            <a:off x="10382250" y="6429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5F85"/>
            </a:solidFill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713072-F385-4964-B00C-524C72FC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0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本地运行链路与云端设计分别验收；云端联调和部署尚未验证</a:t>
            </a:r>
          </a:p>
        </p:txBody>
      </p:sp>
    </p:spTree>
    <p:extLst>
      <p:ext uri="{BB962C8B-B14F-4D97-AF65-F5344CB8AC3E}">
        <p14:creationId xmlns:p14="http://schemas.microsoft.com/office/powerpoint/2010/main" val="6565676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B8A90-ECC4-45D0-B8E0-B632440D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1D1D0-8562-4C32-B98D-1DBEFBD2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文献核验从出版记录走到正文证据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C0B4E-BA74-4FF3-B61A-17B6E868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Gorman Williams Fraser 2014 PLOS ONE 9 e90081；palmerpenguins；Crossref REST API  ·  M204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514DA-9896-4276-A935-C1A9134B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634F1-39A3-47B1-8B13-481F8D6003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ed86f01384152"/>
          <a:stretch xmlns:a="http://schemas.openxmlformats.org/drawingml/2006/main"/>
        </p:blipFill>
        <p:spPr>
          <a:xfrm xmlns:a="http://schemas.openxmlformats.org/drawingml/2006/main">
            <a:off x="1070055" y="1952625"/>
            <a:ext cx="7480139" cy="5429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8D18F-2AF4-4399-A2D9-696E7028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43125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Gorman、Williams 与 Fraser，2014，PLOS ONE 9(3): e90081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DD1FB-AC02-4887-B3F2-15915B86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DOI：10.1371/journal.pone.0090081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C32F4-1900-4EBF-8B60-74343249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52975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Fig. 1 定位采样地点；Methods 说明现场测量与样本来源。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6E553-F151-4D9C-A7CC-D6676269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05790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元数据存在只能确认文章身份，正文定位才支撑具体主张。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165E1-C8C9-413A-ADDA-83A64D36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485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原论文图，未经生成式重绘。Gorman et al. (2014), CC BY</a:t>
            </a:r>
          </a:p>
        </p:txBody>
      </p:sp>
    </p:spTree>
    <p:extLst>
      <p:ext uri="{BB962C8B-B14F-4D97-AF65-F5344CB8AC3E}">
        <p14:creationId xmlns:p14="http://schemas.microsoft.com/office/powerpoint/2010/main" val="17246989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B416D-8C8C-4B8B-8F30-0BC09E19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F4364-B0F0-4D69-9330-DB2AE6CD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真实论文图要连同变量和图注一起读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BE655-F954-4A1B-B49A-2F101F05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Gorman Williams Fraser 2014 PLOS ONE 9 e90081  ·  M206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75D14-6A65-459A-BBC6-B817F408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7E3BF-A495-41BF-AB28-7934231ED6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f1d6baaad4a02"/>
          <a:stretch xmlns:a="http://schemas.openxmlformats.org/drawingml/2006/main"/>
        </p:blipFill>
        <p:spPr>
          <a:xfrm xmlns:a="http://schemas.openxmlformats.org/drawingml/2006/main">
            <a:off x="1351194" y="1952625"/>
            <a:ext cx="6917861" cy="5429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B7500-91E5-4F7D-AEE1-F59467B7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43125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Adélie 企鹅：横轴 δ¹³C，纵轴 δ¹⁵N。蓝色雄性、橙色雌性。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BF481-194E-4781-BB76-4DA827CE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图注规定均值 ±1 SE。δ¹³C 的 n=127，δ¹⁵N 的 n=128。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5DA86-748A-402B-9992-6F31D2CD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52975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年份和性别效应需结合正文模型解释。不能仅凭误差线重叠判定显著性。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67685-DB6F-436E-992B-D23EECA5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485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原论文图，未经生成式重绘。Gorman et al. (2014), CC BY</a:t>
            </a:r>
          </a:p>
        </p:txBody>
      </p:sp>
    </p:spTree>
    <p:extLst>
      <p:ext uri="{BB962C8B-B14F-4D97-AF65-F5344CB8AC3E}">
        <p14:creationId xmlns:p14="http://schemas.microsoft.com/office/powerpoint/2010/main" val="9841855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0DE4F-B78C-492D-B4A8-8F7C563A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93192-A3BC-442A-AEE7-2560D7F1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公开观测数据支持描述，不直接证明因果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4FB11-7C2A-4CF8-8C5B-F07BDF44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palmerpenguins  ·  M210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8D07C-0E45-4825-90EE-29708487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A1208C0-141C-411D-A33F-E3034FFCD315}"/>
              </a:ext>
            </a:extLst>
          </p:cNvPr>
          <p:cNvGraphicFramePr/>
          <p:nvPr/>
        </p:nvGraphicFramePr>
        <p:xfrm>
          <a:off xmlns:a="http://schemas.openxmlformats.org/drawingml/2006/main" x="762000" y="2000250"/>
          <a:ext xmlns:a="http://schemas.openxmlformats.org/drawingml/2006/main" cx="9048750" cy="514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103548f98546d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F32CA-81EF-4CBE-96C2-2A85ECD1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38375"/>
            <a:ext cx="4048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每个点对应一个有完整体重与鳍肢长度的观测。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9362B-C20D-40FC-90D2-E9BAB9C5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86200"/>
            <a:ext cx="4048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按物种分色并使用不同点型，观察组内与组间关系。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EEFF1-9CE9-48E2-A152-8801EE9F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34025"/>
            <a:ext cx="4048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比较需考虑物种、性别、岛屿和年份。</a:t>
            </a:r>
          </a:p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当前散点图不证明因果作用。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CF6D5-A712-44F7-AF82-85AE2F0C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33425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原始观测，完整配对 n = 342；没有随机采样或生成数据</a:t>
            </a:r>
          </a:p>
        </p:txBody>
      </p:sp>
    </p:spTree>
    <p:extLst>
      <p:ext uri="{BB962C8B-B14F-4D97-AF65-F5344CB8AC3E}">
        <p14:creationId xmlns:p14="http://schemas.microsoft.com/office/powerpoint/2010/main" val="16116678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E02B7-B760-4CAE-8925-EF97D007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FEE38-DCB9-4A78-A970-C113757A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统计报告要同时说明估计量和不确定性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E51B0-4B73-4A45-A95A-33E490DF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palmerpenguins；Independent samples t test  ·  M211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F349F-03F5-4DA3-8CE5-266B6389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8626E-894D-438E-A599-431ADF1F0A66}"/>
              </a:ext>
            </a:extLst>
          </p:cNvPr>
          <p:cNvGraphicFramePr/>
          <p:nvPr/>
        </p:nvGraphicFramePr>
        <p:xfrm>
          <a:off xmlns:a="http://schemas.openxmlformats.org/drawingml/2006/main" x="762000" y="2047875"/>
          <a:ext xmlns:a="http://schemas.openxmlformats.org/drawingml/2006/main" cx="13716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476500"/>
                <a:gridCol w="3714750"/>
                <a:gridCol w="3714750"/>
              </a:tblGrid>
              <a:tr h="85725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 n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平均体重 g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 SD g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151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3700.7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458.6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Chinstrap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3733.1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384.3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Gentoo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123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5076.0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504.1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E571C-0807-4F69-AC47-445AAE0F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1323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SD 描述个体离散，SE 描述估计量变动，CI 需要抽样模型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DA50C-7B0D-4504-8819-A347F2F0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877050"/>
            <a:ext cx="1323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本页仅为公开数据的描述性复算。缺失体重 2 行；未进行显著性检验。</a:t>
            </a:r>
          </a:p>
        </p:txBody>
      </p:sp>
    </p:spTree>
    <p:extLst>
      <p:ext uri="{BB962C8B-B14F-4D97-AF65-F5344CB8AC3E}">
        <p14:creationId xmlns:p14="http://schemas.microsoft.com/office/powerpoint/2010/main" val="2105931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CAE61-710C-4956-B4BC-59E7D85A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DDB76-CFFB-4BEC-A977-C072C73D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Humanizer 修订必须锁住数字和限定条件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6731F-D103-41C0-91CB-9D90318D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M304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BE183-8B49-4842-BA05-ACB4EC25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EEB6F-381F-4E60-887D-0E4CFFEA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教学原稿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AE132-48F8-4343-A0D4-D6B214B3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本研究实现了革命性提升。42名参与者完成前后测，量表均分从3.1增至3.6，但未设置对照组。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DB825-59AB-4F8B-A891-2156CB71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3CE94-68FB-42DA-947B-7BBAAFBB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B94E3-1FFA-400A-9E0A-3901DE34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42名参与者完成前后测，量表均分由3.1增至3.6。由于未设置对照组，当前结果不能单独归因于该干预。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238A5-DF7A-40D2-A5FF-ACC7D1D3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43525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936AC-76B3-4342-B93B-A63371A1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242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事实锁定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5773E-F2C0-49E2-AA4E-BE8F0AF2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42、3.1、3.6、前后测、无对照组均保留。删除宣传性判断，补清因果推断边界。</a:t>
            </a:r>
          </a:p>
        </p:txBody>
      </p:sp>
    </p:spTree>
    <p:extLst>
      <p:ext uri="{BB962C8B-B14F-4D97-AF65-F5344CB8AC3E}">
        <p14:creationId xmlns:p14="http://schemas.microsoft.com/office/powerpoint/2010/main" val="16772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11D33-C06C-4F26-8DAC-E2E94DCD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11769-05D4-48A1-865F-21DBCA7B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目标与指标需要双向对应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62DEA-3E68-4D45-AA36-D5202388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M312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DCFC0-2497-4863-BBB5-0BDF8739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8845D-682B-419E-A9B3-AC0CFC3A89DA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指南要求（教学模拟）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研究目标与内容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验收产物与证据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12个月内形成可复算流程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建立公开文献筛选与核验流程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代码、依赖、输入、日志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独立评价召回与耗时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固定参考文献集，比较人工与 AI 流程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逐条筛选记录和统计报告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成果可复用且保留人工判断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设置遗漏审查和阶段审核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Word 草稿、来源账本、审核记录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研究基础必须真实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仅陈述已提供的材料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目前无团队成果证明，列为缺口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2630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D3E24-DE5F-4FFB-AABD-291B42DE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5F85"/>
                </a:solidFill>
                <a:latin typeface="Microsoft YaHei"/>
                <a:ea typeface="Microsoft YaHei"/>
                <a:cs typeface="Microsoft YaHei"/>
              </a:rPr>
              <a:t>模块三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76A17-C7F6-4C12-A0D6-E963B8EB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交底书先收集可实施的技术事实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C217B-64DD-4858-BFD8-8A7F4292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教学模拟案例  ·  M321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9AEC9-338D-4604-827D-BEEC06A4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0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7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8C8FC-5379-4C53-A5F3-C1C38970F2C7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137160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334000"/>
                <a:gridCol w="52387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发明人说法</a:t>
                      </a:r>
                    </a:p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（教学模拟）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目前知道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必须追问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T w="9525">
                      <a:solidFill>
                        <a:srgbClr val="CED9E0"/>
                      </a:solidFill>
                      <a:prstDash val="solid"/>
                    </a:lnT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EDF3F6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用双传感器减少温漂误报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两个温度传感器和控制器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位置、采样频率与校准方式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差值超过阈值触发告警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存在差值比较步骤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阈值来源、持续时间、异常处理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效果明显好于旧方案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未提供对照数据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旧方案、测试条件、原始记录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希望申请专利</a:t>
                      </a:r>
                    </a:p>
                  </a:txBody>
                  <a:tcPr marL="171450" marR="152400" marT="161925" marB="114300" anchor="t">
                    <a:lnL w="9525">
                      <a:solidFill>
                        <a:srgbClr val="CED9E0"/>
                      </a:solidFill>
                      <a:prstDash val="solid"/>
                    </a:lnL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希望保护技术方案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434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区别特征、公开情况、实施细节</a:t>
                      </a:r>
                    </a:p>
                  </a:txBody>
                  <a:tcPr marL="171450" marR="152400" marT="161925" marB="114300" anchor="t">
                    <a:lnR w="9525">
                      <a:solidFill>
                        <a:srgbClr val="CED9E0"/>
                      </a:solidFill>
                      <a:prstDash val="solid"/>
                    </a:lnR>
                    <a:lnB w="9525">
                      <a:solidFill>
                        <a:srgbClr val="CE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907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2026-10-16T16:03:01.1340000Z</dcterms:created>
  <dcterms:modified xsi:type="dcterms:W3CDTF">2026-10-16T16:03:01.1340000Z</dcterms:modified>
</coreProperties>
</file>